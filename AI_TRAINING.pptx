
<file path=[Content_Types].xml><?xml version="1.0" encoding="utf-8"?>
<Types xmlns="http://schemas.openxmlformats.org/package/2006/content-types">
  <Default Extension="gif" ContentType="image/gif"/>
  <Default Extension="jfif" ContentType="image/jpeg"/>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8"/>
  </p:notesMasterIdLst>
  <p:handoutMasterIdLst>
    <p:handoutMasterId r:id="rId29"/>
  </p:handoutMasterIdLst>
  <p:sldIdLst>
    <p:sldId id="258" r:id="rId2"/>
    <p:sldId id="259" r:id="rId3"/>
    <p:sldId id="260" r:id="rId4"/>
    <p:sldId id="261" r:id="rId5"/>
    <p:sldId id="267" r:id="rId6"/>
    <p:sldId id="262" r:id="rId7"/>
    <p:sldId id="263" r:id="rId8"/>
    <p:sldId id="265" r:id="rId9"/>
    <p:sldId id="268" r:id="rId10"/>
    <p:sldId id="285" r:id="rId11"/>
    <p:sldId id="276" r:id="rId12"/>
    <p:sldId id="264" r:id="rId13"/>
    <p:sldId id="275" r:id="rId14"/>
    <p:sldId id="277" r:id="rId15"/>
    <p:sldId id="256" r:id="rId16"/>
    <p:sldId id="287" r:id="rId17"/>
    <p:sldId id="289" r:id="rId18"/>
    <p:sldId id="288" r:id="rId19"/>
    <p:sldId id="279" r:id="rId20"/>
    <p:sldId id="280" r:id="rId21"/>
    <p:sldId id="281" r:id="rId22"/>
    <p:sldId id="282" r:id="rId23"/>
    <p:sldId id="283" r:id="rId24"/>
    <p:sldId id="284" r:id="rId25"/>
    <p:sldId id="266" r:id="rId26"/>
    <p:sldId id="272" r:id="rId27"/>
  </p:sldIdLst>
  <p:sldSz cx="29260800" cy="164592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76DF3B-C39B-4A3F-B710-B11950FE3957}">
          <p14:sldIdLst>
            <p14:sldId id="258"/>
          </p14:sldIdLst>
        </p14:section>
        <p14:section name="LLM Basics" id="{6DB053D8-1832-410F-9C7B-D570CFF66A0D}">
          <p14:sldIdLst>
            <p14:sldId id="259"/>
            <p14:sldId id="260"/>
            <p14:sldId id="261"/>
            <p14:sldId id="267"/>
          </p14:sldIdLst>
        </p14:section>
        <p14:section name="Model" id="{C00C98D3-5455-4C7F-82E9-F6D4703BDCDB}">
          <p14:sldIdLst>
            <p14:sldId id="262"/>
            <p14:sldId id="263"/>
            <p14:sldId id="265"/>
            <p14:sldId id="268"/>
            <p14:sldId id="285"/>
            <p14:sldId id="276"/>
            <p14:sldId id="264"/>
            <p14:sldId id="275"/>
            <p14:sldId id="277"/>
            <p14:sldId id="256"/>
            <p14:sldId id="287"/>
            <p14:sldId id="289"/>
            <p14:sldId id="288"/>
            <p14:sldId id="279"/>
            <p14:sldId id="280"/>
            <p14:sldId id="281"/>
            <p14:sldId id="282"/>
            <p14:sldId id="283"/>
            <p14:sldId id="284"/>
            <p14:sldId id="266"/>
            <p14:sldId id="272"/>
          </p14:sldIdLst>
        </p14:section>
      </p14:sectionLst>
    </p:ext>
    <p:ext uri="{EFAFB233-063F-42B5-8137-9DF3F51BA10A}">
      <p15:sldGuideLst xmlns:p15="http://schemas.microsoft.com/office/powerpoint/2012/main">
        <p15:guide id="1" orient="horz" pos="5640" userDrawn="1">
          <p15:clr>
            <a:srgbClr val="A4A3A4"/>
          </p15:clr>
        </p15:guide>
        <p15:guide id="2" pos="92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9E2D"/>
    <a:srgbClr val="E76B8E"/>
    <a:srgbClr val="57749B"/>
    <a:srgbClr val="FFFFFD"/>
    <a:srgbClr val="96B436"/>
    <a:srgbClr val="9D7655"/>
    <a:srgbClr val="C25694"/>
    <a:srgbClr val="EC5D4A"/>
    <a:srgbClr val="389A91"/>
    <a:srgbClr val="8D71C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38" autoAdjust="0"/>
    <p:restoredTop sz="84019" autoAdjust="0"/>
  </p:normalViewPr>
  <p:slideViewPr>
    <p:cSldViewPr snapToGrid="0" showGuides="1">
      <p:cViewPr varScale="1">
        <p:scale>
          <a:sx n="45" d="100"/>
          <a:sy n="45" d="100"/>
        </p:scale>
        <p:origin x="630" y="78"/>
      </p:cViewPr>
      <p:guideLst>
        <p:guide orient="horz" pos="5640"/>
        <p:guide pos="9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tzamanis, Vasileios" userId="fe7614ca-af55-4fb2-94e7-922382d03749" providerId="ADAL" clId="{2D90F474-F3FD-4330-8B12-A735BCF670E2}"/>
    <pc:docChg chg="undo redo custSel addSld delSld modSld sldOrd modSection">
      <pc:chgData name="Kotzamanis, Vasileios" userId="fe7614ca-af55-4fb2-94e7-922382d03749" providerId="ADAL" clId="{2D90F474-F3FD-4330-8B12-A735BCF670E2}" dt="2026-09-21T09:12:08.444" v="8846" actId="1076"/>
      <pc:docMkLst>
        <pc:docMk/>
      </pc:docMkLst>
      <pc:sldChg chg="addSp delSp modSp add mod ord modAnim">
        <pc:chgData name="Kotzamanis, Vasileios" userId="fe7614ca-af55-4fb2-94e7-922382d03749" providerId="ADAL" clId="{2D90F474-F3FD-4330-8B12-A735BCF670E2}" dt="2026-09-14T18:37:14.627" v="8828" actId="1076"/>
        <pc:sldMkLst>
          <pc:docMk/>
          <pc:sldMk cId="0" sldId="256"/>
        </pc:sldMkLst>
        <pc:spChg chg="mod">
          <ac:chgData name="Kotzamanis, Vasileios" userId="fe7614ca-af55-4fb2-94e7-922382d03749" providerId="ADAL" clId="{2D90F474-F3FD-4330-8B12-A735BCF670E2}" dt="2026-09-07T12:51:12.098" v="3047" actId="20577"/>
          <ac:spMkLst>
            <pc:docMk/>
            <pc:sldMk cId="0" sldId="256"/>
            <ac:spMk id="6" creationId="{00000000-0000-0000-0000-000000000000}"/>
          </ac:spMkLst>
        </pc:spChg>
        <pc:spChg chg="mod">
          <ac:chgData name="Kotzamanis, Vasileios" userId="fe7614ca-af55-4fb2-94e7-922382d03749" providerId="ADAL" clId="{2D90F474-F3FD-4330-8B12-A735BCF670E2}" dt="2026-09-07T17:19:55.003" v="6389" actId="20577"/>
          <ac:spMkLst>
            <pc:docMk/>
            <pc:sldMk cId="0" sldId="256"/>
            <ac:spMk id="9" creationId="{00000000-0000-0000-0000-000000000000}"/>
          </ac:spMkLst>
        </pc:spChg>
        <pc:spChg chg="mod">
          <ac:chgData name="Kotzamanis, Vasileios" userId="fe7614ca-af55-4fb2-94e7-922382d03749" providerId="ADAL" clId="{2D90F474-F3FD-4330-8B12-A735BCF670E2}" dt="2026-09-14T17:03:36.892" v="8286" actId="1076"/>
          <ac:spMkLst>
            <pc:docMk/>
            <pc:sldMk cId="0" sldId="256"/>
            <ac:spMk id="11" creationId="{00000000-0000-0000-0000-000000000000}"/>
          </ac:spMkLst>
        </pc:spChg>
        <pc:spChg chg="add mod">
          <ac:chgData name="Kotzamanis, Vasileios" userId="fe7614ca-af55-4fb2-94e7-922382d03749" providerId="ADAL" clId="{2D90F474-F3FD-4330-8B12-A735BCF670E2}" dt="2026-09-14T17:03:45.282" v="8288" actId="1076"/>
          <ac:spMkLst>
            <pc:docMk/>
            <pc:sldMk cId="0" sldId="256"/>
            <ac:spMk id="14" creationId="{009E8FA7-8C39-E0BD-3F38-9F91FF5EF653}"/>
          </ac:spMkLst>
        </pc:spChg>
        <pc:spChg chg="add mod">
          <ac:chgData name="Kotzamanis, Vasileios" userId="fe7614ca-af55-4fb2-94e7-922382d03749" providerId="ADAL" clId="{2D90F474-F3FD-4330-8B12-A735BCF670E2}" dt="2026-09-14T18:37:14.627" v="8828" actId="1076"/>
          <ac:spMkLst>
            <pc:docMk/>
            <pc:sldMk cId="0" sldId="256"/>
            <ac:spMk id="16" creationId="{AA1BA6DF-E30A-6482-B442-78B79EB84CB6}"/>
          </ac:spMkLst>
        </pc:spChg>
      </pc:sldChg>
      <pc:sldChg chg="addSp modSp ord">
        <pc:chgData name="Kotzamanis, Vasileios" userId="fe7614ca-af55-4fb2-94e7-922382d03749" providerId="ADAL" clId="{2D90F474-F3FD-4330-8B12-A735BCF670E2}" dt="2026-08-24T18:21:16.318" v="2" actId="767"/>
        <pc:sldMkLst>
          <pc:docMk/>
          <pc:sldMk cId="3693740055" sldId="258"/>
        </pc:sldMkLst>
        <pc:spChg chg="add mod">
          <ac:chgData name="Kotzamanis, Vasileios" userId="fe7614ca-af55-4fb2-94e7-922382d03749" providerId="ADAL" clId="{2D90F474-F3FD-4330-8B12-A735BCF670E2}" dt="2026-08-24T18:21:16.318" v="2" actId="767"/>
          <ac:spMkLst>
            <pc:docMk/>
            <pc:sldMk cId="3693740055" sldId="258"/>
            <ac:spMk id="5" creationId="{60275C0D-32BA-AA7B-2ECA-DFB81FAC93F9}"/>
          </ac:spMkLst>
        </pc:spChg>
      </pc:sldChg>
      <pc:sldChg chg="addSp delSp modSp mod modAnim">
        <pc:chgData name="Kotzamanis, Vasileios" userId="fe7614ca-af55-4fb2-94e7-922382d03749" providerId="ADAL" clId="{2D90F474-F3FD-4330-8B12-A735BCF670E2}" dt="2026-09-07T17:45:50.714" v="6665" actId="114"/>
        <pc:sldMkLst>
          <pc:docMk/>
          <pc:sldMk cId="1122294919" sldId="259"/>
        </pc:sldMkLst>
        <pc:spChg chg="add mod">
          <ac:chgData name="Kotzamanis, Vasileios" userId="fe7614ca-af55-4fb2-94e7-922382d03749" providerId="ADAL" clId="{2D90F474-F3FD-4330-8B12-A735BCF670E2}" dt="2026-08-24T18:27:31.912" v="3" actId="767"/>
          <ac:spMkLst>
            <pc:docMk/>
            <pc:sldMk cId="1122294919" sldId="259"/>
            <ac:spMk id="7" creationId="{AA68B800-C942-8BB8-28C1-10A70E0800D3}"/>
          </ac:spMkLst>
        </pc:spChg>
        <pc:spChg chg="mod">
          <ac:chgData name="Kotzamanis, Vasileios" userId="fe7614ca-af55-4fb2-94e7-922382d03749" providerId="ADAL" clId="{2D90F474-F3FD-4330-8B12-A735BCF670E2}" dt="2026-08-27T05:28:30.742" v="2405"/>
          <ac:spMkLst>
            <pc:docMk/>
            <pc:sldMk cId="1122294919" sldId="259"/>
            <ac:spMk id="11" creationId="{CD053C6F-C20F-E94D-C02E-F045D301B78A}"/>
          </ac:spMkLst>
        </pc:spChg>
        <pc:spChg chg="mod topLvl">
          <ac:chgData name="Kotzamanis, Vasileios" userId="fe7614ca-af55-4fb2-94e7-922382d03749" providerId="ADAL" clId="{2D90F474-F3FD-4330-8B12-A735BCF670E2}" dt="2026-08-24T20:10:44.445" v="9" actId="164"/>
          <ac:spMkLst>
            <pc:docMk/>
            <pc:sldMk cId="1122294919" sldId="259"/>
            <ac:spMk id="18" creationId="{ADF1E59C-5236-4D6A-D666-411D0E01F1BB}"/>
          </ac:spMkLst>
        </pc:spChg>
        <pc:spChg chg="mod">
          <ac:chgData name="Kotzamanis, Vasileios" userId="fe7614ca-af55-4fb2-94e7-922382d03749" providerId="ADAL" clId="{2D90F474-F3FD-4330-8B12-A735BCF670E2}" dt="2026-08-24T20:11:22.003" v="13" actId="164"/>
          <ac:spMkLst>
            <pc:docMk/>
            <pc:sldMk cId="1122294919" sldId="259"/>
            <ac:spMk id="20" creationId="{213AF29B-1CED-2ABB-AAF9-952C53D17607}"/>
          </ac:spMkLst>
        </pc:spChg>
        <pc:spChg chg="mod">
          <ac:chgData name="Kotzamanis, Vasileios" userId="fe7614ca-af55-4fb2-94e7-922382d03749" providerId="ADAL" clId="{2D90F474-F3FD-4330-8B12-A735BCF670E2}" dt="2026-08-24T20:11:39.186" v="15" actId="164"/>
          <ac:spMkLst>
            <pc:docMk/>
            <pc:sldMk cId="1122294919" sldId="259"/>
            <ac:spMk id="22" creationId="{7043DA8D-AE5B-00F6-D6A1-C792CB1628FD}"/>
          </ac:spMkLst>
        </pc:spChg>
        <pc:spChg chg="mod topLvl">
          <ac:chgData name="Kotzamanis, Vasileios" userId="fe7614ca-af55-4fb2-94e7-922382d03749" providerId="ADAL" clId="{2D90F474-F3FD-4330-8B12-A735BCF670E2}" dt="2026-08-26T22:08:05.032" v="2195" actId="165"/>
          <ac:spMkLst>
            <pc:docMk/>
            <pc:sldMk cId="1122294919" sldId="259"/>
            <ac:spMk id="24" creationId="{E2C2A9DA-B47D-2702-496F-81229CDB1457}"/>
          </ac:spMkLst>
        </pc:spChg>
        <pc:spChg chg="add mod">
          <ac:chgData name="Kotzamanis, Vasileios" userId="fe7614ca-af55-4fb2-94e7-922382d03749" providerId="ADAL" clId="{2D90F474-F3FD-4330-8B12-A735BCF670E2}" dt="2026-08-24T20:10:44.445" v="9" actId="164"/>
          <ac:spMkLst>
            <pc:docMk/>
            <pc:sldMk cId="1122294919" sldId="259"/>
            <ac:spMk id="25" creationId="{0AB7BEE1-61CB-1657-B882-E54571406EFA}"/>
          </ac:spMkLst>
        </pc:spChg>
        <pc:spChg chg="mod topLvl">
          <ac:chgData name="Kotzamanis, Vasileios" userId="fe7614ca-af55-4fb2-94e7-922382d03749" providerId="ADAL" clId="{2D90F474-F3FD-4330-8B12-A735BCF670E2}" dt="2026-08-24T20:11:22.003" v="13" actId="164"/>
          <ac:spMkLst>
            <pc:docMk/>
            <pc:sldMk cId="1122294919" sldId="259"/>
            <ac:spMk id="27" creationId="{E1CF3F72-E7C0-0950-AF09-B758F461CF93}"/>
          </ac:spMkLst>
        </pc:spChg>
        <pc:spChg chg="mod topLvl">
          <ac:chgData name="Kotzamanis, Vasileios" userId="fe7614ca-af55-4fb2-94e7-922382d03749" providerId="ADAL" clId="{2D90F474-F3FD-4330-8B12-A735BCF670E2}" dt="2026-08-24T20:11:39.186" v="15" actId="164"/>
          <ac:spMkLst>
            <pc:docMk/>
            <pc:sldMk cId="1122294919" sldId="259"/>
            <ac:spMk id="29" creationId="{F7E9A7F5-03D7-8C37-BE20-47D3EC56FFDC}"/>
          </ac:spMkLst>
        </pc:spChg>
        <pc:spChg chg="mod topLvl">
          <ac:chgData name="Kotzamanis, Vasileios" userId="fe7614ca-af55-4fb2-94e7-922382d03749" providerId="ADAL" clId="{2D90F474-F3FD-4330-8B12-A735BCF670E2}" dt="2026-08-26T22:08:05.032" v="2195" actId="165"/>
          <ac:spMkLst>
            <pc:docMk/>
            <pc:sldMk cId="1122294919" sldId="259"/>
            <ac:spMk id="31" creationId="{D6032D6D-089E-2F1E-FF41-EDBA49E7CD3E}"/>
          </ac:spMkLst>
        </pc:spChg>
        <pc:spChg chg="mod">
          <ac:chgData name="Kotzamanis, Vasileios" userId="fe7614ca-af55-4fb2-94e7-922382d03749" providerId="ADAL" clId="{2D90F474-F3FD-4330-8B12-A735BCF670E2}" dt="2026-09-07T17:45:50.714" v="6665" actId="114"/>
          <ac:spMkLst>
            <pc:docMk/>
            <pc:sldMk cId="1122294919" sldId="259"/>
            <ac:spMk id="33" creationId="{871B3F3D-AA8E-DF20-8FB6-A487651958B3}"/>
          </ac:spMkLst>
        </pc:spChg>
        <pc:spChg chg="mod topLvl">
          <ac:chgData name="Kotzamanis, Vasileios" userId="fe7614ca-af55-4fb2-94e7-922382d03749" providerId="ADAL" clId="{2D90F474-F3FD-4330-8B12-A735BCF670E2}" dt="2026-08-24T20:11:22.003" v="13" actId="164"/>
          <ac:spMkLst>
            <pc:docMk/>
            <pc:sldMk cId="1122294919" sldId="259"/>
            <ac:spMk id="35" creationId="{E62AC7F6-9A33-DB61-4910-C57E691EDBD6}"/>
          </ac:spMkLst>
        </pc:spChg>
        <pc:spChg chg="mod topLvl">
          <ac:chgData name="Kotzamanis, Vasileios" userId="fe7614ca-af55-4fb2-94e7-922382d03749" providerId="ADAL" clId="{2D90F474-F3FD-4330-8B12-A735BCF670E2}" dt="2026-09-07T17:44:33.091" v="6660" actId="20577"/>
          <ac:spMkLst>
            <pc:docMk/>
            <pc:sldMk cId="1122294919" sldId="259"/>
            <ac:spMk id="37" creationId="{A6E16564-13FF-EE24-9978-AD9B05B7C97F}"/>
          </ac:spMkLst>
        </pc:spChg>
        <pc:spChg chg="mod topLvl">
          <ac:chgData name="Kotzamanis, Vasileios" userId="fe7614ca-af55-4fb2-94e7-922382d03749" providerId="ADAL" clId="{2D90F474-F3FD-4330-8B12-A735BCF670E2}" dt="2026-08-27T05:41:38.237" v="2406" actId="20577"/>
          <ac:spMkLst>
            <pc:docMk/>
            <pc:sldMk cId="1122294919" sldId="259"/>
            <ac:spMk id="39" creationId="{12CBD87B-0BC6-2363-6742-CC7857EA5ABC}"/>
          </ac:spMkLst>
        </pc:spChg>
        <pc:spChg chg="mod">
          <ac:chgData name="Kotzamanis, Vasileios" userId="fe7614ca-af55-4fb2-94e7-922382d03749" providerId="ADAL" clId="{2D90F474-F3FD-4330-8B12-A735BCF670E2}" dt="2026-08-24T20:10:44.445" v="9" actId="164"/>
          <ac:spMkLst>
            <pc:docMk/>
            <pc:sldMk cId="1122294919" sldId="259"/>
            <ac:spMk id="41" creationId="{AF301AC4-196F-DAB6-2B9D-6FDC6294235A}"/>
          </ac:spMkLst>
        </pc:spChg>
        <pc:spChg chg="mod topLvl">
          <ac:chgData name="Kotzamanis, Vasileios" userId="fe7614ca-af55-4fb2-94e7-922382d03749" providerId="ADAL" clId="{2D90F474-F3FD-4330-8B12-A735BCF670E2}" dt="2026-08-24T20:11:22.003" v="13" actId="164"/>
          <ac:spMkLst>
            <pc:docMk/>
            <pc:sldMk cId="1122294919" sldId="259"/>
            <ac:spMk id="43" creationId="{7208979C-8EF7-BBA4-CA4A-720770AB0516}"/>
          </ac:spMkLst>
        </pc:spChg>
        <pc:spChg chg="mod topLvl">
          <ac:chgData name="Kotzamanis, Vasileios" userId="fe7614ca-af55-4fb2-94e7-922382d03749" providerId="ADAL" clId="{2D90F474-F3FD-4330-8B12-A735BCF670E2}" dt="2026-08-24T20:11:39.186" v="15" actId="164"/>
          <ac:spMkLst>
            <pc:docMk/>
            <pc:sldMk cId="1122294919" sldId="259"/>
            <ac:spMk id="45" creationId="{3384D1DC-6CD2-CB3A-DDBF-733305F01185}"/>
          </ac:spMkLst>
        </pc:spChg>
        <pc:spChg chg="mod topLvl">
          <ac:chgData name="Kotzamanis, Vasileios" userId="fe7614ca-af55-4fb2-94e7-922382d03749" providerId="ADAL" clId="{2D90F474-F3FD-4330-8B12-A735BCF670E2}" dt="2026-08-26T22:08:05.032" v="2195" actId="165"/>
          <ac:spMkLst>
            <pc:docMk/>
            <pc:sldMk cId="1122294919" sldId="259"/>
            <ac:spMk id="47" creationId="{2B408786-9BFB-C7B8-AB58-EB81885978C6}"/>
          </ac:spMkLst>
        </pc:spChg>
        <pc:spChg chg="add mod">
          <ac:chgData name="Kotzamanis, Vasileios" userId="fe7614ca-af55-4fb2-94e7-922382d03749" providerId="ADAL" clId="{2D90F474-F3FD-4330-8B12-A735BCF670E2}" dt="2026-08-27T00:14:43.026" v="2334" actId="767"/>
          <ac:spMkLst>
            <pc:docMk/>
            <pc:sldMk cId="1122294919" sldId="259"/>
            <ac:spMk id="79" creationId="{46F083FB-1B66-B4A5-7985-3FD8DF75A506}"/>
          </ac:spMkLst>
        </pc:spChg>
        <pc:grpChg chg="add mod">
          <ac:chgData name="Kotzamanis, Vasileios" userId="fe7614ca-af55-4fb2-94e7-922382d03749" providerId="ADAL" clId="{2D90F474-F3FD-4330-8B12-A735BCF670E2}" dt="2026-08-24T20:10:44.445" v="9" actId="164"/>
          <ac:grpSpMkLst>
            <pc:docMk/>
            <pc:sldMk cId="1122294919" sldId="259"/>
            <ac:grpSpMk id="58" creationId="{167CB28C-F58B-B94D-865B-F9817F22202F}"/>
          </ac:grpSpMkLst>
        </pc:grpChg>
        <pc:grpChg chg="add mod">
          <ac:chgData name="Kotzamanis, Vasileios" userId="fe7614ca-af55-4fb2-94e7-922382d03749" providerId="ADAL" clId="{2D90F474-F3FD-4330-8B12-A735BCF670E2}" dt="2026-08-24T20:11:22.003" v="13" actId="164"/>
          <ac:grpSpMkLst>
            <pc:docMk/>
            <pc:sldMk cId="1122294919" sldId="259"/>
            <ac:grpSpMk id="59" creationId="{7CAACACF-CE0A-5DA8-F5F3-FBC1F19738ED}"/>
          </ac:grpSpMkLst>
        </pc:grpChg>
        <pc:grpChg chg="add mod">
          <ac:chgData name="Kotzamanis, Vasileios" userId="fe7614ca-af55-4fb2-94e7-922382d03749" providerId="ADAL" clId="{2D90F474-F3FD-4330-8B12-A735BCF670E2}" dt="2026-08-24T20:11:39.186" v="15" actId="164"/>
          <ac:grpSpMkLst>
            <pc:docMk/>
            <pc:sldMk cId="1122294919" sldId="259"/>
            <ac:grpSpMk id="60" creationId="{AD737875-4BB9-0AEC-4D6D-4AC3CDBE8209}"/>
          </ac:grpSpMkLst>
        </pc:grpChg>
        <pc:picChg chg="mod">
          <ac:chgData name="Kotzamanis, Vasileios" userId="fe7614ca-af55-4fb2-94e7-922382d03749" providerId="ADAL" clId="{2D90F474-F3FD-4330-8B12-A735BCF670E2}" dt="2026-08-24T20:10:44.445" v="9" actId="164"/>
          <ac:picMkLst>
            <pc:docMk/>
            <pc:sldMk cId="1122294919" sldId="259"/>
            <ac:picMk id="51" creationId="{7E4CAC38-F80D-596E-140D-DBCA18E74205}"/>
          </ac:picMkLst>
        </pc:picChg>
        <pc:picChg chg="mod">
          <ac:chgData name="Kotzamanis, Vasileios" userId="fe7614ca-af55-4fb2-94e7-922382d03749" providerId="ADAL" clId="{2D90F474-F3FD-4330-8B12-A735BCF670E2}" dt="2026-08-24T20:11:22.003" v="13" actId="164"/>
          <ac:picMkLst>
            <pc:docMk/>
            <pc:sldMk cId="1122294919" sldId="259"/>
            <ac:picMk id="53" creationId="{703DD3F1-49A7-814B-30B9-5DAD99E35AB7}"/>
          </ac:picMkLst>
        </pc:picChg>
        <pc:picChg chg="mod">
          <ac:chgData name="Kotzamanis, Vasileios" userId="fe7614ca-af55-4fb2-94e7-922382d03749" providerId="ADAL" clId="{2D90F474-F3FD-4330-8B12-A735BCF670E2}" dt="2026-08-24T20:11:39.186" v="15" actId="164"/>
          <ac:picMkLst>
            <pc:docMk/>
            <pc:sldMk cId="1122294919" sldId="259"/>
            <ac:picMk id="55" creationId="{C0430341-F4B6-F39D-0907-A4CCEA096550}"/>
          </ac:picMkLst>
        </pc:picChg>
        <pc:picChg chg="mod topLvl">
          <ac:chgData name="Kotzamanis, Vasileios" userId="fe7614ca-af55-4fb2-94e7-922382d03749" providerId="ADAL" clId="{2D90F474-F3FD-4330-8B12-A735BCF670E2}" dt="2026-08-26T22:08:05.032" v="2195" actId="165"/>
          <ac:picMkLst>
            <pc:docMk/>
            <pc:sldMk cId="1122294919" sldId="259"/>
            <ac:picMk id="57" creationId="{B429C09C-4C73-8979-1F67-FD4412B301C2}"/>
          </ac:picMkLst>
        </pc:picChg>
        <pc:picChg chg="mod">
          <ac:chgData name="Kotzamanis, Vasileios" userId="fe7614ca-af55-4fb2-94e7-922382d03749" providerId="ADAL" clId="{2D90F474-F3FD-4330-8B12-A735BCF670E2}" dt="2026-08-27T00:11:04.818" v="2333"/>
          <ac:picMkLst>
            <pc:docMk/>
            <pc:sldMk cId="1122294919" sldId="259"/>
            <ac:picMk id="68" creationId="{EE2210F3-4D51-8654-776C-2E7186AF9C56}"/>
          </ac:picMkLst>
        </pc:picChg>
      </pc:sldChg>
      <pc:sldChg chg="addSp modSp add addAnim delAnim modAnim">
        <pc:chgData name="Kotzamanis, Vasileios" userId="fe7614ca-af55-4fb2-94e7-922382d03749" providerId="ADAL" clId="{2D90F474-F3FD-4330-8B12-A735BCF670E2}" dt="2026-09-07T12:24:00.651" v="2972"/>
        <pc:sldMkLst>
          <pc:docMk/>
          <pc:sldMk cId="2742901920" sldId="260"/>
        </pc:sldMkLst>
        <pc:spChg chg="add mod">
          <ac:chgData name="Kotzamanis, Vasileios" userId="fe7614ca-af55-4fb2-94e7-922382d03749" providerId="ADAL" clId="{2D90F474-F3FD-4330-8B12-A735BCF670E2}" dt="2026-08-24T22:25:30.530" v="34"/>
          <ac:spMkLst>
            <pc:docMk/>
            <pc:sldMk cId="2742901920" sldId="260"/>
            <ac:spMk id="16" creationId="{65FA3FA4-E006-1741-03B7-44DF7E9E9D2B}"/>
          </ac:spMkLst>
        </pc:spChg>
        <pc:spChg chg="add mod">
          <ac:chgData name="Kotzamanis, Vasileios" userId="fe7614ca-af55-4fb2-94e7-922382d03749" providerId="ADAL" clId="{2D90F474-F3FD-4330-8B12-A735BCF670E2}" dt="2026-08-24T22:28:38.780" v="59" actId="207"/>
          <ac:spMkLst>
            <pc:docMk/>
            <pc:sldMk cId="2742901920" sldId="260"/>
            <ac:spMk id="19" creationId="{0C66ACF2-0FC4-1EDC-AD87-58A46DD80F14}"/>
          </ac:spMkLst>
        </pc:spChg>
        <pc:spChg chg="add mod">
          <ac:chgData name="Kotzamanis, Vasileios" userId="fe7614ca-af55-4fb2-94e7-922382d03749" providerId="ADAL" clId="{2D90F474-F3FD-4330-8B12-A735BCF670E2}" dt="2026-08-24T22:40:36.313" v="66" actId="404"/>
          <ac:spMkLst>
            <pc:docMk/>
            <pc:sldMk cId="2742901920" sldId="260"/>
            <ac:spMk id="21" creationId="{7190E4D5-F95B-A445-9486-A3367F10841C}"/>
          </ac:spMkLst>
        </pc:spChg>
        <pc:spChg chg="mod">
          <ac:chgData name="Kotzamanis, Vasileios" userId="fe7614ca-af55-4fb2-94e7-922382d03749" providerId="ADAL" clId="{2D90F474-F3FD-4330-8B12-A735BCF670E2}" dt="2026-08-28T00:48:06.312" v="2949"/>
          <ac:spMkLst>
            <pc:docMk/>
            <pc:sldMk cId="2742901920" sldId="260"/>
            <ac:spMk id="75" creationId="{EE54EE79-BBBE-1F39-D431-B1874DA7E75D}"/>
          </ac:spMkLst>
        </pc:spChg>
        <pc:picChg chg="mod">
          <ac:chgData name="Kotzamanis, Vasileios" userId="fe7614ca-af55-4fb2-94e7-922382d03749" providerId="ADAL" clId="{2D90F474-F3FD-4330-8B12-A735BCF670E2}" dt="2026-09-07T12:21:47.484" v="2963" actId="14826"/>
          <ac:picMkLst>
            <pc:docMk/>
            <pc:sldMk cId="2742901920" sldId="260"/>
            <ac:picMk id="10" creationId="{89F443E2-EDAE-F4CB-F0D3-59A367A7A178}"/>
          </ac:picMkLst>
        </pc:picChg>
        <pc:picChg chg="mod">
          <ac:chgData name="Kotzamanis, Vasileios" userId="fe7614ca-af55-4fb2-94e7-922382d03749" providerId="ADAL" clId="{2D90F474-F3FD-4330-8B12-A735BCF670E2}" dt="2026-09-07T12:21:58.547" v="2964" actId="14826"/>
          <ac:picMkLst>
            <pc:docMk/>
            <pc:sldMk cId="2742901920" sldId="260"/>
            <ac:picMk id="14" creationId="{E91A782D-F1F8-FC47-6653-96C59054C3FB}"/>
          </ac:picMkLst>
        </pc:picChg>
      </pc:sldChg>
      <pc:sldChg chg="addSp modSp add modAnim">
        <pc:chgData name="Kotzamanis, Vasileios" userId="fe7614ca-af55-4fb2-94e7-922382d03749" providerId="ADAL" clId="{2D90F474-F3FD-4330-8B12-A735BCF670E2}" dt="2026-08-28T00:48:09.332" v="2950"/>
        <pc:sldMkLst>
          <pc:docMk/>
          <pc:sldMk cId="3953633219" sldId="261"/>
        </pc:sldMkLst>
        <pc:spChg chg="add mod">
          <ac:chgData name="Kotzamanis, Vasileios" userId="fe7614ca-af55-4fb2-94e7-922382d03749" providerId="ADAL" clId="{2D90F474-F3FD-4330-8B12-A735BCF670E2}" dt="2026-08-24T22:50:54.544" v="70"/>
          <ac:spMkLst>
            <pc:docMk/>
            <pc:sldMk cId="3953633219" sldId="261"/>
            <ac:spMk id="3" creationId="{DC5003B8-C960-4392-EEA5-CF923674F875}"/>
          </ac:spMkLst>
        </pc:spChg>
        <pc:spChg chg="add mod">
          <ac:chgData name="Kotzamanis, Vasileios" userId="fe7614ca-af55-4fb2-94e7-922382d03749" providerId="ADAL" clId="{2D90F474-F3FD-4330-8B12-A735BCF670E2}" dt="2026-08-24T22:54:32.972" v="76"/>
          <ac:spMkLst>
            <pc:docMk/>
            <pc:sldMk cId="3953633219" sldId="261"/>
            <ac:spMk id="8" creationId="{08861C67-8EFC-DB12-3E98-3286B7BD8104}"/>
          </ac:spMkLst>
        </pc:spChg>
        <pc:spChg chg="mod">
          <ac:chgData name="Kotzamanis, Vasileios" userId="fe7614ca-af55-4fb2-94e7-922382d03749" providerId="ADAL" clId="{2D90F474-F3FD-4330-8B12-A735BCF670E2}" dt="2026-08-25T00:59:20.408" v="450" actId="207"/>
          <ac:spMkLst>
            <pc:docMk/>
            <pc:sldMk cId="3953633219" sldId="261"/>
            <ac:spMk id="32" creationId="{6999CE1E-8C6A-0C92-545A-26C0A36C91A2}"/>
          </ac:spMkLst>
        </pc:spChg>
        <pc:spChg chg="mod">
          <ac:chgData name="Kotzamanis, Vasileios" userId="fe7614ca-af55-4fb2-94e7-922382d03749" providerId="ADAL" clId="{2D90F474-F3FD-4330-8B12-A735BCF670E2}" dt="2026-08-25T00:59:02.699" v="447" actId="207"/>
          <ac:spMkLst>
            <pc:docMk/>
            <pc:sldMk cId="3953633219" sldId="261"/>
            <ac:spMk id="48" creationId="{F386B085-ADB2-AA4B-4789-F313B354BC23}"/>
          </ac:spMkLst>
        </pc:spChg>
        <pc:spChg chg="mod">
          <ac:chgData name="Kotzamanis, Vasileios" userId="fe7614ca-af55-4fb2-94e7-922382d03749" providerId="ADAL" clId="{2D90F474-F3FD-4330-8B12-A735BCF670E2}" dt="2026-08-25T00:59:05.540" v="448" actId="207"/>
          <ac:spMkLst>
            <pc:docMk/>
            <pc:sldMk cId="3953633219" sldId="261"/>
            <ac:spMk id="50" creationId="{BB485225-8151-1A31-04D0-2EEE0CDC73BF}"/>
          </ac:spMkLst>
        </pc:spChg>
        <pc:spChg chg="mod">
          <ac:chgData name="Kotzamanis, Vasileios" userId="fe7614ca-af55-4fb2-94e7-922382d03749" providerId="ADAL" clId="{2D90F474-F3FD-4330-8B12-A735BCF670E2}" dt="2026-08-25T00:59:07.451" v="449" actId="207"/>
          <ac:spMkLst>
            <pc:docMk/>
            <pc:sldMk cId="3953633219" sldId="261"/>
            <ac:spMk id="54" creationId="{DDFFB10D-753B-B09D-1ECE-6EE5276B6E33}"/>
          </ac:spMkLst>
        </pc:spChg>
        <pc:spChg chg="mod">
          <ac:chgData name="Kotzamanis, Vasileios" userId="fe7614ca-af55-4fb2-94e7-922382d03749" providerId="ADAL" clId="{2D90F474-F3FD-4330-8B12-A735BCF670E2}" dt="2026-08-28T00:48:09.332" v="2950"/>
          <ac:spMkLst>
            <pc:docMk/>
            <pc:sldMk cId="3953633219" sldId="261"/>
            <ac:spMk id="98" creationId="{A16B7704-B9C9-F532-27FA-6EC3903D9934}"/>
          </ac:spMkLst>
        </pc:spChg>
        <pc:picChg chg="add">
          <ac:chgData name="Kotzamanis, Vasileios" userId="fe7614ca-af55-4fb2-94e7-922382d03749" providerId="ADAL" clId="{2D90F474-F3FD-4330-8B12-A735BCF670E2}" dt="2026-08-24T22:59:05.775" v="77"/>
          <ac:picMkLst>
            <pc:docMk/>
            <pc:sldMk cId="3953633219" sldId="261"/>
            <ac:picMk id="12" creationId="{7E010CF6-324E-C838-38FA-7CB6D62F28AC}"/>
          </ac:picMkLst>
        </pc:picChg>
        <pc:picChg chg="add">
          <ac:chgData name="Kotzamanis, Vasileios" userId="fe7614ca-af55-4fb2-94e7-922382d03749" providerId="ADAL" clId="{2D90F474-F3FD-4330-8B12-A735BCF670E2}" dt="2026-08-24T22:59:05.775" v="77"/>
          <ac:picMkLst>
            <pc:docMk/>
            <pc:sldMk cId="3953633219" sldId="261"/>
            <ac:picMk id="16" creationId="{2907F797-F2AF-50FB-9FF0-0487157D591D}"/>
          </ac:picMkLst>
        </pc:picChg>
        <pc:picChg chg="add">
          <ac:chgData name="Kotzamanis, Vasileios" userId="fe7614ca-af55-4fb2-94e7-922382d03749" providerId="ADAL" clId="{2D90F474-F3FD-4330-8B12-A735BCF670E2}" dt="2026-08-24T22:59:05.775" v="77"/>
          <ac:picMkLst>
            <pc:docMk/>
            <pc:sldMk cId="3953633219" sldId="261"/>
            <ac:picMk id="21" creationId="{6A176EB3-3BF4-EE50-4312-7858B781A94D}"/>
          </ac:picMkLst>
        </pc:picChg>
      </pc:sldChg>
      <pc:sldChg chg="modSp add modAnim">
        <pc:chgData name="Kotzamanis, Vasileios" userId="fe7614ca-af55-4fb2-94e7-922382d03749" providerId="ADAL" clId="{2D90F474-F3FD-4330-8B12-A735BCF670E2}" dt="2026-08-28T00:48:13.954" v="2952"/>
        <pc:sldMkLst>
          <pc:docMk/>
          <pc:sldMk cId="10229806" sldId="262"/>
        </pc:sldMkLst>
        <pc:spChg chg="mod">
          <ac:chgData name="Kotzamanis, Vasileios" userId="fe7614ca-af55-4fb2-94e7-922382d03749" providerId="ADAL" clId="{2D90F474-F3FD-4330-8B12-A735BCF670E2}" dt="2026-08-24T23:27:30.075" v="110"/>
          <ac:spMkLst>
            <pc:docMk/>
            <pc:sldMk cId="10229806" sldId="262"/>
            <ac:spMk id="6" creationId="{25092B73-0928-C287-6B46-B51D33C258D2}"/>
          </ac:spMkLst>
        </pc:spChg>
        <pc:spChg chg="mod">
          <ac:chgData name="Kotzamanis, Vasileios" userId="fe7614ca-af55-4fb2-94e7-922382d03749" providerId="ADAL" clId="{2D90F474-F3FD-4330-8B12-A735BCF670E2}" dt="2026-08-25T03:54:28.658" v="1622" actId="20577"/>
          <ac:spMkLst>
            <pc:docMk/>
            <pc:sldMk cId="10229806" sldId="262"/>
            <ac:spMk id="22" creationId="{FE8D846F-4AC6-03E9-249B-D87901398547}"/>
          </ac:spMkLst>
        </pc:spChg>
        <pc:spChg chg="mod">
          <ac:chgData name="Kotzamanis, Vasileios" userId="fe7614ca-af55-4fb2-94e7-922382d03749" providerId="ADAL" clId="{2D90F474-F3FD-4330-8B12-A735BCF670E2}" dt="2026-08-27T00:30:27.038" v="2343" actId="20577"/>
          <ac:spMkLst>
            <pc:docMk/>
            <pc:sldMk cId="10229806" sldId="262"/>
            <ac:spMk id="24" creationId="{319BFF41-1572-EC23-5359-1E7B582B2419}"/>
          </ac:spMkLst>
        </pc:spChg>
        <pc:spChg chg="mod">
          <ac:chgData name="Kotzamanis, Vasileios" userId="fe7614ca-af55-4fb2-94e7-922382d03749" providerId="ADAL" clId="{2D90F474-F3FD-4330-8B12-A735BCF670E2}" dt="2026-08-28T00:48:13.954" v="2952"/>
          <ac:spMkLst>
            <pc:docMk/>
            <pc:sldMk cId="10229806" sldId="262"/>
            <ac:spMk id="65" creationId="{049AEAE4-F6D6-7235-B904-400AD06AD035}"/>
          </ac:spMkLst>
        </pc:spChg>
      </pc:sldChg>
      <pc:sldChg chg="addSp delSp modSp add mod ord modAnim">
        <pc:chgData name="Kotzamanis, Vasileios" userId="fe7614ca-af55-4fb2-94e7-922382d03749" providerId="ADAL" clId="{2D90F474-F3FD-4330-8B12-A735BCF670E2}" dt="2026-09-07T12:41:48.823" v="3015" actId="20577"/>
        <pc:sldMkLst>
          <pc:docMk/>
          <pc:sldMk cId="918581645" sldId="263"/>
        </pc:sldMkLst>
        <pc:spChg chg="mod">
          <ac:chgData name="Kotzamanis, Vasileios" userId="fe7614ca-af55-4fb2-94e7-922382d03749" providerId="ADAL" clId="{2D90F474-F3FD-4330-8B12-A735BCF670E2}" dt="2026-08-25T03:52:10.369" v="1588" actId="20577"/>
          <ac:spMkLst>
            <pc:docMk/>
            <pc:sldMk cId="918581645" sldId="263"/>
            <ac:spMk id="3" creationId="{9CBA21FF-2D96-433E-7053-E6E61A246849}"/>
          </ac:spMkLst>
        </pc:spChg>
        <pc:spChg chg="add mod topLvl">
          <ac:chgData name="Kotzamanis, Vasileios" userId="fe7614ca-af55-4fb2-94e7-922382d03749" providerId="ADAL" clId="{2D90F474-F3FD-4330-8B12-A735BCF670E2}" dt="2026-08-25T00:31:38.167" v="390" actId="165"/>
          <ac:spMkLst>
            <pc:docMk/>
            <pc:sldMk cId="918581645" sldId="263"/>
            <ac:spMk id="8" creationId="{F05B5F0D-716B-489C-D374-3B8B8D11E717}"/>
          </ac:spMkLst>
        </pc:spChg>
        <pc:spChg chg="add mod topLvl">
          <ac:chgData name="Kotzamanis, Vasileios" userId="fe7614ca-af55-4fb2-94e7-922382d03749" providerId="ADAL" clId="{2D90F474-F3FD-4330-8B12-A735BCF670E2}" dt="2026-08-25T00:31:38.167" v="390" actId="165"/>
          <ac:spMkLst>
            <pc:docMk/>
            <pc:sldMk cId="918581645" sldId="263"/>
            <ac:spMk id="16" creationId="{7F391018-F8F9-3BFF-7043-2845CC495F50}"/>
          </ac:spMkLst>
        </pc:spChg>
        <pc:spChg chg="add mod topLvl">
          <ac:chgData name="Kotzamanis, Vasileios" userId="fe7614ca-af55-4fb2-94e7-922382d03749" providerId="ADAL" clId="{2D90F474-F3FD-4330-8B12-A735BCF670E2}" dt="2026-08-25T00:31:38.167" v="390" actId="165"/>
          <ac:spMkLst>
            <pc:docMk/>
            <pc:sldMk cId="918581645" sldId="263"/>
            <ac:spMk id="27" creationId="{1984C629-961C-008E-7340-0AF5BA09AA88}"/>
          </ac:spMkLst>
        </pc:spChg>
        <pc:spChg chg="add mod topLvl">
          <ac:chgData name="Kotzamanis, Vasileios" userId="fe7614ca-af55-4fb2-94e7-922382d03749" providerId="ADAL" clId="{2D90F474-F3FD-4330-8B12-A735BCF670E2}" dt="2026-08-25T00:31:38.167" v="390" actId="165"/>
          <ac:spMkLst>
            <pc:docMk/>
            <pc:sldMk cId="918581645" sldId="263"/>
            <ac:spMk id="53" creationId="{180921DD-EA00-A2E2-EFDC-17331721182D}"/>
          </ac:spMkLst>
        </pc:spChg>
        <pc:spChg chg="add mod topLvl">
          <ac:chgData name="Kotzamanis, Vasileios" userId="fe7614ca-af55-4fb2-94e7-922382d03749" providerId="ADAL" clId="{2D90F474-F3FD-4330-8B12-A735BCF670E2}" dt="2026-08-25T00:31:38.167" v="390" actId="165"/>
          <ac:spMkLst>
            <pc:docMk/>
            <pc:sldMk cId="918581645" sldId="263"/>
            <ac:spMk id="76" creationId="{64A7D586-E9F3-6971-94CE-164484B2C2CE}"/>
          </ac:spMkLst>
        </pc:spChg>
        <pc:spChg chg="add mod topLvl">
          <ac:chgData name="Kotzamanis, Vasileios" userId="fe7614ca-af55-4fb2-94e7-922382d03749" providerId="ADAL" clId="{2D90F474-F3FD-4330-8B12-A735BCF670E2}" dt="2026-09-07T12:41:48.823" v="3015" actId="20577"/>
          <ac:spMkLst>
            <pc:docMk/>
            <pc:sldMk cId="918581645" sldId="263"/>
            <ac:spMk id="90" creationId="{18C0EBCE-7CC2-85D7-F47E-E9EBE91D412F}"/>
          </ac:spMkLst>
        </pc:spChg>
        <pc:spChg chg="mod topLvl">
          <ac:chgData name="Kotzamanis, Vasileios" userId="fe7614ca-af55-4fb2-94e7-922382d03749" providerId="ADAL" clId="{2D90F474-F3FD-4330-8B12-A735BCF670E2}" dt="2026-08-25T00:31:38.167" v="390" actId="165"/>
          <ac:spMkLst>
            <pc:docMk/>
            <pc:sldMk cId="918581645" sldId="263"/>
            <ac:spMk id="99" creationId="{3FEEF053-221F-1B5E-5C4F-D69F794036B0}"/>
          </ac:spMkLst>
        </pc:spChg>
        <pc:spChg chg="mod">
          <ac:chgData name="Kotzamanis, Vasileios" userId="fe7614ca-af55-4fb2-94e7-922382d03749" providerId="ADAL" clId="{2D90F474-F3FD-4330-8B12-A735BCF670E2}" dt="2026-08-25T00:31:46.908" v="392"/>
          <ac:spMkLst>
            <pc:docMk/>
            <pc:sldMk cId="918581645" sldId="263"/>
            <ac:spMk id="102" creationId="{4DC0F757-4F12-6A75-F7F4-54F46A0D020D}"/>
          </ac:spMkLst>
        </pc:spChg>
        <pc:spChg chg="mod">
          <ac:chgData name="Kotzamanis, Vasileios" userId="fe7614ca-af55-4fb2-94e7-922382d03749" providerId="ADAL" clId="{2D90F474-F3FD-4330-8B12-A735BCF670E2}" dt="2026-08-28T00:48:16.722" v="2953"/>
          <ac:spMkLst>
            <pc:docMk/>
            <pc:sldMk cId="918581645" sldId="263"/>
            <ac:spMk id="187" creationId="{22AC72CF-947B-1E3B-D0EC-79965D583364}"/>
          </ac:spMkLst>
        </pc:spChg>
        <pc:cxnChg chg="add mod">
          <ac:chgData name="Kotzamanis, Vasileios" userId="fe7614ca-af55-4fb2-94e7-922382d03749" providerId="ADAL" clId="{2D90F474-F3FD-4330-8B12-A735BCF670E2}" dt="2026-08-25T00:15:29.646" v="180"/>
          <ac:cxnSpMkLst>
            <pc:docMk/>
            <pc:sldMk cId="918581645" sldId="263"/>
            <ac:cxnSpMk id="23" creationId="{D04D4F5E-9EF4-7025-42DF-73A3F45A5530}"/>
          </ac:cxnSpMkLst>
        </pc:cxnChg>
        <pc:cxnChg chg="add mod">
          <ac:chgData name="Kotzamanis, Vasileios" userId="fe7614ca-af55-4fb2-94e7-922382d03749" providerId="ADAL" clId="{2D90F474-F3FD-4330-8B12-A735BCF670E2}" dt="2026-08-25T00:21:36.835" v="246"/>
          <ac:cxnSpMkLst>
            <pc:docMk/>
            <pc:sldMk cId="918581645" sldId="263"/>
            <ac:cxnSpMk id="67" creationId="{36FD0D17-730F-5015-FB43-FAB09A75B7E4}"/>
          </ac:cxnSpMkLst>
        </pc:cxnChg>
        <pc:cxnChg chg="add mod topLvl">
          <ac:chgData name="Kotzamanis, Vasileios" userId="fe7614ca-af55-4fb2-94e7-922382d03749" providerId="ADAL" clId="{2D90F474-F3FD-4330-8B12-A735BCF670E2}" dt="2026-08-25T00:31:38.167" v="390" actId="165"/>
          <ac:cxnSpMkLst>
            <pc:docMk/>
            <pc:sldMk cId="918581645" sldId="263"/>
            <ac:cxnSpMk id="81" creationId="{FF853B90-414E-1F22-1576-D39925A44AAC}"/>
          </ac:cxnSpMkLst>
        </pc:cxnChg>
        <pc:cxnChg chg="add mod">
          <ac:chgData name="Kotzamanis, Vasileios" userId="fe7614ca-af55-4fb2-94e7-922382d03749" providerId="ADAL" clId="{2D90F474-F3FD-4330-8B12-A735BCF670E2}" dt="2026-09-07T12:41:37.026" v="2984" actId="14100"/>
          <ac:cxnSpMkLst>
            <pc:docMk/>
            <pc:sldMk cId="918581645" sldId="263"/>
            <ac:cxnSpMk id="87" creationId="{0D69C087-5594-EA26-0170-CA2319455F36}"/>
          </ac:cxnSpMkLst>
        </pc:cxnChg>
      </pc:sldChg>
      <pc:sldChg chg="addSp delSp modSp add ord modAnim">
        <pc:chgData name="Kotzamanis, Vasileios" userId="fe7614ca-af55-4fb2-94e7-922382d03749" providerId="ADAL" clId="{2D90F474-F3FD-4330-8B12-A735BCF670E2}" dt="2026-08-28T00:48:25.890" v="2957"/>
        <pc:sldMkLst>
          <pc:docMk/>
          <pc:sldMk cId="1582955098" sldId="264"/>
        </pc:sldMkLst>
        <pc:spChg chg="mod topLvl">
          <ac:chgData name="Kotzamanis, Vasileios" userId="fe7614ca-af55-4fb2-94e7-922382d03749" providerId="ADAL" clId="{2D90F474-F3FD-4330-8B12-A735BCF670E2}" dt="2026-08-27T06:25:46.141" v="2409" actId="165"/>
          <ac:spMkLst>
            <pc:docMk/>
            <pc:sldMk cId="1582955098" sldId="264"/>
            <ac:spMk id="78" creationId="{D257C199-4095-167F-3D60-9E4CF15778F8}"/>
          </ac:spMkLst>
        </pc:spChg>
        <pc:spChg chg="mod topLvl">
          <ac:chgData name="Kotzamanis, Vasileios" userId="fe7614ca-af55-4fb2-94e7-922382d03749" providerId="ADAL" clId="{2D90F474-F3FD-4330-8B12-A735BCF670E2}" dt="2026-08-27T06:25:46.141" v="2409" actId="165"/>
          <ac:spMkLst>
            <pc:docMk/>
            <pc:sldMk cId="1582955098" sldId="264"/>
            <ac:spMk id="86" creationId="{49EB22A8-36D0-2E01-FDFC-DDA44EF1D7B6}"/>
          </ac:spMkLst>
        </pc:spChg>
        <pc:spChg chg="mod topLvl">
          <ac:chgData name="Kotzamanis, Vasileios" userId="fe7614ca-af55-4fb2-94e7-922382d03749" providerId="ADAL" clId="{2D90F474-F3FD-4330-8B12-A735BCF670E2}" dt="2026-08-27T06:25:46.141" v="2409" actId="165"/>
          <ac:spMkLst>
            <pc:docMk/>
            <pc:sldMk cId="1582955098" sldId="264"/>
            <ac:spMk id="90" creationId="{0909AD9B-23F7-6050-0C63-1465C9120CE8}"/>
          </ac:spMkLst>
        </pc:spChg>
        <pc:spChg chg="mod topLvl">
          <ac:chgData name="Kotzamanis, Vasileios" userId="fe7614ca-af55-4fb2-94e7-922382d03749" providerId="ADAL" clId="{2D90F474-F3FD-4330-8B12-A735BCF670E2}" dt="2026-08-27T06:25:46.141" v="2409" actId="165"/>
          <ac:spMkLst>
            <pc:docMk/>
            <pc:sldMk cId="1582955098" sldId="264"/>
            <ac:spMk id="94" creationId="{FDF2211C-1BCB-2177-7185-DD2E5668DBC2}"/>
          </ac:spMkLst>
        </pc:spChg>
        <pc:spChg chg="mod topLvl">
          <ac:chgData name="Kotzamanis, Vasileios" userId="fe7614ca-af55-4fb2-94e7-922382d03749" providerId="ADAL" clId="{2D90F474-F3FD-4330-8B12-A735BCF670E2}" dt="2026-08-27T07:49:28.793" v="2424" actId="165"/>
          <ac:spMkLst>
            <pc:docMk/>
            <pc:sldMk cId="1582955098" sldId="264"/>
            <ac:spMk id="110" creationId="{E41CB36C-ED9F-C3EA-DF41-4D3D99901DC2}"/>
          </ac:spMkLst>
        </pc:spChg>
        <pc:spChg chg="mod topLvl">
          <ac:chgData name="Kotzamanis, Vasileios" userId="fe7614ca-af55-4fb2-94e7-922382d03749" providerId="ADAL" clId="{2D90F474-F3FD-4330-8B12-A735BCF670E2}" dt="2026-08-27T07:49:28.793" v="2424" actId="165"/>
          <ac:spMkLst>
            <pc:docMk/>
            <pc:sldMk cId="1582955098" sldId="264"/>
            <ac:spMk id="118" creationId="{F0B0621D-4105-9BC2-CF96-301CA38F8869}"/>
          </ac:spMkLst>
        </pc:spChg>
        <pc:spChg chg="mod topLvl">
          <ac:chgData name="Kotzamanis, Vasileios" userId="fe7614ca-af55-4fb2-94e7-922382d03749" providerId="ADAL" clId="{2D90F474-F3FD-4330-8B12-A735BCF670E2}" dt="2026-08-27T07:49:28.793" v="2424" actId="165"/>
          <ac:spMkLst>
            <pc:docMk/>
            <pc:sldMk cId="1582955098" sldId="264"/>
            <ac:spMk id="120" creationId="{0EA472D3-F1C4-6B95-853C-C45B62CA9C69}"/>
          </ac:spMkLst>
        </pc:spChg>
        <pc:spChg chg="mod topLvl">
          <ac:chgData name="Kotzamanis, Vasileios" userId="fe7614ca-af55-4fb2-94e7-922382d03749" providerId="ADAL" clId="{2D90F474-F3FD-4330-8B12-A735BCF670E2}" dt="2026-08-27T07:49:28.793" v="2424" actId="165"/>
          <ac:spMkLst>
            <pc:docMk/>
            <pc:sldMk cId="1582955098" sldId="264"/>
            <ac:spMk id="146" creationId="{EEDF68F7-45DC-302C-1164-B8CA0F55A1D6}"/>
          </ac:spMkLst>
        </pc:spChg>
        <pc:spChg chg="mod topLvl">
          <ac:chgData name="Kotzamanis, Vasileios" userId="fe7614ca-af55-4fb2-94e7-922382d03749" providerId="ADAL" clId="{2D90F474-F3FD-4330-8B12-A735BCF670E2}" dt="2026-08-27T06:25:46.141" v="2409" actId="165"/>
          <ac:spMkLst>
            <pc:docMk/>
            <pc:sldMk cId="1582955098" sldId="264"/>
            <ac:spMk id="157" creationId="{47DA1FF8-39CD-3790-47AE-50762E677DF4}"/>
          </ac:spMkLst>
        </pc:spChg>
        <pc:spChg chg="mod topLvl">
          <ac:chgData name="Kotzamanis, Vasileios" userId="fe7614ca-af55-4fb2-94e7-922382d03749" providerId="ADAL" clId="{2D90F474-F3FD-4330-8B12-A735BCF670E2}" dt="2026-08-27T06:25:46.141" v="2409" actId="165"/>
          <ac:spMkLst>
            <pc:docMk/>
            <pc:sldMk cId="1582955098" sldId="264"/>
            <ac:spMk id="169" creationId="{E4C7989F-11C6-1FEC-3BC4-005A62D18828}"/>
          </ac:spMkLst>
        </pc:spChg>
        <pc:spChg chg="mod topLvl">
          <ac:chgData name="Kotzamanis, Vasileios" userId="fe7614ca-af55-4fb2-94e7-922382d03749" providerId="ADAL" clId="{2D90F474-F3FD-4330-8B12-A735BCF670E2}" dt="2026-08-27T06:25:46.141" v="2409" actId="165"/>
          <ac:spMkLst>
            <pc:docMk/>
            <pc:sldMk cId="1582955098" sldId="264"/>
            <ac:spMk id="171" creationId="{FAC84E43-8CA6-9C31-64A6-8D804AA9C860}"/>
          </ac:spMkLst>
        </pc:spChg>
        <pc:spChg chg="mod topLvl">
          <ac:chgData name="Kotzamanis, Vasileios" userId="fe7614ca-af55-4fb2-94e7-922382d03749" providerId="ADAL" clId="{2D90F474-F3FD-4330-8B12-A735BCF670E2}" dt="2026-08-27T07:49:28.793" v="2424" actId="165"/>
          <ac:spMkLst>
            <pc:docMk/>
            <pc:sldMk cId="1582955098" sldId="264"/>
            <ac:spMk id="176" creationId="{04FE2C66-3DF8-60CD-EE12-B32F849240CC}"/>
          </ac:spMkLst>
        </pc:spChg>
        <pc:spChg chg="mod topLvl">
          <ac:chgData name="Kotzamanis, Vasileios" userId="fe7614ca-af55-4fb2-94e7-922382d03749" providerId="ADAL" clId="{2D90F474-F3FD-4330-8B12-A735BCF670E2}" dt="2026-08-27T07:49:28.793" v="2424" actId="165"/>
          <ac:spMkLst>
            <pc:docMk/>
            <pc:sldMk cId="1582955098" sldId="264"/>
            <ac:spMk id="178" creationId="{7F8619F0-2CE9-C471-995D-88F9EE8E5F7D}"/>
          </ac:spMkLst>
        </pc:spChg>
        <pc:spChg chg="mod topLvl">
          <ac:chgData name="Kotzamanis, Vasileios" userId="fe7614ca-af55-4fb2-94e7-922382d03749" providerId="ADAL" clId="{2D90F474-F3FD-4330-8B12-A735BCF670E2}" dt="2026-08-27T07:49:28.793" v="2424" actId="165"/>
          <ac:spMkLst>
            <pc:docMk/>
            <pc:sldMk cId="1582955098" sldId="264"/>
            <ac:spMk id="180" creationId="{BCE1B726-8427-D0DD-0FFD-C1CDB193D41C}"/>
          </ac:spMkLst>
        </pc:spChg>
        <pc:spChg chg="mod">
          <ac:chgData name="Kotzamanis, Vasileios" userId="fe7614ca-af55-4fb2-94e7-922382d03749" providerId="ADAL" clId="{2D90F474-F3FD-4330-8B12-A735BCF670E2}" dt="2026-08-28T00:48:25.890" v="2957"/>
          <ac:spMkLst>
            <pc:docMk/>
            <pc:sldMk cId="1582955098" sldId="264"/>
            <ac:spMk id="384" creationId="{172CD78E-AF73-4E16-F5D4-4A8BF7598E21}"/>
          </ac:spMkLst>
        </pc:spChg>
        <pc:picChg chg="mod topLvl">
          <ac:chgData name="Kotzamanis, Vasileios" userId="fe7614ca-af55-4fb2-94e7-922382d03749" providerId="ADAL" clId="{2D90F474-F3FD-4330-8B12-A735BCF670E2}" dt="2026-08-27T06:25:46.141" v="2409" actId="165"/>
          <ac:picMkLst>
            <pc:docMk/>
            <pc:sldMk cId="1582955098" sldId="264"/>
            <ac:picMk id="154" creationId="{3D576C23-7AF9-0DA3-87B4-34015D31212E}"/>
          </ac:picMkLst>
        </pc:picChg>
        <pc:picChg chg="mod topLvl">
          <ac:chgData name="Kotzamanis, Vasileios" userId="fe7614ca-af55-4fb2-94e7-922382d03749" providerId="ADAL" clId="{2D90F474-F3FD-4330-8B12-A735BCF670E2}" dt="2026-08-27T07:49:28.793" v="2424" actId="165"/>
          <ac:picMkLst>
            <pc:docMk/>
            <pc:sldMk cId="1582955098" sldId="264"/>
            <ac:picMk id="174" creationId="{9F927645-8E18-161A-824E-FE75A5E099DA}"/>
          </ac:picMkLst>
        </pc:picChg>
        <pc:picChg chg="mod topLvl">
          <ac:chgData name="Kotzamanis, Vasileios" userId="fe7614ca-af55-4fb2-94e7-922382d03749" providerId="ADAL" clId="{2D90F474-F3FD-4330-8B12-A735BCF670E2}" dt="2026-08-27T07:49:28.793" v="2424" actId="165"/>
          <ac:picMkLst>
            <pc:docMk/>
            <pc:sldMk cId="1582955098" sldId="264"/>
            <ac:picMk id="337" creationId="{574528C2-CDFB-FFA4-2FB4-2F9F9127A957}"/>
          </ac:picMkLst>
        </pc:picChg>
        <pc:cxnChg chg="add mod">
          <ac:chgData name="Kotzamanis, Vasileios" userId="fe7614ca-af55-4fb2-94e7-922382d03749" providerId="ADAL" clId="{2D90F474-F3FD-4330-8B12-A735BCF670E2}" dt="2026-08-27T06:33:59.940" v="2411"/>
          <ac:cxnSpMkLst>
            <pc:docMk/>
            <pc:sldMk cId="1582955098" sldId="264"/>
            <ac:cxnSpMk id="225" creationId="{094279DD-AB53-75D9-2FEE-078F108A41AC}"/>
          </ac:cxnSpMkLst>
        </pc:cxnChg>
        <pc:cxnChg chg="add mod">
          <ac:chgData name="Kotzamanis, Vasileios" userId="fe7614ca-af55-4fb2-94e7-922382d03749" providerId="ADAL" clId="{2D90F474-F3FD-4330-8B12-A735BCF670E2}" dt="2026-08-27T06:41:00.857" v="2412"/>
          <ac:cxnSpMkLst>
            <pc:docMk/>
            <pc:sldMk cId="1582955098" sldId="264"/>
            <ac:cxnSpMk id="238" creationId="{14E461A1-9EBC-0E75-D3C5-FFFE516F3465}"/>
          </ac:cxnSpMkLst>
        </pc:cxnChg>
        <pc:cxnChg chg="add mod">
          <ac:chgData name="Kotzamanis, Vasileios" userId="fe7614ca-af55-4fb2-94e7-922382d03749" providerId="ADAL" clId="{2D90F474-F3FD-4330-8B12-A735BCF670E2}" dt="2026-08-27T06:43:48.725" v="2413"/>
          <ac:cxnSpMkLst>
            <pc:docMk/>
            <pc:sldMk cId="1582955098" sldId="264"/>
            <ac:cxnSpMk id="245" creationId="{61BA9D9E-94B8-F5EA-827C-43408BB8D31A}"/>
          </ac:cxnSpMkLst>
        </pc:cxnChg>
        <pc:cxnChg chg="add mod">
          <ac:chgData name="Kotzamanis, Vasileios" userId="fe7614ca-af55-4fb2-94e7-922382d03749" providerId="ADAL" clId="{2D90F474-F3FD-4330-8B12-A735BCF670E2}" dt="2026-08-27T06:49:02.054" v="2414"/>
          <ac:cxnSpMkLst>
            <pc:docMk/>
            <pc:sldMk cId="1582955098" sldId="264"/>
            <ac:cxnSpMk id="261" creationId="{EA4D1840-EE86-BD49-07CA-193C73B4FFE9}"/>
          </ac:cxnSpMkLst>
        </pc:cxnChg>
        <pc:cxnChg chg="add mod">
          <ac:chgData name="Kotzamanis, Vasileios" userId="fe7614ca-af55-4fb2-94e7-922382d03749" providerId="ADAL" clId="{2D90F474-F3FD-4330-8B12-A735BCF670E2}" dt="2026-08-27T06:56:11.317" v="2415"/>
          <ac:cxnSpMkLst>
            <pc:docMk/>
            <pc:sldMk cId="1582955098" sldId="264"/>
            <ac:cxnSpMk id="277" creationId="{51E3BFA2-F9EA-2DFA-F1C5-956FB17D7B77}"/>
          </ac:cxnSpMkLst>
        </pc:cxnChg>
        <pc:cxnChg chg="add mod">
          <ac:chgData name="Kotzamanis, Vasileios" userId="fe7614ca-af55-4fb2-94e7-922382d03749" providerId="ADAL" clId="{2D90F474-F3FD-4330-8B12-A735BCF670E2}" dt="2026-08-27T07:06:32.197" v="2416"/>
          <ac:cxnSpMkLst>
            <pc:docMk/>
            <pc:sldMk cId="1582955098" sldId="264"/>
            <ac:cxnSpMk id="339" creationId="{108EC9B1-70DD-29C8-619D-D025A9A2FD54}"/>
          </ac:cxnSpMkLst>
        </pc:cxnChg>
      </pc:sldChg>
      <pc:sldChg chg="addSp delSp modSp add mod ord modAnim">
        <pc:chgData name="Kotzamanis, Vasileios" userId="fe7614ca-af55-4fb2-94e7-922382d03749" providerId="ADAL" clId="{2D90F474-F3FD-4330-8B12-A735BCF670E2}" dt="2026-09-07T17:47:12.233" v="6681" actId="113"/>
        <pc:sldMkLst>
          <pc:docMk/>
          <pc:sldMk cId="2932840179" sldId="265"/>
        </pc:sldMkLst>
        <pc:spChg chg="mod">
          <ac:chgData name="Kotzamanis, Vasileios" userId="fe7614ca-af55-4fb2-94e7-922382d03749" providerId="ADAL" clId="{2D90F474-F3FD-4330-8B12-A735BCF670E2}" dt="2026-09-07T17:47:12.233" v="6681" actId="113"/>
          <ac:spMkLst>
            <pc:docMk/>
            <pc:sldMk cId="2932840179" sldId="265"/>
            <ac:spMk id="3" creationId="{64D62F21-D95D-EF11-5E3A-915C56684228}"/>
          </ac:spMkLst>
        </pc:spChg>
        <pc:spChg chg="mod">
          <ac:chgData name="Kotzamanis, Vasileios" userId="fe7614ca-af55-4fb2-94e7-922382d03749" providerId="ADAL" clId="{2D90F474-F3FD-4330-8B12-A735BCF670E2}" dt="2026-09-07T17:43:32.334" v="6610" actId="20577"/>
          <ac:spMkLst>
            <pc:docMk/>
            <pc:sldMk cId="2932840179" sldId="265"/>
            <ac:spMk id="6" creationId="{1570AE20-876C-978B-081C-4834F3EEA8DD}"/>
          </ac:spMkLst>
        </pc:spChg>
        <pc:spChg chg="add mod">
          <ac:chgData name="Kotzamanis, Vasileios" userId="fe7614ca-af55-4fb2-94e7-922382d03749" providerId="ADAL" clId="{2D90F474-F3FD-4330-8B12-A735BCF670E2}" dt="2026-08-26T21:58:00.316" v="2191" actId="403"/>
          <ac:spMkLst>
            <pc:docMk/>
            <pc:sldMk cId="2932840179" sldId="265"/>
            <ac:spMk id="18" creationId="{24FC3F55-FF63-1F09-0303-D471B097B093}"/>
          </ac:spMkLst>
        </pc:spChg>
        <pc:spChg chg="mod">
          <ac:chgData name="Kotzamanis, Vasileios" userId="fe7614ca-af55-4fb2-94e7-922382d03749" providerId="ADAL" clId="{2D90F474-F3FD-4330-8B12-A735BCF670E2}" dt="2026-08-26T22:32:18.125" v="2207"/>
          <ac:spMkLst>
            <pc:docMk/>
            <pc:sldMk cId="2932840179" sldId="265"/>
            <ac:spMk id="23" creationId="{C65468F0-3DEE-31E3-31D0-F55771165697}"/>
          </ac:spMkLst>
        </pc:spChg>
        <pc:spChg chg="mod">
          <ac:chgData name="Kotzamanis, Vasileios" userId="fe7614ca-af55-4fb2-94e7-922382d03749" providerId="ADAL" clId="{2D90F474-F3FD-4330-8B12-A735BCF670E2}" dt="2026-08-26T22:19:51.995" v="2201"/>
          <ac:spMkLst>
            <pc:docMk/>
            <pc:sldMk cId="2932840179" sldId="265"/>
            <ac:spMk id="27" creationId="{797B15B5-AF4C-10E9-3FEC-152CC71AC809}"/>
          </ac:spMkLst>
        </pc:spChg>
        <pc:spChg chg="add mod">
          <ac:chgData name="Kotzamanis, Vasileios" userId="fe7614ca-af55-4fb2-94e7-922382d03749" providerId="ADAL" clId="{2D90F474-F3FD-4330-8B12-A735BCF670E2}" dt="2026-08-26T22:57:55.650" v="2316" actId="113"/>
          <ac:spMkLst>
            <pc:docMk/>
            <pc:sldMk cId="2932840179" sldId="265"/>
            <ac:spMk id="28" creationId="{40B6E071-E7AA-0741-460A-AA0B51003BD3}"/>
          </ac:spMkLst>
        </pc:spChg>
        <pc:spChg chg="mod">
          <ac:chgData name="Kotzamanis, Vasileios" userId="fe7614ca-af55-4fb2-94e7-922382d03749" providerId="ADAL" clId="{2D90F474-F3FD-4330-8B12-A735BCF670E2}" dt="2026-08-26T22:54:48.970" v="2233"/>
          <ac:spMkLst>
            <pc:docMk/>
            <pc:sldMk cId="2932840179" sldId="265"/>
            <ac:spMk id="35" creationId="{476EBFDF-E0A0-6188-458D-F0218C716E76}"/>
          </ac:spMkLst>
        </pc:spChg>
        <pc:spChg chg="mod">
          <ac:chgData name="Kotzamanis, Vasileios" userId="fe7614ca-af55-4fb2-94e7-922382d03749" providerId="ADAL" clId="{2D90F474-F3FD-4330-8B12-A735BCF670E2}" dt="2026-08-28T00:48:18.774" v="2954"/>
          <ac:spMkLst>
            <pc:docMk/>
            <pc:sldMk cId="2932840179" sldId="265"/>
            <ac:spMk id="67" creationId="{F6B9D9B6-79BE-47EF-16E2-D04D5A748484}"/>
          </ac:spMkLst>
        </pc:spChg>
      </pc:sldChg>
      <pc:sldChg chg="addSp delSp modSp add del mod modAnim">
        <pc:chgData name="Kotzamanis, Vasileios" userId="fe7614ca-af55-4fb2-94e7-922382d03749" providerId="ADAL" clId="{2D90F474-F3FD-4330-8B12-A735BCF670E2}" dt="2026-09-07T15:09:15.758" v="6361" actId="20577"/>
        <pc:sldMkLst>
          <pc:docMk/>
          <pc:sldMk cId="2018022648" sldId="266"/>
        </pc:sldMkLst>
        <pc:spChg chg="mod">
          <ac:chgData name="Kotzamanis, Vasileios" userId="fe7614ca-af55-4fb2-94e7-922382d03749" providerId="ADAL" clId="{2D90F474-F3FD-4330-8B12-A735BCF670E2}" dt="2026-09-07T15:09:15.758" v="6361" actId="20577"/>
          <ac:spMkLst>
            <pc:docMk/>
            <pc:sldMk cId="2018022648" sldId="266"/>
            <ac:spMk id="6" creationId="{BAC6A3DC-CEEB-CBA6-1C7C-8E83F9034980}"/>
          </ac:spMkLst>
        </pc:spChg>
        <pc:spChg chg="mod">
          <ac:chgData name="Kotzamanis, Vasileios" userId="fe7614ca-af55-4fb2-94e7-922382d03749" providerId="ADAL" clId="{2D90F474-F3FD-4330-8B12-A735BCF670E2}" dt="2026-08-26T20:14:20.358" v="1857" actId="122"/>
          <ac:spMkLst>
            <pc:docMk/>
            <pc:sldMk cId="2018022648" sldId="266"/>
            <ac:spMk id="30" creationId="{859C0F7D-891E-4AC9-D322-D47A6F5A1E88}"/>
          </ac:spMkLst>
        </pc:spChg>
        <pc:spChg chg="add mod">
          <ac:chgData name="Kotzamanis, Vasileios" userId="fe7614ca-af55-4fb2-94e7-922382d03749" providerId="ADAL" clId="{2D90F474-F3FD-4330-8B12-A735BCF670E2}" dt="2026-08-25T02:56:03.435" v="1416" actId="20577"/>
          <ac:spMkLst>
            <pc:docMk/>
            <pc:sldMk cId="2018022648" sldId="266"/>
            <ac:spMk id="31" creationId="{5D78FC19-F35C-0A8B-4F10-7E715C4133EA}"/>
          </ac:spMkLst>
        </pc:spChg>
        <pc:spChg chg="add mod">
          <ac:chgData name="Kotzamanis, Vasileios" userId="fe7614ca-af55-4fb2-94e7-922382d03749" providerId="ADAL" clId="{2D90F474-F3FD-4330-8B12-A735BCF670E2}" dt="2026-08-26T20:21:15.120" v="1866" actId="404"/>
          <ac:spMkLst>
            <pc:docMk/>
            <pc:sldMk cId="2018022648" sldId="266"/>
            <ac:spMk id="34" creationId="{4F86D767-E4AF-70F3-8CD9-4E03A8B2ABC8}"/>
          </ac:spMkLst>
        </pc:spChg>
        <pc:spChg chg="mod">
          <ac:chgData name="Kotzamanis, Vasileios" userId="fe7614ca-af55-4fb2-94e7-922382d03749" providerId="ADAL" clId="{2D90F474-F3FD-4330-8B12-A735BCF670E2}" dt="2026-08-26T20:21:25.055" v="1867" actId="404"/>
          <ac:spMkLst>
            <pc:docMk/>
            <pc:sldMk cId="2018022648" sldId="266"/>
            <ac:spMk id="54" creationId="{E3E983AF-D246-1EE0-2C0F-5ECFA1BB0D7A}"/>
          </ac:spMkLst>
        </pc:spChg>
        <pc:spChg chg="add mod">
          <ac:chgData name="Kotzamanis, Vasileios" userId="fe7614ca-af55-4fb2-94e7-922382d03749" providerId="ADAL" clId="{2D90F474-F3FD-4330-8B12-A735BCF670E2}" dt="2026-08-26T20:38:13.147" v="2010" actId="114"/>
          <ac:spMkLst>
            <pc:docMk/>
            <pc:sldMk cId="2018022648" sldId="266"/>
            <ac:spMk id="61" creationId="{86688024-A643-9F20-3599-E4AE01376D74}"/>
          </ac:spMkLst>
        </pc:spChg>
        <pc:spChg chg="mod">
          <ac:chgData name="Kotzamanis, Vasileios" userId="fe7614ca-af55-4fb2-94e7-922382d03749" providerId="ADAL" clId="{2D90F474-F3FD-4330-8B12-A735BCF670E2}" dt="2026-08-26T20:42:35.677" v="2027" actId="20577"/>
          <ac:spMkLst>
            <pc:docMk/>
            <pc:sldMk cId="2018022648" sldId="266"/>
            <ac:spMk id="64" creationId="{3F9CB9AC-4DBA-6B95-7924-306FE937118E}"/>
          </ac:spMkLst>
        </pc:spChg>
        <pc:spChg chg="add mod">
          <ac:chgData name="Kotzamanis, Vasileios" userId="fe7614ca-af55-4fb2-94e7-922382d03749" providerId="ADAL" clId="{2D90F474-F3FD-4330-8B12-A735BCF670E2}" dt="2026-08-26T20:43:02.058" v="2029" actId="207"/>
          <ac:spMkLst>
            <pc:docMk/>
            <pc:sldMk cId="2018022648" sldId="266"/>
            <ac:spMk id="68" creationId="{40E3D790-BC01-4339-288E-F3CEA3786F34}"/>
          </ac:spMkLst>
        </pc:spChg>
        <pc:spChg chg="add mod">
          <ac:chgData name="Kotzamanis, Vasileios" userId="fe7614ca-af55-4fb2-94e7-922382d03749" providerId="ADAL" clId="{2D90F474-F3FD-4330-8B12-A735BCF670E2}" dt="2026-08-26T20:45:41.284" v="2065" actId="122"/>
          <ac:spMkLst>
            <pc:docMk/>
            <pc:sldMk cId="2018022648" sldId="266"/>
            <ac:spMk id="70" creationId="{BBF8E314-9705-8C8D-EE4A-9CF0B854E49C}"/>
          </ac:spMkLst>
        </pc:spChg>
        <pc:spChg chg="mod">
          <ac:chgData name="Kotzamanis, Vasileios" userId="fe7614ca-af55-4fb2-94e7-922382d03749" providerId="ADAL" clId="{2D90F474-F3FD-4330-8B12-A735BCF670E2}" dt="2026-08-28T00:48:42.547" v="2961"/>
          <ac:spMkLst>
            <pc:docMk/>
            <pc:sldMk cId="2018022648" sldId="266"/>
            <ac:spMk id="113" creationId="{44F36596-FE9F-4C27-6A17-AE31106A7940}"/>
          </ac:spMkLst>
        </pc:spChg>
      </pc:sldChg>
      <pc:sldChg chg="addSp delSp modSp add ord modAnim">
        <pc:chgData name="Kotzamanis, Vasileios" userId="fe7614ca-af55-4fb2-94e7-922382d03749" providerId="ADAL" clId="{2D90F474-F3FD-4330-8B12-A735BCF670E2}" dt="2026-08-28T00:48:11.219" v="2951"/>
        <pc:sldMkLst>
          <pc:docMk/>
          <pc:sldMk cId="174377184" sldId="267"/>
        </pc:sldMkLst>
        <pc:spChg chg="mod">
          <ac:chgData name="Kotzamanis, Vasileios" userId="fe7614ca-af55-4fb2-94e7-922382d03749" providerId="ADAL" clId="{2D90F474-F3FD-4330-8B12-A735BCF670E2}" dt="2026-08-25T01:07:29.423" v="456" actId="164"/>
          <ac:spMkLst>
            <pc:docMk/>
            <pc:sldMk cId="174377184" sldId="267"/>
            <ac:spMk id="41" creationId="{F15DECD2-15DB-C6D5-068A-2E2309A9BD46}"/>
          </ac:spMkLst>
        </pc:spChg>
        <pc:spChg chg="mod">
          <ac:chgData name="Kotzamanis, Vasileios" userId="fe7614ca-af55-4fb2-94e7-922382d03749" providerId="ADAL" clId="{2D90F474-F3FD-4330-8B12-A735BCF670E2}" dt="2026-08-25T01:12:11.665" v="465"/>
          <ac:spMkLst>
            <pc:docMk/>
            <pc:sldMk cId="174377184" sldId="267"/>
            <ac:spMk id="46" creationId="{0701F491-FD1D-6108-C891-553D5226EFBE}"/>
          </ac:spMkLst>
        </pc:spChg>
        <pc:spChg chg="mod topLvl">
          <ac:chgData name="Kotzamanis, Vasileios" userId="fe7614ca-af55-4fb2-94e7-922382d03749" providerId="ADAL" clId="{2D90F474-F3FD-4330-8B12-A735BCF670E2}" dt="2026-08-25T02:09:52.643" v="1120" actId="404"/>
          <ac:spMkLst>
            <pc:docMk/>
            <pc:sldMk cId="174377184" sldId="267"/>
            <ac:spMk id="48" creationId="{3B0CFC1C-6B9D-0197-D220-CD8E84A5C47C}"/>
          </ac:spMkLst>
        </pc:spChg>
        <pc:spChg chg="mod">
          <ac:chgData name="Kotzamanis, Vasileios" userId="fe7614ca-af55-4fb2-94e7-922382d03749" providerId="ADAL" clId="{2D90F474-F3FD-4330-8B12-A735BCF670E2}" dt="2026-08-25T02:20:16.131" v="1262" actId="20577"/>
          <ac:spMkLst>
            <pc:docMk/>
            <pc:sldMk cId="174377184" sldId="267"/>
            <ac:spMk id="51" creationId="{F7E44775-55D1-FC1E-5E21-13D19824DA8B}"/>
          </ac:spMkLst>
        </pc:spChg>
        <pc:spChg chg="mod">
          <ac:chgData name="Kotzamanis, Vasileios" userId="fe7614ca-af55-4fb2-94e7-922382d03749" providerId="ADAL" clId="{2D90F474-F3FD-4330-8B12-A735BCF670E2}" dt="2026-08-25T02:09:52.643" v="1120" actId="404"/>
          <ac:spMkLst>
            <pc:docMk/>
            <pc:sldMk cId="174377184" sldId="267"/>
            <ac:spMk id="53" creationId="{98468658-3C65-168E-981F-7915648FB160}"/>
          </ac:spMkLst>
        </pc:spChg>
        <pc:spChg chg="mod">
          <ac:chgData name="Kotzamanis, Vasileios" userId="fe7614ca-af55-4fb2-94e7-922382d03749" providerId="ADAL" clId="{2D90F474-F3FD-4330-8B12-A735BCF670E2}" dt="2026-08-25T01:48:13.667" v="773" actId="164"/>
          <ac:spMkLst>
            <pc:docMk/>
            <pc:sldMk cId="174377184" sldId="267"/>
            <ac:spMk id="58" creationId="{1FF97CB1-C27B-5C2A-7794-D6A45B93DB4F}"/>
          </ac:spMkLst>
        </pc:spChg>
        <pc:spChg chg="mod">
          <ac:chgData name="Kotzamanis, Vasileios" userId="fe7614ca-af55-4fb2-94e7-922382d03749" providerId="ADAL" clId="{2D90F474-F3FD-4330-8B12-A735BCF670E2}" dt="2026-08-25T04:02:08.180" v="1797" actId="20577"/>
          <ac:spMkLst>
            <pc:docMk/>
            <pc:sldMk cId="174377184" sldId="267"/>
            <ac:spMk id="60" creationId="{9DD5FB98-3371-6186-48A0-D1645B1DF425}"/>
          </ac:spMkLst>
        </pc:spChg>
        <pc:spChg chg="mod topLvl">
          <ac:chgData name="Kotzamanis, Vasileios" userId="fe7614ca-af55-4fb2-94e7-922382d03749" providerId="ADAL" clId="{2D90F474-F3FD-4330-8B12-A735BCF670E2}" dt="2026-08-25T01:44:18.697" v="770" actId="164"/>
          <ac:spMkLst>
            <pc:docMk/>
            <pc:sldMk cId="174377184" sldId="267"/>
            <ac:spMk id="63" creationId="{42DD22E5-5674-FAA3-65A6-90077083EA91}"/>
          </ac:spMkLst>
        </pc:spChg>
        <pc:spChg chg="mod">
          <ac:chgData name="Kotzamanis, Vasileios" userId="fe7614ca-af55-4fb2-94e7-922382d03749" providerId="ADAL" clId="{2D90F474-F3FD-4330-8B12-A735BCF670E2}" dt="2026-08-25T01:54:46.735" v="775" actId="164"/>
          <ac:spMkLst>
            <pc:docMk/>
            <pc:sldMk cId="174377184" sldId="267"/>
            <ac:spMk id="70" creationId="{DD0AFCA9-6574-B407-5D32-D18F86652A19}"/>
          </ac:spMkLst>
        </pc:spChg>
        <pc:spChg chg="mod">
          <ac:chgData name="Kotzamanis, Vasileios" userId="fe7614ca-af55-4fb2-94e7-922382d03749" providerId="ADAL" clId="{2D90F474-F3FD-4330-8B12-A735BCF670E2}" dt="2026-08-25T02:14:41.192" v="1124" actId="164"/>
          <ac:spMkLst>
            <pc:docMk/>
            <pc:sldMk cId="174377184" sldId="267"/>
            <ac:spMk id="77" creationId="{32CBDE82-DBDE-82D4-4B66-A9F8FBB7E2D7}"/>
          </ac:spMkLst>
        </pc:spChg>
        <pc:spChg chg="mod">
          <ac:chgData name="Kotzamanis, Vasileios" userId="fe7614ca-af55-4fb2-94e7-922382d03749" providerId="ADAL" clId="{2D90F474-F3FD-4330-8B12-A735BCF670E2}" dt="2026-08-28T00:48:11.219" v="2951"/>
          <ac:spMkLst>
            <pc:docMk/>
            <pc:sldMk cId="174377184" sldId="267"/>
            <ac:spMk id="113" creationId="{5E54746C-0E87-6652-C192-97CEFA0C4D89}"/>
          </ac:spMkLst>
        </pc:spChg>
        <pc:grpChg chg="add mod">
          <ac:chgData name="Kotzamanis, Vasileios" userId="fe7614ca-af55-4fb2-94e7-922382d03749" providerId="ADAL" clId="{2D90F474-F3FD-4330-8B12-A735BCF670E2}" dt="2026-08-25T01:07:29.423" v="456" actId="164"/>
          <ac:grpSpMkLst>
            <pc:docMk/>
            <pc:sldMk cId="174377184" sldId="267"/>
            <ac:grpSpMk id="44" creationId="{77D386F1-3844-EABB-5170-CDF493406E22}"/>
          </ac:grpSpMkLst>
        </pc:grpChg>
        <pc:grpChg chg="add mod">
          <ac:chgData name="Kotzamanis, Vasileios" userId="fe7614ca-af55-4fb2-94e7-922382d03749" providerId="ADAL" clId="{2D90F474-F3FD-4330-8B12-A735BCF670E2}" dt="2026-08-25T02:09:52.643" v="1120" actId="404"/>
          <ac:grpSpMkLst>
            <pc:docMk/>
            <pc:sldMk cId="174377184" sldId="267"/>
            <ac:grpSpMk id="56" creationId="{AAE421FA-20B3-624D-BC3F-04509588DC3B}"/>
          </ac:grpSpMkLst>
        </pc:grpChg>
        <pc:grpChg chg="add mod">
          <ac:chgData name="Kotzamanis, Vasileios" userId="fe7614ca-af55-4fb2-94e7-922382d03749" providerId="ADAL" clId="{2D90F474-F3FD-4330-8B12-A735BCF670E2}" dt="2026-08-25T02:09:52.643" v="1120" actId="404"/>
          <ac:grpSpMkLst>
            <pc:docMk/>
            <pc:sldMk cId="174377184" sldId="267"/>
            <ac:grpSpMk id="61" creationId="{1B257CED-0795-0214-65AE-3274A8885D29}"/>
          </ac:grpSpMkLst>
        </pc:grpChg>
        <pc:grpChg chg="add mod">
          <ac:chgData name="Kotzamanis, Vasileios" userId="fe7614ca-af55-4fb2-94e7-922382d03749" providerId="ADAL" clId="{2D90F474-F3FD-4330-8B12-A735BCF670E2}" dt="2026-08-25T01:48:13.667" v="773" actId="164"/>
          <ac:grpSpMkLst>
            <pc:docMk/>
            <pc:sldMk cId="174377184" sldId="267"/>
            <ac:grpSpMk id="67" creationId="{3711F66A-F31C-8273-9CA1-1A7DEAF815CA}"/>
          </ac:grpSpMkLst>
        </pc:grpChg>
        <pc:grpChg chg="add mod">
          <ac:chgData name="Kotzamanis, Vasileios" userId="fe7614ca-af55-4fb2-94e7-922382d03749" providerId="ADAL" clId="{2D90F474-F3FD-4330-8B12-A735BCF670E2}" dt="2026-08-25T01:48:13.667" v="773" actId="164"/>
          <ac:grpSpMkLst>
            <pc:docMk/>
            <pc:sldMk cId="174377184" sldId="267"/>
            <ac:grpSpMk id="68" creationId="{329846E4-B8CC-42F6-FCF0-0634BE59F354}"/>
          </ac:grpSpMkLst>
        </pc:grpChg>
        <pc:grpChg chg="add mod">
          <ac:chgData name="Kotzamanis, Vasileios" userId="fe7614ca-af55-4fb2-94e7-922382d03749" providerId="ADAL" clId="{2D90F474-F3FD-4330-8B12-A735BCF670E2}" dt="2026-08-25T01:54:46.735" v="775" actId="164"/>
          <ac:grpSpMkLst>
            <pc:docMk/>
            <pc:sldMk cId="174377184" sldId="267"/>
            <ac:grpSpMk id="75" creationId="{D249A674-6699-2820-90F0-F46881F4EBEA}"/>
          </ac:grpSpMkLst>
        </pc:grpChg>
        <pc:grpChg chg="add mod">
          <ac:chgData name="Kotzamanis, Vasileios" userId="fe7614ca-af55-4fb2-94e7-922382d03749" providerId="ADAL" clId="{2D90F474-F3FD-4330-8B12-A735BCF670E2}" dt="2026-08-25T02:14:41.192" v="1124" actId="164"/>
          <ac:grpSpMkLst>
            <pc:docMk/>
            <pc:sldMk cId="174377184" sldId="267"/>
            <ac:grpSpMk id="81" creationId="{09061160-A54F-0577-8D62-ACF766D7508E}"/>
          </ac:grpSpMkLst>
        </pc:grpChg>
        <pc:picChg chg="mod">
          <ac:chgData name="Kotzamanis, Vasileios" userId="fe7614ca-af55-4fb2-94e7-922382d03749" providerId="ADAL" clId="{2D90F474-F3FD-4330-8B12-A735BCF670E2}" dt="2026-08-25T01:07:29.423" v="456" actId="164"/>
          <ac:picMkLst>
            <pc:docMk/>
            <pc:sldMk cId="174377184" sldId="267"/>
            <ac:picMk id="43" creationId="{5E3BB867-AB96-E117-91D0-988993B025D6}"/>
          </ac:picMkLst>
        </pc:picChg>
        <pc:picChg chg="mod">
          <ac:chgData name="Kotzamanis, Vasileios" userId="fe7614ca-af55-4fb2-94e7-922382d03749" providerId="ADAL" clId="{2D90F474-F3FD-4330-8B12-A735BCF670E2}" dt="2026-08-25T02:09:52.643" v="1120" actId="404"/>
          <ac:picMkLst>
            <pc:docMk/>
            <pc:sldMk cId="174377184" sldId="267"/>
            <ac:picMk id="55" creationId="{0DFE4E69-A2A3-E7CD-97FA-10DB6DF5C1C7}"/>
          </ac:picMkLst>
        </pc:picChg>
        <pc:picChg chg="mod">
          <ac:chgData name="Kotzamanis, Vasileios" userId="fe7614ca-af55-4fb2-94e7-922382d03749" providerId="ADAL" clId="{2D90F474-F3FD-4330-8B12-A735BCF670E2}" dt="2026-08-25T01:44:18.697" v="770" actId="164"/>
          <ac:picMkLst>
            <pc:docMk/>
            <pc:sldMk cId="174377184" sldId="267"/>
            <ac:picMk id="66" creationId="{3DC45123-FEF1-BBBC-68E7-5EF24DA5EFC0}"/>
          </ac:picMkLst>
        </pc:picChg>
        <pc:picChg chg="mod">
          <ac:chgData name="Kotzamanis, Vasileios" userId="fe7614ca-af55-4fb2-94e7-922382d03749" providerId="ADAL" clId="{2D90F474-F3FD-4330-8B12-A735BCF670E2}" dt="2026-08-25T01:54:46.735" v="775" actId="164"/>
          <ac:picMkLst>
            <pc:docMk/>
            <pc:sldMk cId="174377184" sldId="267"/>
            <ac:picMk id="74" creationId="{A0FBFE4F-2C60-5D6A-37E1-9A72867BB70D}"/>
          </ac:picMkLst>
        </pc:picChg>
        <pc:picChg chg="mod">
          <ac:chgData name="Kotzamanis, Vasileios" userId="fe7614ca-af55-4fb2-94e7-922382d03749" providerId="ADAL" clId="{2D90F474-F3FD-4330-8B12-A735BCF670E2}" dt="2026-08-25T02:14:41.192" v="1124" actId="164"/>
          <ac:picMkLst>
            <pc:docMk/>
            <pc:sldMk cId="174377184" sldId="267"/>
            <ac:picMk id="80" creationId="{53363BFF-A19F-069C-98CD-A9236D11966D}"/>
          </ac:picMkLst>
        </pc:picChg>
      </pc:sldChg>
      <pc:sldChg chg="addSp modSp mod modAnim">
        <pc:chgData name="Kotzamanis, Vasileios" userId="fe7614ca-af55-4fb2-94e7-922382d03749" providerId="ADAL" clId="{2D90F474-F3FD-4330-8B12-A735BCF670E2}" dt="2026-09-07T17:47:25.288" v="6683" actId="20577"/>
        <pc:sldMkLst>
          <pc:docMk/>
          <pc:sldMk cId="1751002526" sldId="268"/>
        </pc:sldMkLst>
        <pc:spChg chg="mod">
          <ac:chgData name="Kotzamanis, Vasileios" userId="fe7614ca-af55-4fb2-94e7-922382d03749" providerId="ADAL" clId="{2D90F474-F3FD-4330-8B12-A735BCF670E2}" dt="2026-09-07T17:43:38.954" v="6619" actId="20577"/>
          <ac:spMkLst>
            <pc:docMk/>
            <pc:sldMk cId="1751002526" sldId="268"/>
            <ac:spMk id="6" creationId="{6450C4D1-AC4B-A10C-FC2F-C266D34FAB53}"/>
          </ac:spMkLst>
        </pc:spChg>
        <pc:spChg chg="add mod">
          <ac:chgData name="Kotzamanis, Vasileios" userId="fe7614ca-af55-4fb2-94e7-922382d03749" providerId="ADAL" clId="{2D90F474-F3FD-4330-8B12-A735BCF670E2}" dt="2026-08-27T00:46:39.924" v="2347"/>
          <ac:spMkLst>
            <pc:docMk/>
            <pc:sldMk cId="1751002526" sldId="268"/>
            <ac:spMk id="48" creationId="{79F10112-62BC-0F5E-52AE-1689731372D8}"/>
          </ac:spMkLst>
        </pc:spChg>
        <pc:spChg chg="add mod">
          <ac:chgData name="Kotzamanis, Vasileios" userId="fe7614ca-af55-4fb2-94e7-922382d03749" providerId="ADAL" clId="{2D90F474-F3FD-4330-8B12-A735BCF670E2}" dt="2026-09-07T17:47:25.288" v="6683" actId="20577"/>
          <ac:spMkLst>
            <pc:docMk/>
            <pc:sldMk cId="1751002526" sldId="268"/>
            <ac:spMk id="49" creationId="{C6EE5297-6221-B075-EB20-666B36F0E349}"/>
          </ac:spMkLst>
        </pc:spChg>
        <pc:spChg chg="add mod">
          <ac:chgData name="Kotzamanis, Vasileios" userId="fe7614ca-af55-4fb2-94e7-922382d03749" providerId="ADAL" clId="{2D90F474-F3FD-4330-8B12-A735BCF670E2}" dt="2026-08-27T01:04:32.726" v="2384"/>
          <ac:spMkLst>
            <pc:docMk/>
            <pc:sldMk cId="1751002526" sldId="268"/>
            <ac:spMk id="51" creationId="{EFEF9E08-75E9-0BFC-BE92-F069A0AC628B}"/>
          </ac:spMkLst>
        </pc:spChg>
        <pc:spChg chg="mod">
          <ac:chgData name="Kotzamanis, Vasileios" userId="fe7614ca-af55-4fb2-94e7-922382d03749" providerId="ADAL" clId="{2D90F474-F3FD-4330-8B12-A735BCF670E2}" dt="2026-08-28T00:48:21.272" v="2955"/>
          <ac:spMkLst>
            <pc:docMk/>
            <pc:sldMk cId="1751002526" sldId="268"/>
            <ac:spMk id="61" creationId="{6324FD59-0B16-2594-D7C0-03DC1CC03B53}"/>
          </ac:spMkLst>
        </pc:spChg>
      </pc:sldChg>
      <pc:sldChg chg="modSp">
        <pc:chgData name="Kotzamanis, Vasileios" userId="fe7614ca-af55-4fb2-94e7-922382d03749" providerId="ADAL" clId="{2D90F474-F3FD-4330-8B12-A735BCF670E2}" dt="2026-08-28T00:48:44.902" v="2962"/>
        <pc:sldMkLst>
          <pc:docMk/>
          <pc:sldMk cId="1286634159" sldId="272"/>
        </pc:sldMkLst>
        <pc:spChg chg="mod">
          <ac:chgData name="Kotzamanis, Vasileios" userId="fe7614ca-af55-4fb2-94e7-922382d03749" providerId="ADAL" clId="{2D90F474-F3FD-4330-8B12-A735BCF670E2}" dt="2026-08-28T00:48:44.902" v="2962"/>
          <ac:spMkLst>
            <pc:docMk/>
            <pc:sldMk cId="1286634159" sldId="272"/>
            <ac:spMk id="18" creationId="{B5EC9695-25A9-4A1D-D6A1-F0D43820406C}"/>
          </ac:spMkLst>
        </pc:spChg>
      </pc:sldChg>
      <pc:sldChg chg="addSp delSp modSp mod modAnim">
        <pc:chgData name="Kotzamanis, Vasileios" userId="fe7614ca-af55-4fb2-94e7-922382d03749" providerId="ADAL" clId="{2D90F474-F3FD-4330-8B12-A735BCF670E2}" dt="2026-09-10T17:22:18.898" v="7200" actId="20577"/>
        <pc:sldMkLst>
          <pc:docMk/>
          <pc:sldMk cId="265973709" sldId="275"/>
        </pc:sldMkLst>
        <pc:spChg chg="mod">
          <ac:chgData name="Kotzamanis, Vasileios" userId="fe7614ca-af55-4fb2-94e7-922382d03749" providerId="ADAL" clId="{2D90F474-F3FD-4330-8B12-A735BCF670E2}" dt="2026-09-10T17:22:18.898" v="7200" actId="20577"/>
          <ac:spMkLst>
            <pc:docMk/>
            <pc:sldMk cId="265973709" sldId="275"/>
            <ac:spMk id="6" creationId="{D5BAB921-2FBE-3B01-1DD1-810303AB36D2}"/>
          </ac:spMkLst>
        </pc:spChg>
        <pc:spChg chg="add mod">
          <ac:chgData name="Kotzamanis, Vasileios" userId="fe7614ca-af55-4fb2-94e7-922382d03749" providerId="ADAL" clId="{2D90F474-F3FD-4330-8B12-A735BCF670E2}" dt="2026-08-27T17:32:37.544" v="2449"/>
          <ac:spMkLst>
            <pc:docMk/>
            <pc:sldMk cId="265973709" sldId="275"/>
            <ac:spMk id="11" creationId="{A259B123-BE89-B3A7-6226-A450C012283B}"/>
          </ac:spMkLst>
        </pc:spChg>
        <pc:spChg chg="add mod">
          <ac:chgData name="Kotzamanis, Vasileios" userId="fe7614ca-af55-4fb2-94e7-922382d03749" providerId="ADAL" clId="{2D90F474-F3FD-4330-8B12-A735BCF670E2}" dt="2026-08-28T00:10:00.151" v="2665" actId="20577"/>
          <ac:spMkLst>
            <pc:docMk/>
            <pc:sldMk cId="265973709" sldId="275"/>
            <ac:spMk id="49" creationId="{D385DC17-F897-E71F-EE77-519EB040842E}"/>
          </ac:spMkLst>
        </pc:spChg>
        <pc:spChg chg="add mod">
          <ac:chgData name="Kotzamanis, Vasileios" userId="fe7614ca-af55-4fb2-94e7-922382d03749" providerId="ADAL" clId="{2D90F474-F3FD-4330-8B12-A735BCF670E2}" dt="2026-08-27T20:57:11.663" v="2480"/>
          <ac:spMkLst>
            <pc:docMk/>
            <pc:sldMk cId="265973709" sldId="275"/>
            <ac:spMk id="59" creationId="{59637E19-D855-8A1D-E436-53BD458E6007}"/>
          </ac:spMkLst>
        </pc:spChg>
        <pc:spChg chg="mod topLvl">
          <ac:chgData name="Kotzamanis, Vasileios" userId="fe7614ca-af55-4fb2-94e7-922382d03749" providerId="ADAL" clId="{2D90F474-F3FD-4330-8B12-A735BCF670E2}" dt="2026-08-27T23:45:27.064" v="2578" actId="165"/>
          <ac:spMkLst>
            <pc:docMk/>
            <pc:sldMk cId="265973709" sldId="275"/>
            <ac:spMk id="61" creationId="{ABD35B91-00AB-D369-DAFD-EB7C266D4EAA}"/>
          </ac:spMkLst>
        </pc:spChg>
        <pc:spChg chg="mod">
          <ac:chgData name="Kotzamanis, Vasileios" userId="fe7614ca-af55-4fb2-94e7-922382d03749" providerId="ADAL" clId="{2D90F474-F3FD-4330-8B12-A735BCF670E2}" dt="2026-08-28T00:13:30.223" v="2692" actId="20577"/>
          <ac:spMkLst>
            <pc:docMk/>
            <pc:sldMk cId="265973709" sldId="275"/>
            <ac:spMk id="75" creationId="{86C577D7-E60B-A8A6-E386-E5FD8A2B3260}"/>
          </ac:spMkLst>
        </pc:spChg>
        <pc:spChg chg="mod">
          <ac:chgData name="Kotzamanis, Vasileios" userId="fe7614ca-af55-4fb2-94e7-922382d03749" providerId="ADAL" clId="{2D90F474-F3FD-4330-8B12-A735BCF670E2}" dt="2026-08-27T22:21:35.650" v="2503"/>
          <ac:spMkLst>
            <pc:docMk/>
            <pc:sldMk cId="265973709" sldId="275"/>
            <ac:spMk id="279" creationId="{7A4199A1-0000-304E-2315-9287A1C0F464}"/>
          </ac:spMkLst>
        </pc:spChg>
        <pc:spChg chg="add mod">
          <ac:chgData name="Kotzamanis, Vasileios" userId="fe7614ca-af55-4fb2-94e7-922382d03749" providerId="ADAL" clId="{2D90F474-F3FD-4330-8B12-A735BCF670E2}" dt="2026-08-27T23:49:20.132" v="2587"/>
          <ac:spMkLst>
            <pc:docMk/>
            <pc:sldMk cId="265973709" sldId="275"/>
            <ac:spMk id="573" creationId="{653B8B92-A5D5-2075-CB75-0DE3079B17D6}"/>
          </ac:spMkLst>
        </pc:spChg>
        <pc:spChg chg="add mod">
          <ac:chgData name="Kotzamanis, Vasileios" userId="fe7614ca-af55-4fb2-94e7-922382d03749" providerId="ADAL" clId="{2D90F474-F3FD-4330-8B12-A735BCF670E2}" dt="2026-08-27T23:50:59.028" v="2590"/>
          <ac:spMkLst>
            <pc:docMk/>
            <pc:sldMk cId="265973709" sldId="275"/>
            <ac:spMk id="574" creationId="{F30D0463-2A91-FDD8-D135-2165C868DCC4}"/>
          </ac:spMkLst>
        </pc:spChg>
        <pc:spChg chg="add mod">
          <ac:chgData name="Kotzamanis, Vasileios" userId="fe7614ca-af55-4fb2-94e7-922382d03749" providerId="ADAL" clId="{2D90F474-F3FD-4330-8B12-A735BCF670E2}" dt="2026-08-27T23:54:32.296" v="2613" actId="20577"/>
          <ac:spMkLst>
            <pc:docMk/>
            <pc:sldMk cId="265973709" sldId="275"/>
            <ac:spMk id="575" creationId="{7660E10A-737F-8645-ACF5-2B3A7920ACB4}"/>
          </ac:spMkLst>
        </pc:spChg>
        <pc:spChg chg="mod">
          <ac:chgData name="Kotzamanis, Vasileios" userId="fe7614ca-af55-4fb2-94e7-922382d03749" providerId="ADAL" clId="{2D90F474-F3FD-4330-8B12-A735BCF670E2}" dt="2026-08-28T00:48:28.467" v="2958"/>
          <ac:spMkLst>
            <pc:docMk/>
            <pc:sldMk cId="265973709" sldId="275"/>
            <ac:spMk id="613" creationId="{6DD9C12A-A912-D28C-A44C-003EA6E96446}"/>
          </ac:spMkLst>
        </pc:spChg>
        <pc:picChg chg="mod">
          <ac:chgData name="Kotzamanis, Vasileios" userId="fe7614ca-af55-4fb2-94e7-922382d03749" providerId="ADAL" clId="{2D90F474-F3FD-4330-8B12-A735BCF670E2}" dt="2026-08-27T21:06:52.264" v="2483"/>
          <ac:picMkLst>
            <pc:docMk/>
            <pc:sldMk cId="265973709" sldId="275"/>
            <ac:picMk id="83" creationId="{DD315230-4E8D-A885-A3A7-BC602034125A}"/>
          </ac:picMkLst>
        </pc:picChg>
        <pc:picChg chg="mod topLvl">
          <ac:chgData name="Kotzamanis, Vasileios" userId="fe7614ca-af55-4fb2-94e7-922382d03749" providerId="ADAL" clId="{2D90F474-F3FD-4330-8B12-A735BCF670E2}" dt="2026-08-27T23:45:27.064" v="2578" actId="165"/>
          <ac:picMkLst>
            <pc:docMk/>
            <pc:sldMk cId="265973709" sldId="275"/>
            <ac:picMk id="89" creationId="{1181C615-6B3D-BED7-41E3-D841792FB6F5}"/>
          </ac:picMkLst>
        </pc:picChg>
        <pc:picChg chg="mod">
          <ac:chgData name="Kotzamanis, Vasileios" userId="fe7614ca-af55-4fb2-94e7-922382d03749" providerId="ADAL" clId="{2D90F474-F3FD-4330-8B12-A735BCF670E2}" dt="2026-08-27T21:15:39.235" v="2487"/>
          <ac:picMkLst>
            <pc:docMk/>
            <pc:sldMk cId="265973709" sldId="275"/>
            <ac:picMk id="93" creationId="{3B168B84-838D-56B5-2C10-8FB1DCAF52A7}"/>
          </ac:picMkLst>
        </pc:picChg>
        <pc:picChg chg="mod topLvl">
          <ac:chgData name="Kotzamanis, Vasileios" userId="fe7614ca-af55-4fb2-94e7-922382d03749" providerId="ADAL" clId="{2D90F474-F3FD-4330-8B12-A735BCF670E2}" dt="2026-08-27T23:45:22.953" v="2577" actId="165"/>
          <ac:picMkLst>
            <pc:docMk/>
            <pc:sldMk cId="265973709" sldId="275"/>
            <ac:picMk id="433" creationId="{10A75D36-26EE-7923-9FC3-EFE654471BBA}"/>
          </ac:picMkLst>
        </pc:picChg>
        <pc:picChg chg="mod">
          <ac:chgData name="Kotzamanis, Vasileios" userId="fe7614ca-af55-4fb2-94e7-922382d03749" providerId="ADAL" clId="{2D90F474-F3FD-4330-8B12-A735BCF670E2}" dt="2026-08-27T22:57:32.853" v="2536"/>
          <ac:picMkLst>
            <pc:docMk/>
            <pc:sldMk cId="265973709" sldId="275"/>
            <ac:picMk id="500" creationId="{EADDD68E-0015-B005-D558-FF6FBFC48BB0}"/>
          </ac:picMkLst>
        </pc:picChg>
        <pc:cxnChg chg="add mod">
          <ac:chgData name="Kotzamanis, Vasileios" userId="fe7614ca-af55-4fb2-94e7-922382d03749" providerId="ADAL" clId="{2D90F474-F3FD-4330-8B12-A735BCF670E2}" dt="2026-08-28T00:13:25.629" v="2673" actId="20577"/>
          <ac:cxnSpMkLst>
            <pc:docMk/>
            <pc:sldMk cId="265973709" sldId="275"/>
            <ac:cxnSpMk id="94" creationId="{34E25216-5CC0-F126-D279-1778399AA865}"/>
          </ac:cxnSpMkLst>
        </pc:cxnChg>
        <pc:cxnChg chg="add mod">
          <ac:chgData name="Kotzamanis, Vasileios" userId="fe7614ca-af55-4fb2-94e7-922382d03749" providerId="ADAL" clId="{2D90F474-F3FD-4330-8B12-A735BCF670E2}" dt="2026-08-27T21:49:45.042" v="2493"/>
          <ac:cxnSpMkLst>
            <pc:docMk/>
            <pc:sldMk cId="265973709" sldId="275"/>
            <ac:cxnSpMk id="109" creationId="{4FE9925A-5F3B-438B-17F0-34CF51CD56F4}"/>
          </ac:cxnSpMkLst>
        </pc:cxnChg>
        <pc:cxnChg chg="add mod">
          <ac:chgData name="Kotzamanis, Vasileios" userId="fe7614ca-af55-4fb2-94e7-922382d03749" providerId="ADAL" clId="{2D90F474-F3FD-4330-8B12-A735BCF670E2}" dt="2026-08-27T21:53:20.295" v="2494"/>
          <ac:cxnSpMkLst>
            <pc:docMk/>
            <pc:sldMk cId="265973709" sldId="275"/>
            <ac:cxnSpMk id="119" creationId="{F00301E5-5B15-86AF-F2CF-E0AFE5CDCE6B}"/>
          </ac:cxnSpMkLst>
        </pc:cxnChg>
        <pc:cxnChg chg="add mod">
          <ac:chgData name="Kotzamanis, Vasileios" userId="fe7614ca-af55-4fb2-94e7-922382d03749" providerId="ADAL" clId="{2D90F474-F3FD-4330-8B12-A735BCF670E2}" dt="2026-08-27T21:56:29.396" v="2496"/>
          <ac:cxnSpMkLst>
            <pc:docMk/>
            <pc:sldMk cId="265973709" sldId="275"/>
            <ac:cxnSpMk id="137" creationId="{C569F4C0-1747-FF4E-A647-144EBD861A29}"/>
          </ac:cxnSpMkLst>
        </pc:cxnChg>
        <pc:cxnChg chg="add mod">
          <ac:chgData name="Kotzamanis, Vasileios" userId="fe7614ca-af55-4fb2-94e7-922382d03749" providerId="ADAL" clId="{2D90F474-F3FD-4330-8B12-A735BCF670E2}" dt="2026-08-27T22:29:36.639" v="2505"/>
          <ac:cxnSpMkLst>
            <pc:docMk/>
            <pc:sldMk cId="265973709" sldId="275"/>
            <ac:cxnSpMk id="348" creationId="{83D9DA59-8FB9-36DB-73F1-BECE985AFC7C}"/>
          </ac:cxnSpMkLst>
        </pc:cxnChg>
        <pc:cxnChg chg="add mod">
          <ac:chgData name="Kotzamanis, Vasileios" userId="fe7614ca-af55-4fb2-94e7-922382d03749" providerId="ADAL" clId="{2D90F474-F3FD-4330-8B12-A735BCF670E2}" dt="2026-08-27T22:31:47.022" v="2507"/>
          <ac:cxnSpMkLst>
            <pc:docMk/>
            <pc:sldMk cId="265973709" sldId="275"/>
            <ac:cxnSpMk id="362" creationId="{784C6D9D-789D-C024-D829-CC189BD8CD63}"/>
          </ac:cxnSpMkLst>
        </pc:cxnChg>
        <pc:cxnChg chg="add mod">
          <ac:chgData name="Kotzamanis, Vasileios" userId="fe7614ca-af55-4fb2-94e7-922382d03749" providerId="ADAL" clId="{2D90F474-F3FD-4330-8B12-A735BCF670E2}" dt="2026-08-27T22:53:26.021" v="2519"/>
          <ac:cxnSpMkLst>
            <pc:docMk/>
            <pc:sldMk cId="265973709" sldId="275"/>
            <ac:cxnSpMk id="511" creationId="{5C8C3FF1-9586-C7D1-3CA6-952D2CB283B0}"/>
          </ac:cxnSpMkLst>
        </pc:cxnChg>
        <pc:cxnChg chg="add mod">
          <ac:chgData name="Kotzamanis, Vasileios" userId="fe7614ca-af55-4fb2-94e7-922382d03749" providerId="ADAL" clId="{2D90F474-F3FD-4330-8B12-A735BCF670E2}" dt="2026-08-27T23:47:13.079" v="2580"/>
          <ac:cxnSpMkLst>
            <pc:docMk/>
            <pc:sldMk cId="265973709" sldId="275"/>
            <ac:cxnSpMk id="565" creationId="{B57084DE-ADEB-3833-D5A2-E0E7857E3328}"/>
          </ac:cxnSpMkLst>
        </pc:cxnChg>
        <pc:cxnChg chg="add mod">
          <ac:chgData name="Kotzamanis, Vasileios" userId="fe7614ca-af55-4fb2-94e7-922382d03749" providerId="ADAL" clId="{2D90F474-F3FD-4330-8B12-A735BCF670E2}" dt="2026-08-28T00:06:21.316" v="2642"/>
          <ac:cxnSpMkLst>
            <pc:docMk/>
            <pc:sldMk cId="265973709" sldId="275"/>
            <ac:cxnSpMk id="598" creationId="{7DEB6111-8693-0390-2425-587A183136C7}"/>
          </ac:cxnSpMkLst>
        </pc:cxnChg>
      </pc:sldChg>
      <pc:sldChg chg="addSp delSp modSp ord modAnim">
        <pc:chgData name="Kotzamanis, Vasileios" userId="fe7614ca-af55-4fb2-94e7-922382d03749" providerId="ADAL" clId="{2D90F474-F3FD-4330-8B12-A735BCF670E2}" dt="2026-08-28T00:48:23.620" v="2956"/>
        <pc:sldMkLst>
          <pc:docMk/>
          <pc:sldMk cId="46315553" sldId="276"/>
        </pc:sldMkLst>
        <pc:spChg chg="mod">
          <ac:chgData name="Kotzamanis, Vasileios" userId="fe7614ca-af55-4fb2-94e7-922382d03749" providerId="ADAL" clId="{2D90F474-F3FD-4330-8B12-A735BCF670E2}" dt="2026-08-28T00:46:46.736" v="2947" actId="20577"/>
          <ac:spMkLst>
            <pc:docMk/>
            <pc:sldMk cId="46315553" sldId="276"/>
            <ac:spMk id="7" creationId="{D90A8AB9-65E5-5DDD-0BEA-F98010BC3B97}"/>
          </ac:spMkLst>
        </pc:spChg>
        <pc:spChg chg="mod">
          <ac:chgData name="Kotzamanis, Vasileios" userId="fe7614ca-af55-4fb2-94e7-922382d03749" providerId="ADAL" clId="{2D90F474-F3FD-4330-8B12-A735BCF670E2}" dt="2026-08-28T00:48:23.620" v="2956"/>
          <ac:spMkLst>
            <pc:docMk/>
            <pc:sldMk cId="46315553" sldId="276"/>
            <ac:spMk id="17" creationId="{3C8C7FEE-D003-8164-3ECF-D54B60101ADC}"/>
          </ac:spMkLst>
        </pc:spChg>
        <pc:spChg chg="mod">
          <ac:chgData name="Kotzamanis, Vasileios" userId="fe7614ca-af55-4fb2-94e7-922382d03749" providerId="ADAL" clId="{2D90F474-F3FD-4330-8B12-A735BCF670E2}" dt="2026-08-28T00:40:35.348" v="2928"/>
          <ac:spMkLst>
            <pc:docMk/>
            <pc:sldMk cId="46315553" sldId="276"/>
            <ac:spMk id="35" creationId="{C529EE2B-8778-FB06-F26E-BFD95F40C501}"/>
          </ac:spMkLst>
        </pc:spChg>
        <pc:spChg chg="mod">
          <ac:chgData name="Kotzamanis, Vasileios" userId="fe7614ca-af55-4fb2-94e7-922382d03749" providerId="ADAL" clId="{2D90F474-F3FD-4330-8B12-A735BCF670E2}" dt="2026-08-28T00:44:47.674" v="2931"/>
          <ac:spMkLst>
            <pc:docMk/>
            <pc:sldMk cId="46315553" sldId="276"/>
            <ac:spMk id="37" creationId="{5D7716D9-5E41-6864-BE57-3797B7225C5F}"/>
          </ac:spMkLst>
        </pc:spChg>
      </pc:sldChg>
      <pc:sldChg chg="addSp delSp modSp mod modAnim">
        <pc:chgData name="Kotzamanis, Vasileios" userId="fe7614ca-af55-4fb2-94e7-922382d03749" providerId="ADAL" clId="{2D90F474-F3FD-4330-8B12-A735BCF670E2}" dt="2026-09-10T17:22:52.146" v="7237" actId="20577"/>
        <pc:sldMkLst>
          <pc:docMk/>
          <pc:sldMk cId="2449285070" sldId="277"/>
        </pc:sldMkLst>
        <pc:spChg chg="mod">
          <ac:chgData name="Kotzamanis, Vasileios" userId="fe7614ca-af55-4fb2-94e7-922382d03749" providerId="ADAL" clId="{2D90F474-F3FD-4330-8B12-A735BCF670E2}" dt="2026-09-10T17:22:52.146" v="7237" actId="20577"/>
          <ac:spMkLst>
            <pc:docMk/>
            <pc:sldMk cId="2449285070" sldId="277"/>
            <ac:spMk id="6" creationId="{FEF988AD-3645-4AC6-5534-670CAEDF69E5}"/>
          </ac:spMkLst>
        </pc:spChg>
        <pc:spChg chg="add mod">
          <ac:chgData name="Kotzamanis, Vasileios" userId="fe7614ca-af55-4fb2-94e7-922382d03749" providerId="ADAL" clId="{2D90F474-F3FD-4330-8B12-A735BCF670E2}" dt="2026-08-27T23:12:31.618" v="2549"/>
          <ac:spMkLst>
            <pc:docMk/>
            <pc:sldMk cId="2449285070" sldId="277"/>
            <ac:spMk id="76" creationId="{2C18EA48-D12C-A65A-2457-0CE3AA3165BB}"/>
          </ac:spMkLst>
        </pc:spChg>
        <pc:spChg chg="add mod">
          <ac:chgData name="Kotzamanis, Vasileios" userId="fe7614ca-af55-4fb2-94e7-922382d03749" providerId="ADAL" clId="{2D90F474-F3FD-4330-8B12-A735BCF670E2}" dt="2026-08-27T23:12:31.618" v="2549"/>
          <ac:spMkLst>
            <pc:docMk/>
            <pc:sldMk cId="2449285070" sldId="277"/>
            <ac:spMk id="90" creationId="{745B37EC-BC53-1F6F-3718-72B756914892}"/>
          </ac:spMkLst>
        </pc:spChg>
        <pc:spChg chg="mod">
          <ac:chgData name="Kotzamanis, Vasileios" userId="fe7614ca-af55-4fb2-94e7-922382d03749" providerId="ADAL" clId="{2D90F474-F3FD-4330-8B12-A735BCF670E2}" dt="2026-08-27T23:24:37.324" v="2556"/>
          <ac:spMkLst>
            <pc:docMk/>
            <pc:sldMk cId="2449285070" sldId="277"/>
            <ac:spMk id="126" creationId="{59037BC2-5074-5E25-B676-2EA3BD2B3D94}"/>
          </ac:spMkLst>
        </pc:spChg>
        <pc:spChg chg="mod">
          <ac:chgData name="Kotzamanis, Vasileios" userId="fe7614ca-af55-4fb2-94e7-922382d03749" providerId="ADAL" clId="{2D90F474-F3FD-4330-8B12-A735BCF670E2}" dt="2026-08-28T00:15:32.635" v="2694" actId="165"/>
          <ac:spMkLst>
            <pc:docMk/>
            <pc:sldMk cId="2449285070" sldId="277"/>
            <ac:spMk id="143" creationId="{348B6FB4-46A3-BCA1-64FE-44765175ABA5}"/>
          </ac:spMkLst>
        </pc:spChg>
        <pc:spChg chg="add mod topLvl">
          <ac:chgData name="Kotzamanis, Vasileios" userId="fe7614ca-af55-4fb2-94e7-922382d03749" providerId="ADAL" clId="{2D90F474-F3FD-4330-8B12-A735BCF670E2}" dt="2026-08-28T00:15:29.434" v="2693" actId="165"/>
          <ac:spMkLst>
            <pc:docMk/>
            <pc:sldMk cId="2449285070" sldId="277"/>
            <ac:spMk id="144" creationId="{01216715-9841-5AAE-3B4F-462A943A778B}"/>
          </ac:spMkLst>
        </pc:spChg>
        <pc:spChg chg="add mod">
          <ac:chgData name="Kotzamanis, Vasileios" userId="fe7614ca-af55-4fb2-94e7-922382d03749" providerId="ADAL" clId="{2D90F474-F3FD-4330-8B12-A735BCF670E2}" dt="2026-08-27T23:49:15.284" v="2586"/>
          <ac:spMkLst>
            <pc:docMk/>
            <pc:sldMk cId="2449285070" sldId="277"/>
            <ac:spMk id="267" creationId="{8F2E2302-E638-DDFA-A6C1-A23E14B78101}"/>
          </ac:spMkLst>
        </pc:spChg>
        <pc:spChg chg="add mod">
          <ac:chgData name="Kotzamanis, Vasileios" userId="fe7614ca-af55-4fb2-94e7-922382d03749" providerId="ADAL" clId="{2D90F474-F3FD-4330-8B12-A735BCF670E2}" dt="2026-08-28T00:11:14.966" v="2668"/>
          <ac:spMkLst>
            <pc:docMk/>
            <pc:sldMk cId="2449285070" sldId="277"/>
            <ac:spMk id="268" creationId="{5F193E8B-E534-C8E1-8293-E9F55CEB35EA}"/>
          </ac:spMkLst>
        </pc:spChg>
        <pc:spChg chg="add mod">
          <ac:chgData name="Kotzamanis, Vasileios" userId="fe7614ca-af55-4fb2-94e7-922382d03749" providerId="ADAL" clId="{2D90F474-F3FD-4330-8B12-A735BCF670E2}" dt="2026-08-28T00:11:14.966" v="2668"/>
          <ac:spMkLst>
            <pc:docMk/>
            <pc:sldMk cId="2449285070" sldId="277"/>
            <ac:spMk id="269" creationId="{182DF0F8-A4BA-C99D-70ED-B4E18619AFA3}"/>
          </ac:spMkLst>
        </pc:spChg>
        <pc:spChg chg="add mod">
          <ac:chgData name="Kotzamanis, Vasileios" userId="fe7614ca-af55-4fb2-94e7-922382d03749" providerId="ADAL" clId="{2D90F474-F3FD-4330-8B12-A735BCF670E2}" dt="2026-08-28T00:15:53.489" v="2696"/>
          <ac:spMkLst>
            <pc:docMk/>
            <pc:sldMk cId="2449285070" sldId="277"/>
            <ac:spMk id="274" creationId="{48B25452-A4BF-0D61-2B07-A6F08032CAD9}"/>
          </ac:spMkLst>
        </pc:spChg>
        <pc:spChg chg="add mod">
          <ac:chgData name="Kotzamanis, Vasileios" userId="fe7614ca-af55-4fb2-94e7-922382d03749" providerId="ADAL" clId="{2D90F474-F3FD-4330-8B12-A735BCF670E2}" dt="2026-08-28T00:18:24.688" v="2700"/>
          <ac:spMkLst>
            <pc:docMk/>
            <pc:sldMk cId="2449285070" sldId="277"/>
            <ac:spMk id="277" creationId="{6E9A93D7-13CA-9E95-726A-6A2850A80877}"/>
          </ac:spMkLst>
        </pc:spChg>
        <pc:spChg chg="add mod">
          <ac:chgData name="Kotzamanis, Vasileios" userId="fe7614ca-af55-4fb2-94e7-922382d03749" providerId="ADAL" clId="{2D90F474-F3FD-4330-8B12-A735BCF670E2}" dt="2026-08-28T00:20:55.219" v="2707"/>
          <ac:spMkLst>
            <pc:docMk/>
            <pc:sldMk cId="2449285070" sldId="277"/>
            <ac:spMk id="283" creationId="{B5FB6483-77F6-B522-E4CA-2E3CF87AA627}"/>
          </ac:spMkLst>
        </pc:spChg>
        <pc:spChg chg="mod">
          <ac:chgData name="Kotzamanis, Vasileios" userId="fe7614ca-af55-4fb2-94e7-922382d03749" providerId="ADAL" clId="{2D90F474-F3FD-4330-8B12-A735BCF670E2}" dt="2026-08-28T00:48:35.141" v="2959"/>
          <ac:spMkLst>
            <pc:docMk/>
            <pc:sldMk cId="2449285070" sldId="277"/>
            <ac:spMk id="295" creationId="{D90BB954-AE1B-F31F-33BD-1D2DEEC82CC8}"/>
          </ac:spMkLst>
        </pc:spChg>
        <pc:grpChg chg="mod topLvl">
          <ac:chgData name="Kotzamanis, Vasileios" userId="fe7614ca-af55-4fb2-94e7-922382d03749" providerId="ADAL" clId="{2D90F474-F3FD-4330-8B12-A735BCF670E2}" dt="2026-08-28T00:15:32.635" v="2694" actId="165"/>
          <ac:grpSpMkLst>
            <pc:docMk/>
            <pc:sldMk cId="2449285070" sldId="277"/>
            <ac:grpSpMk id="140" creationId="{87D4883C-5DCD-640B-747A-61121A7D58DC}"/>
          </ac:grpSpMkLst>
        </pc:grpChg>
        <pc:picChg chg="mod">
          <ac:chgData name="Kotzamanis, Vasileios" userId="fe7614ca-af55-4fb2-94e7-922382d03749" providerId="ADAL" clId="{2D90F474-F3FD-4330-8B12-A735BCF670E2}" dt="2026-08-27T23:06:05.802" v="2544"/>
          <ac:picMkLst>
            <pc:docMk/>
            <pc:sldMk cId="2449285070" sldId="277"/>
            <ac:picMk id="39" creationId="{D6B46ACA-90AB-5E23-D2B9-601A3615FE5D}"/>
          </ac:picMkLst>
        </pc:picChg>
        <pc:picChg chg="mod">
          <ac:chgData name="Kotzamanis, Vasileios" userId="fe7614ca-af55-4fb2-94e7-922382d03749" providerId="ADAL" clId="{2D90F474-F3FD-4330-8B12-A735BCF670E2}" dt="2026-08-27T23:21:14.569" v="2553"/>
          <ac:picMkLst>
            <pc:docMk/>
            <pc:sldMk cId="2449285070" sldId="277"/>
            <ac:picMk id="108" creationId="{E6E1E219-C636-B176-14EE-A01468F8E3F9}"/>
          </ac:picMkLst>
        </pc:picChg>
        <pc:picChg chg="mod topLvl">
          <ac:chgData name="Kotzamanis, Vasileios" userId="fe7614ca-af55-4fb2-94e7-922382d03749" providerId="ADAL" clId="{2D90F474-F3FD-4330-8B12-A735BCF670E2}" dt="2026-08-28T00:15:32.635" v="2694" actId="165"/>
          <ac:picMkLst>
            <pc:docMk/>
            <pc:sldMk cId="2449285070" sldId="277"/>
            <ac:picMk id="141" creationId="{7490D084-1C82-284E-8399-9711C063C83C}"/>
          </ac:picMkLst>
        </pc:picChg>
        <pc:picChg chg="mod">
          <ac:chgData name="Kotzamanis, Vasileios" userId="fe7614ca-af55-4fb2-94e7-922382d03749" providerId="ADAL" clId="{2D90F474-F3FD-4330-8B12-A735BCF670E2}" dt="2026-08-28T00:15:32.635" v="2694" actId="165"/>
          <ac:picMkLst>
            <pc:docMk/>
            <pc:sldMk cId="2449285070" sldId="277"/>
            <ac:picMk id="142" creationId="{5325B24A-2B4A-515F-EC8D-708110DE75C4}"/>
          </ac:picMkLst>
        </pc:picChg>
        <pc:picChg chg="mod">
          <ac:chgData name="Kotzamanis, Vasileios" userId="fe7614ca-af55-4fb2-94e7-922382d03749" providerId="ADAL" clId="{2D90F474-F3FD-4330-8B12-A735BCF670E2}" dt="2026-08-27T23:30:05.233" v="2562"/>
          <ac:picMkLst>
            <pc:docMk/>
            <pc:sldMk cId="2449285070" sldId="277"/>
            <ac:picMk id="167" creationId="{078AD875-F00E-5CAD-DFC7-4C0093051A0C}"/>
          </ac:picMkLst>
        </pc:picChg>
        <pc:picChg chg="mod">
          <ac:chgData name="Kotzamanis, Vasileios" userId="fe7614ca-af55-4fb2-94e7-922382d03749" providerId="ADAL" clId="{2D90F474-F3FD-4330-8B12-A735BCF670E2}" dt="2026-08-27T23:37:40.183" v="2568"/>
          <ac:picMkLst>
            <pc:docMk/>
            <pc:sldMk cId="2449285070" sldId="277"/>
            <ac:picMk id="204" creationId="{AA8CA33E-0524-94B4-E58B-175EEAB07852}"/>
          </ac:picMkLst>
        </pc:picChg>
        <pc:cxnChg chg="add mod">
          <ac:chgData name="Kotzamanis, Vasileios" userId="fe7614ca-af55-4fb2-94e7-922382d03749" providerId="ADAL" clId="{2D90F474-F3FD-4330-8B12-A735BCF670E2}" dt="2026-08-27T23:23:14.825" v="2554"/>
          <ac:cxnSpMkLst>
            <pc:docMk/>
            <pc:sldMk cId="2449285070" sldId="277"/>
            <ac:cxnSpMk id="112" creationId="{89C45154-1E5D-C68F-3DAB-98063438F092}"/>
          </ac:cxnSpMkLst>
        </pc:cxnChg>
        <pc:cxnChg chg="add mod">
          <ac:chgData name="Kotzamanis, Vasileios" userId="fe7614ca-af55-4fb2-94e7-922382d03749" providerId="ADAL" clId="{2D90F474-F3FD-4330-8B12-A735BCF670E2}" dt="2026-08-27T23:23:32.490" v="2555"/>
          <ac:cxnSpMkLst>
            <pc:docMk/>
            <pc:sldMk cId="2449285070" sldId="277"/>
            <ac:cxnSpMk id="116" creationId="{97ACE50B-C1C3-67D1-48BA-7CB538BB94E9}"/>
          </ac:cxnSpMkLst>
        </pc:cxnChg>
        <pc:cxnChg chg="add mod">
          <ac:chgData name="Kotzamanis, Vasileios" userId="fe7614ca-af55-4fb2-94e7-922382d03749" providerId="ADAL" clId="{2D90F474-F3FD-4330-8B12-A735BCF670E2}" dt="2026-08-27T23:27:50.697" v="2559"/>
          <ac:cxnSpMkLst>
            <pc:docMk/>
            <pc:sldMk cId="2449285070" sldId="277"/>
            <ac:cxnSpMk id="152" creationId="{AC124C43-1392-F748-4A58-5949EEC6705C}"/>
          </ac:cxnSpMkLst>
        </pc:cxnChg>
        <pc:cxnChg chg="add mod">
          <ac:chgData name="Kotzamanis, Vasileios" userId="fe7614ca-af55-4fb2-94e7-922382d03749" providerId="ADAL" clId="{2D90F474-F3FD-4330-8B12-A735BCF670E2}" dt="2026-08-27T23:29:38.569" v="2561"/>
          <ac:cxnSpMkLst>
            <pc:docMk/>
            <pc:sldMk cId="2449285070" sldId="277"/>
            <ac:cxnSpMk id="163" creationId="{DC0C5879-0345-6359-2922-47DF6C37A7D6}"/>
          </ac:cxnSpMkLst>
        </pc:cxnChg>
        <pc:cxnChg chg="add mod">
          <ac:chgData name="Kotzamanis, Vasileios" userId="fe7614ca-af55-4fb2-94e7-922382d03749" providerId="ADAL" clId="{2D90F474-F3FD-4330-8B12-A735BCF670E2}" dt="2026-08-27T23:33:03.784" v="2563"/>
          <ac:cxnSpMkLst>
            <pc:docMk/>
            <pc:sldMk cId="2449285070" sldId="277"/>
            <ac:cxnSpMk id="177" creationId="{3089E463-4DE4-2B81-083D-A88A4E82B600}"/>
          </ac:cxnSpMkLst>
        </pc:cxnChg>
        <pc:cxnChg chg="add mod">
          <ac:chgData name="Kotzamanis, Vasileios" userId="fe7614ca-af55-4fb2-94e7-922382d03749" providerId="ADAL" clId="{2D90F474-F3FD-4330-8B12-A735BCF670E2}" dt="2026-08-27T23:33:22.009" v="2564"/>
          <ac:cxnSpMkLst>
            <pc:docMk/>
            <pc:sldMk cId="2449285070" sldId="277"/>
            <ac:cxnSpMk id="180" creationId="{1207A0BC-33D8-C4F8-25BC-7D8177AE5B78}"/>
          </ac:cxnSpMkLst>
        </pc:cxnChg>
        <pc:cxnChg chg="add mod">
          <ac:chgData name="Kotzamanis, Vasileios" userId="fe7614ca-af55-4fb2-94e7-922382d03749" providerId="ADAL" clId="{2D90F474-F3FD-4330-8B12-A735BCF670E2}" dt="2026-08-27T23:34:06.953" v="2565"/>
          <ac:cxnSpMkLst>
            <pc:docMk/>
            <pc:sldMk cId="2449285070" sldId="277"/>
            <ac:cxnSpMk id="190" creationId="{660F492A-9019-A431-3278-D3786A1A1258}"/>
          </ac:cxnSpMkLst>
        </pc:cxnChg>
        <pc:cxnChg chg="add mod">
          <ac:chgData name="Kotzamanis, Vasileios" userId="fe7614ca-af55-4fb2-94e7-922382d03749" providerId="ADAL" clId="{2D90F474-F3FD-4330-8B12-A735BCF670E2}" dt="2026-08-27T23:40:39.896" v="2571"/>
          <ac:cxnSpMkLst>
            <pc:docMk/>
            <pc:sldMk cId="2449285070" sldId="277"/>
            <ac:cxnSpMk id="221" creationId="{51C3B5C9-7B1E-D596-C460-232024F44579}"/>
          </ac:cxnSpMkLst>
        </pc:cxnChg>
        <pc:cxnChg chg="add mod">
          <ac:chgData name="Kotzamanis, Vasileios" userId="fe7614ca-af55-4fb2-94e7-922382d03749" providerId="ADAL" clId="{2D90F474-F3FD-4330-8B12-A735BCF670E2}" dt="2026-08-27T23:41:24.025" v="2572"/>
          <ac:cxnSpMkLst>
            <pc:docMk/>
            <pc:sldMk cId="2449285070" sldId="277"/>
            <ac:cxnSpMk id="223" creationId="{CC286421-5986-D808-E0C6-349F74AF537A}"/>
          </ac:cxnSpMkLst>
        </pc:cxnChg>
        <pc:cxnChg chg="add mod">
          <ac:chgData name="Kotzamanis, Vasileios" userId="fe7614ca-af55-4fb2-94e7-922382d03749" providerId="ADAL" clId="{2D90F474-F3FD-4330-8B12-A735BCF670E2}" dt="2026-08-27T23:42:37.254" v="2573"/>
          <ac:cxnSpMkLst>
            <pc:docMk/>
            <pc:sldMk cId="2449285070" sldId="277"/>
            <ac:cxnSpMk id="238" creationId="{CF686303-C889-2AFE-4536-BDEA838F02A0}"/>
          </ac:cxnSpMkLst>
        </pc:cxnChg>
        <pc:cxnChg chg="add mod">
          <ac:chgData name="Kotzamanis, Vasileios" userId="fe7614ca-af55-4fb2-94e7-922382d03749" providerId="ADAL" clId="{2D90F474-F3FD-4330-8B12-A735BCF670E2}" dt="2026-08-27T23:43:18.502" v="2574"/>
          <ac:cxnSpMkLst>
            <pc:docMk/>
            <pc:sldMk cId="2449285070" sldId="277"/>
            <ac:cxnSpMk id="254" creationId="{606F37B4-4926-CBE4-0CD4-22A10BE2B7D7}"/>
          </ac:cxnSpMkLst>
        </pc:cxnChg>
        <pc:cxnChg chg="add mod">
          <ac:chgData name="Kotzamanis, Vasileios" userId="fe7614ca-af55-4fb2-94e7-922382d03749" providerId="ADAL" clId="{2D90F474-F3FD-4330-8B12-A735BCF670E2}" dt="2026-08-27T23:43:57.974" v="2575"/>
          <ac:cxnSpMkLst>
            <pc:docMk/>
            <pc:sldMk cId="2449285070" sldId="277"/>
            <ac:cxnSpMk id="261" creationId="{9CF949F4-8921-E051-04A3-6664D35BB3D6}"/>
          </ac:cxnSpMkLst>
        </pc:cxnChg>
        <pc:cxnChg chg="add mod">
          <ac:chgData name="Kotzamanis, Vasileios" userId="fe7614ca-af55-4fb2-94e7-922382d03749" providerId="ADAL" clId="{2D90F474-F3FD-4330-8B12-A735BCF670E2}" dt="2026-08-27T23:44:40.167" v="2576"/>
          <ac:cxnSpMkLst>
            <pc:docMk/>
            <pc:sldMk cId="2449285070" sldId="277"/>
            <ac:cxnSpMk id="265" creationId="{36B0E8D0-0932-7586-0E1F-CFADB6468571}"/>
          </ac:cxnSpMkLst>
        </pc:cxnChg>
      </pc:sldChg>
      <pc:sldChg chg="modSp add mod modShow">
        <pc:chgData name="Kotzamanis, Vasileios" userId="fe7614ca-af55-4fb2-94e7-922382d03749" providerId="ADAL" clId="{2D90F474-F3FD-4330-8B12-A735BCF670E2}" dt="2026-09-07T17:24:12.837" v="6593" actId="403"/>
        <pc:sldMkLst>
          <pc:docMk/>
          <pc:sldMk cId="0" sldId="279"/>
        </pc:sldMkLst>
        <pc:spChg chg="mod">
          <ac:chgData name="Kotzamanis, Vasileios" userId="fe7614ca-af55-4fb2-94e7-922382d03749" providerId="ADAL" clId="{2D90F474-F3FD-4330-8B12-A735BCF670E2}" dt="2026-09-07T17:22:55.287" v="6513" actId="20577"/>
          <ac:spMkLst>
            <pc:docMk/>
            <pc:sldMk cId="0" sldId="279"/>
            <ac:spMk id="6" creationId="{00000000-0000-0000-0000-000000000000}"/>
          </ac:spMkLst>
        </pc:spChg>
        <pc:spChg chg="mod">
          <ac:chgData name="Kotzamanis, Vasileios" userId="fe7614ca-af55-4fb2-94e7-922382d03749" providerId="ADAL" clId="{2D90F474-F3FD-4330-8B12-A735BCF670E2}" dt="2026-09-07T17:24:12.837" v="6593" actId="403"/>
          <ac:spMkLst>
            <pc:docMk/>
            <pc:sldMk cId="0" sldId="279"/>
            <ac:spMk id="9" creationId="{00000000-0000-0000-0000-000000000000}"/>
          </ac:spMkLst>
        </pc:spChg>
      </pc:sldChg>
      <pc:sldChg chg="add mod modShow">
        <pc:chgData name="Kotzamanis, Vasileios" userId="fe7614ca-af55-4fb2-94e7-922382d03749" providerId="ADAL" clId="{2D90F474-F3FD-4330-8B12-A735BCF670E2}" dt="2026-09-07T15:08:36.741" v="6356" actId="729"/>
        <pc:sldMkLst>
          <pc:docMk/>
          <pc:sldMk cId="0" sldId="280"/>
        </pc:sldMkLst>
      </pc:sldChg>
      <pc:sldChg chg="add mod modShow">
        <pc:chgData name="Kotzamanis, Vasileios" userId="fe7614ca-af55-4fb2-94e7-922382d03749" providerId="ADAL" clId="{2D90F474-F3FD-4330-8B12-A735BCF670E2}" dt="2026-09-07T15:08:36.741" v="6356" actId="729"/>
        <pc:sldMkLst>
          <pc:docMk/>
          <pc:sldMk cId="0" sldId="281"/>
        </pc:sldMkLst>
      </pc:sldChg>
      <pc:sldChg chg="add mod modShow">
        <pc:chgData name="Kotzamanis, Vasileios" userId="fe7614ca-af55-4fb2-94e7-922382d03749" providerId="ADAL" clId="{2D90F474-F3FD-4330-8B12-A735BCF670E2}" dt="2026-09-07T15:08:36.741" v="6356" actId="729"/>
        <pc:sldMkLst>
          <pc:docMk/>
          <pc:sldMk cId="0" sldId="282"/>
        </pc:sldMkLst>
      </pc:sldChg>
      <pc:sldChg chg="modSp add mod modShow">
        <pc:chgData name="Kotzamanis, Vasileios" userId="fe7614ca-af55-4fb2-94e7-922382d03749" providerId="ADAL" clId="{2D90F474-F3FD-4330-8B12-A735BCF670E2}" dt="2026-09-07T15:36:14.317" v="6388" actId="1076"/>
        <pc:sldMkLst>
          <pc:docMk/>
          <pc:sldMk cId="0" sldId="283"/>
        </pc:sldMkLst>
        <pc:spChg chg="mod">
          <ac:chgData name="Kotzamanis, Vasileios" userId="fe7614ca-af55-4fb2-94e7-922382d03749" providerId="ADAL" clId="{2D90F474-F3FD-4330-8B12-A735BCF670E2}" dt="2026-09-07T15:36:14.317" v="6388" actId="1076"/>
          <ac:spMkLst>
            <pc:docMk/>
            <pc:sldMk cId="0" sldId="283"/>
            <ac:spMk id="14" creationId="{00000000-0000-0000-0000-000000000000}"/>
          </ac:spMkLst>
        </pc:spChg>
        <pc:spChg chg="mod">
          <ac:chgData name="Kotzamanis, Vasileios" userId="fe7614ca-af55-4fb2-94e7-922382d03749" providerId="ADAL" clId="{2D90F474-F3FD-4330-8B12-A735BCF670E2}" dt="2026-09-07T15:36:11.606" v="6387" actId="1076"/>
          <ac:spMkLst>
            <pc:docMk/>
            <pc:sldMk cId="0" sldId="283"/>
            <ac:spMk id="15" creationId="{00000000-0000-0000-0000-000000000000}"/>
          </ac:spMkLst>
        </pc:spChg>
      </pc:sldChg>
      <pc:sldChg chg="add mod modShow">
        <pc:chgData name="Kotzamanis, Vasileios" userId="fe7614ca-af55-4fb2-94e7-922382d03749" providerId="ADAL" clId="{2D90F474-F3FD-4330-8B12-A735BCF670E2}" dt="2026-09-07T15:08:51.274" v="6358" actId="729"/>
        <pc:sldMkLst>
          <pc:docMk/>
          <pc:sldMk cId="0" sldId="284"/>
        </pc:sldMkLst>
      </pc:sldChg>
      <pc:sldChg chg="addSp delSp modSp add mod addAnim delAnim modAnim">
        <pc:chgData name="Kotzamanis, Vasileios" userId="fe7614ca-af55-4fb2-94e7-922382d03749" providerId="ADAL" clId="{2D90F474-F3FD-4330-8B12-A735BCF670E2}" dt="2026-09-21T08:56:20.066" v="8830" actId="478"/>
        <pc:sldMkLst>
          <pc:docMk/>
          <pc:sldMk cId="3944131012" sldId="285"/>
        </pc:sldMkLst>
        <pc:spChg chg="add mod">
          <ac:chgData name="Kotzamanis, Vasileios" userId="fe7614ca-af55-4fb2-94e7-922382d03749" providerId="ADAL" clId="{2D90F474-F3FD-4330-8B12-A735BCF670E2}" dt="2026-09-07T19:59:18.990" v="6765" actId="20577"/>
          <ac:spMkLst>
            <pc:docMk/>
            <pc:sldMk cId="3944131012" sldId="285"/>
            <ac:spMk id="3" creationId="{94EAAF7F-2AEF-0026-E6B2-38D4437A6865}"/>
          </ac:spMkLst>
        </pc:spChg>
        <pc:spChg chg="mod">
          <ac:chgData name="Kotzamanis, Vasileios" userId="fe7614ca-af55-4fb2-94e7-922382d03749" providerId="ADAL" clId="{2D90F474-F3FD-4330-8B12-A735BCF670E2}" dt="2026-09-07T17:43:46.667" v="6629" actId="20577"/>
          <ac:spMkLst>
            <pc:docMk/>
            <pc:sldMk cId="3944131012" sldId="285"/>
            <ac:spMk id="6" creationId="{4FDD4E59-1E12-F0F4-56D9-C46C13B20123}"/>
          </ac:spMkLst>
        </pc:spChg>
        <pc:spChg chg="add mod">
          <ac:chgData name="Kotzamanis, Vasileios" userId="fe7614ca-af55-4fb2-94e7-922382d03749" providerId="ADAL" clId="{2D90F474-F3FD-4330-8B12-A735BCF670E2}" dt="2026-09-07T20:02:05.326" v="6842" actId="164"/>
          <ac:spMkLst>
            <pc:docMk/>
            <pc:sldMk cId="3944131012" sldId="285"/>
            <ac:spMk id="11" creationId="{C8231371-DE2F-D1FC-AF56-B2B3F0C9D22C}"/>
          </ac:spMkLst>
        </pc:spChg>
        <pc:spChg chg="add mod">
          <ac:chgData name="Kotzamanis, Vasileios" userId="fe7614ca-af55-4fb2-94e7-922382d03749" providerId="ADAL" clId="{2D90F474-F3FD-4330-8B12-A735BCF670E2}" dt="2026-09-07T20:02:05.326" v="6842" actId="164"/>
          <ac:spMkLst>
            <pc:docMk/>
            <pc:sldMk cId="3944131012" sldId="285"/>
            <ac:spMk id="13" creationId="{A7550BAB-4676-2EEC-E06E-75BA2BA69ED2}"/>
          </ac:spMkLst>
        </pc:spChg>
        <pc:spChg chg="add mod">
          <ac:chgData name="Kotzamanis, Vasileios" userId="fe7614ca-af55-4fb2-94e7-922382d03749" providerId="ADAL" clId="{2D90F474-F3FD-4330-8B12-A735BCF670E2}" dt="2026-09-07T20:02:56.394" v="6846" actId="1076"/>
          <ac:spMkLst>
            <pc:docMk/>
            <pc:sldMk cId="3944131012" sldId="285"/>
            <ac:spMk id="15" creationId="{A0C174CF-2B7C-956C-7489-245F3FE30FB4}"/>
          </ac:spMkLst>
        </pc:spChg>
        <pc:spChg chg="add mod">
          <ac:chgData name="Kotzamanis, Vasileios" userId="fe7614ca-af55-4fb2-94e7-922382d03749" providerId="ADAL" clId="{2D90F474-F3FD-4330-8B12-A735BCF670E2}" dt="2026-09-07T20:02:05.326" v="6842" actId="164"/>
          <ac:spMkLst>
            <pc:docMk/>
            <pc:sldMk cId="3944131012" sldId="285"/>
            <ac:spMk id="17" creationId="{30E9523F-94C2-70B9-8CF7-502B3E42FC04}"/>
          </ac:spMkLst>
        </pc:spChg>
        <pc:spChg chg="add mod">
          <ac:chgData name="Kotzamanis, Vasileios" userId="fe7614ca-af55-4fb2-94e7-922382d03749" providerId="ADAL" clId="{2D90F474-F3FD-4330-8B12-A735BCF670E2}" dt="2026-09-07T20:08:13.126" v="7126" actId="113"/>
          <ac:spMkLst>
            <pc:docMk/>
            <pc:sldMk cId="3944131012" sldId="285"/>
            <ac:spMk id="19" creationId="{AD1C7827-2BE5-0C00-F8D7-C8F6EC8A46D0}"/>
          </ac:spMkLst>
        </pc:spChg>
        <pc:grpChg chg="add mod">
          <ac:chgData name="Kotzamanis, Vasileios" userId="fe7614ca-af55-4fb2-94e7-922382d03749" providerId="ADAL" clId="{2D90F474-F3FD-4330-8B12-A735BCF670E2}" dt="2026-09-07T20:03:12.344" v="6853" actId="1076"/>
          <ac:grpSpMkLst>
            <pc:docMk/>
            <pc:sldMk cId="3944131012" sldId="285"/>
            <ac:grpSpMk id="18" creationId="{04522CD0-9C4D-557B-A91C-462BA56C9464}"/>
          </ac:grpSpMkLst>
        </pc:grpChg>
        <pc:picChg chg="add mod modCrop">
          <ac:chgData name="Kotzamanis, Vasileios" userId="fe7614ca-af55-4fb2-94e7-922382d03749" providerId="ADAL" clId="{2D90F474-F3FD-4330-8B12-A735BCF670E2}" dt="2026-09-07T20:03:01.906" v="6849" actId="1076"/>
          <ac:picMkLst>
            <pc:docMk/>
            <pc:sldMk cId="3944131012" sldId="285"/>
            <ac:picMk id="10" creationId="{35846DD2-718B-E734-EAFC-396A7055853F}"/>
          </ac:picMkLst>
        </pc:picChg>
        <pc:picChg chg="add del mod">
          <ac:chgData name="Kotzamanis, Vasileios" userId="fe7614ca-af55-4fb2-94e7-922382d03749" providerId="ADAL" clId="{2D90F474-F3FD-4330-8B12-A735BCF670E2}" dt="2026-09-21T08:56:20.066" v="8830" actId="478"/>
          <ac:picMkLst>
            <pc:docMk/>
            <pc:sldMk cId="3944131012" sldId="285"/>
            <ac:picMk id="21" creationId="{0D038A4C-2016-8075-8CB7-71631DC71239}"/>
          </ac:picMkLst>
        </pc:picChg>
      </pc:sldChg>
      <pc:sldChg chg="addSp delSp modSp new mod delAnim modAnim">
        <pc:chgData name="Kotzamanis, Vasileios" userId="fe7614ca-af55-4fb2-94e7-922382d03749" providerId="ADAL" clId="{2D90F474-F3FD-4330-8B12-A735BCF670E2}" dt="2026-09-21T09:11:38.701" v="8842" actId="1076"/>
        <pc:sldMkLst>
          <pc:docMk/>
          <pc:sldMk cId="2354628831" sldId="287"/>
        </pc:sldMkLst>
        <pc:spChg chg="mod">
          <ac:chgData name="Kotzamanis, Vasileios" userId="fe7614ca-af55-4fb2-94e7-922382d03749" providerId="ADAL" clId="{2D90F474-F3FD-4330-8B12-A735BCF670E2}" dt="2026-09-14T17:10:46.096" v="8304" actId="20577"/>
          <ac:spMkLst>
            <pc:docMk/>
            <pc:sldMk cId="2354628831" sldId="287"/>
            <ac:spMk id="2" creationId="{762B787B-D13E-2F36-5266-54C9BACC9AD7}"/>
          </ac:spMkLst>
        </pc:spChg>
        <pc:spChg chg="mod">
          <ac:chgData name="Kotzamanis, Vasileios" userId="fe7614ca-af55-4fb2-94e7-922382d03749" providerId="ADAL" clId="{2D90F474-F3FD-4330-8B12-A735BCF670E2}" dt="2026-09-10T18:59:24.841" v="7258" actId="20577"/>
          <ac:spMkLst>
            <pc:docMk/>
            <pc:sldMk cId="2354628831" sldId="287"/>
            <ac:spMk id="3" creationId="{586B29A5-02C5-E6D5-A98F-272C57931FF5}"/>
          </ac:spMkLst>
        </pc:spChg>
        <pc:spChg chg="add mod">
          <ac:chgData name="Kotzamanis, Vasileios" userId="fe7614ca-af55-4fb2-94e7-922382d03749" providerId="ADAL" clId="{2D90F474-F3FD-4330-8B12-A735BCF670E2}" dt="2026-09-21T09:11:18.229" v="8840" actId="1076"/>
          <ac:spMkLst>
            <pc:docMk/>
            <pc:sldMk cId="2354628831" sldId="287"/>
            <ac:spMk id="6" creationId="{DB803FB9-0039-2A7A-77AD-523FA26D55F7}"/>
          </ac:spMkLst>
        </pc:spChg>
        <pc:spChg chg="add mod">
          <ac:chgData name="Kotzamanis, Vasileios" userId="fe7614ca-af55-4fb2-94e7-922382d03749" providerId="ADAL" clId="{2D90F474-F3FD-4330-8B12-A735BCF670E2}" dt="2026-09-21T09:11:38.701" v="8842" actId="1076"/>
          <ac:spMkLst>
            <pc:docMk/>
            <pc:sldMk cId="2354628831" sldId="287"/>
            <ac:spMk id="8" creationId="{2B2121E0-1842-2495-0C45-30834200E1B8}"/>
          </ac:spMkLst>
        </pc:spChg>
        <pc:spChg chg="add mod">
          <ac:chgData name="Kotzamanis, Vasileios" userId="fe7614ca-af55-4fb2-94e7-922382d03749" providerId="ADAL" clId="{2D90F474-F3FD-4330-8B12-A735BCF670E2}" dt="2026-09-14T17:13:56.897" v="8310"/>
          <ac:spMkLst>
            <pc:docMk/>
            <pc:sldMk cId="2354628831" sldId="287"/>
            <ac:spMk id="14" creationId="{F6517EC1-BA5B-532D-E11A-A348E4BFB047}"/>
          </ac:spMkLst>
        </pc:spChg>
        <pc:spChg chg="add mod">
          <ac:chgData name="Kotzamanis, Vasileios" userId="fe7614ca-af55-4fb2-94e7-922382d03749" providerId="ADAL" clId="{2D90F474-F3FD-4330-8B12-A735BCF670E2}" dt="2026-09-14T17:13:56.897" v="8310"/>
          <ac:spMkLst>
            <pc:docMk/>
            <pc:sldMk cId="2354628831" sldId="287"/>
            <ac:spMk id="15" creationId="{6E30EDF3-08A4-3693-4B39-3F9420A58C35}"/>
          </ac:spMkLst>
        </pc:spChg>
        <pc:spChg chg="add mod">
          <ac:chgData name="Kotzamanis, Vasileios" userId="fe7614ca-af55-4fb2-94e7-922382d03749" providerId="ADAL" clId="{2D90F474-F3FD-4330-8B12-A735BCF670E2}" dt="2026-09-14T17:13:56.897" v="8310"/>
          <ac:spMkLst>
            <pc:docMk/>
            <pc:sldMk cId="2354628831" sldId="287"/>
            <ac:spMk id="16" creationId="{4CAC9CDD-7141-645A-8A6B-E1B13EB4A999}"/>
          </ac:spMkLst>
        </pc:spChg>
        <pc:spChg chg="add mod">
          <ac:chgData name="Kotzamanis, Vasileios" userId="fe7614ca-af55-4fb2-94e7-922382d03749" providerId="ADAL" clId="{2D90F474-F3FD-4330-8B12-A735BCF670E2}" dt="2026-09-14T17:13:56.897" v="8310"/>
          <ac:spMkLst>
            <pc:docMk/>
            <pc:sldMk cId="2354628831" sldId="287"/>
            <ac:spMk id="17" creationId="{239A1CA8-DCB0-804C-6860-8966657EC664}"/>
          </ac:spMkLst>
        </pc:spChg>
        <pc:spChg chg="add mod">
          <ac:chgData name="Kotzamanis, Vasileios" userId="fe7614ca-af55-4fb2-94e7-922382d03749" providerId="ADAL" clId="{2D90F474-F3FD-4330-8B12-A735BCF670E2}" dt="2026-09-14T17:13:56.897" v="8310"/>
          <ac:spMkLst>
            <pc:docMk/>
            <pc:sldMk cId="2354628831" sldId="287"/>
            <ac:spMk id="18" creationId="{8110C5B8-F7FC-BCDF-69CF-89B3C20A8075}"/>
          </ac:spMkLst>
        </pc:spChg>
        <pc:spChg chg="add mod">
          <ac:chgData name="Kotzamanis, Vasileios" userId="fe7614ca-af55-4fb2-94e7-922382d03749" providerId="ADAL" clId="{2D90F474-F3FD-4330-8B12-A735BCF670E2}" dt="2026-09-14T17:13:56.897" v="8310"/>
          <ac:spMkLst>
            <pc:docMk/>
            <pc:sldMk cId="2354628831" sldId="287"/>
            <ac:spMk id="19" creationId="{12562449-7BCE-4B2D-F192-5E9ECDE4FE1E}"/>
          </ac:spMkLst>
        </pc:spChg>
        <pc:spChg chg="add del mod">
          <ac:chgData name="Kotzamanis, Vasileios" userId="fe7614ca-af55-4fb2-94e7-922382d03749" providerId="ADAL" clId="{2D90F474-F3FD-4330-8B12-A735BCF670E2}" dt="2026-09-21T09:10:38.510" v="8831" actId="478"/>
          <ac:spMkLst>
            <pc:docMk/>
            <pc:sldMk cId="2354628831" sldId="287"/>
            <ac:spMk id="22" creationId="{E35F1A8F-0C56-A664-355C-41BB6A8320C5}"/>
          </ac:spMkLst>
        </pc:spChg>
        <pc:spChg chg="add mod">
          <ac:chgData name="Kotzamanis, Vasileios" userId="fe7614ca-af55-4fb2-94e7-922382d03749" providerId="ADAL" clId="{2D90F474-F3FD-4330-8B12-A735BCF670E2}" dt="2026-09-21T09:11:36.726" v="8841" actId="1076"/>
          <ac:spMkLst>
            <pc:docMk/>
            <pc:sldMk cId="2354628831" sldId="287"/>
            <ac:spMk id="23" creationId="{B8C7C398-C4FE-B54B-E4AB-166BF86B7B81}"/>
          </ac:spMkLst>
        </pc:spChg>
        <pc:spChg chg="add mod">
          <ac:chgData name="Kotzamanis, Vasileios" userId="fe7614ca-af55-4fb2-94e7-922382d03749" providerId="ADAL" clId="{2D90F474-F3FD-4330-8B12-A735BCF670E2}" dt="2026-09-21T09:11:36.726" v="8841" actId="1076"/>
          <ac:spMkLst>
            <pc:docMk/>
            <pc:sldMk cId="2354628831" sldId="287"/>
            <ac:spMk id="24" creationId="{0BAC05DC-09EE-0B43-F205-EF639A856BAC}"/>
          </ac:spMkLst>
        </pc:spChg>
        <pc:spChg chg="add mod">
          <ac:chgData name="Kotzamanis, Vasileios" userId="fe7614ca-af55-4fb2-94e7-922382d03749" providerId="ADAL" clId="{2D90F474-F3FD-4330-8B12-A735BCF670E2}" dt="2026-09-21T09:11:36.726" v="8841" actId="1076"/>
          <ac:spMkLst>
            <pc:docMk/>
            <pc:sldMk cId="2354628831" sldId="287"/>
            <ac:spMk id="25" creationId="{6F4617E2-D7B7-AAE1-5B84-89E54BFFB468}"/>
          </ac:spMkLst>
        </pc:spChg>
        <pc:spChg chg="add mod">
          <ac:chgData name="Kotzamanis, Vasileios" userId="fe7614ca-af55-4fb2-94e7-922382d03749" providerId="ADAL" clId="{2D90F474-F3FD-4330-8B12-A735BCF670E2}" dt="2026-09-21T09:11:36.726" v="8841" actId="1076"/>
          <ac:spMkLst>
            <pc:docMk/>
            <pc:sldMk cId="2354628831" sldId="287"/>
            <ac:spMk id="27" creationId="{6A4561A3-1026-2885-B6AD-F613E03C2DE1}"/>
          </ac:spMkLst>
        </pc:spChg>
        <pc:spChg chg="add mod">
          <ac:chgData name="Kotzamanis, Vasileios" userId="fe7614ca-af55-4fb2-94e7-922382d03749" providerId="ADAL" clId="{2D90F474-F3FD-4330-8B12-A735BCF670E2}" dt="2026-09-21T09:11:36.726" v="8841" actId="1076"/>
          <ac:spMkLst>
            <pc:docMk/>
            <pc:sldMk cId="2354628831" sldId="287"/>
            <ac:spMk id="29" creationId="{D8A37269-6EC7-5AA4-21E0-C9A00F47DDB5}"/>
          </ac:spMkLst>
        </pc:spChg>
        <pc:spChg chg="add mod ord">
          <ac:chgData name="Kotzamanis, Vasileios" userId="fe7614ca-af55-4fb2-94e7-922382d03749" providerId="ADAL" clId="{2D90F474-F3FD-4330-8B12-A735BCF670E2}" dt="2026-09-21T09:11:36.726" v="8841" actId="1076"/>
          <ac:spMkLst>
            <pc:docMk/>
            <pc:sldMk cId="2354628831" sldId="287"/>
            <ac:spMk id="30" creationId="{5426273B-598D-9A15-D369-71AB351368F2}"/>
          </ac:spMkLst>
        </pc:spChg>
        <pc:picChg chg="add mod">
          <ac:chgData name="Kotzamanis, Vasileios" userId="fe7614ca-af55-4fb2-94e7-922382d03749" providerId="ADAL" clId="{2D90F474-F3FD-4330-8B12-A735BCF670E2}" dt="2026-09-21T09:11:36.726" v="8841" actId="1076"/>
          <ac:picMkLst>
            <pc:docMk/>
            <pc:sldMk cId="2354628831" sldId="287"/>
            <ac:picMk id="12" creationId="{43DC70DE-1575-4B7F-7AA2-26B872BC5DB1}"/>
          </ac:picMkLst>
        </pc:picChg>
        <pc:picChg chg="add mod">
          <ac:chgData name="Kotzamanis, Vasileios" userId="fe7614ca-af55-4fb2-94e7-922382d03749" providerId="ADAL" clId="{2D90F474-F3FD-4330-8B12-A735BCF670E2}" dt="2026-09-14T17:13:56.897" v="8310"/>
          <ac:picMkLst>
            <pc:docMk/>
            <pc:sldMk cId="2354628831" sldId="287"/>
            <ac:picMk id="20" creationId="{A1D49651-2615-34E3-C094-CA26A9864FEA}"/>
          </ac:picMkLst>
        </pc:picChg>
        <pc:picChg chg="add mod">
          <ac:chgData name="Kotzamanis, Vasileios" userId="fe7614ca-af55-4fb2-94e7-922382d03749" providerId="ADAL" clId="{2D90F474-F3FD-4330-8B12-A735BCF670E2}" dt="2026-09-21T09:11:36.726" v="8841" actId="1076"/>
          <ac:picMkLst>
            <pc:docMk/>
            <pc:sldMk cId="2354628831" sldId="287"/>
            <ac:picMk id="32" creationId="{F5341944-64FF-AB8F-B344-11C509157B9C}"/>
          </ac:picMkLst>
        </pc:picChg>
        <pc:picChg chg="add mod">
          <ac:chgData name="Kotzamanis, Vasileios" userId="fe7614ca-af55-4fb2-94e7-922382d03749" providerId="ADAL" clId="{2D90F474-F3FD-4330-8B12-A735BCF670E2}" dt="2026-09-21T09:11:36.726" v="8841" actId="1076"/>
          <ac:picMkLst>
            <pc:docMk/>
            <pc:sldMk cId="2354628831" sldId="287"/>
            <ac:picMk id="34" creationId="{5A75A3F5-E0AC-B985-38F3-410D1F9998B5}"/>
          </ac:picMkLst>
        </pc:picChg>
      </pc:sldChg>
      <pc:sldChg chg="add mod modShow">
        <pc:chgData name="Kotzamanis, Vasileios" userId="fe7614ca-af55-4fb2-94e7-922382d03749" providerId="ADAL" clId="{2D90F474-F3FD-4330-8B12-A735BCF670E2}" dt="2026-09-14T17:23:05.948" v="8760" actId="729"/>
        <pc:sldMkLst>
          <pc:docMk/>
          <pc:sldMk cId="2397308615" sldId="288"/>
        </pc:sldMkLst>
      </pc:sldChg>
      <pc:sldChg chg="addSp delSp modSp add mod delAnim modAnim">
        <pc:chgData name="Kotzamanis, Vasileios" userId="fe7614ca-af55-4fb2-94e7-922382d03749" providerId="ADAL" clId="{2D90F474-F3FD-4330-8B12-A735BCF670E2}" dt="2026-09-21T09:12:08.444" v="8846" actId="1076"/>
        <pc:sldMkLst>
          <pc:docMk/>
          <pc:sldMk cId="205203228" sldId="289"/>
        </pc:sldMkLst>
        <pc:spChg chg="add mod">
          <ac:chgData name="Kotzamanis, Vasileios" userId="fe7614ca-af55-4fb2-94e7-922382d03749" providerId="ADAL" clId="{2D90F474-F3FD-4330-8B12-A735BCF670E2}" dt="2026-09-21T09:12:08.444" v="8846" actId="1076"/>
          <ac:spMkLst>
            <pc:docMk/>
            <pc:sldMk cId="205203228" sldId="289"/>
            <ac:spMk id="6" creationId="{40B6C0B2-4F6A-E737-6472-A4D1D984325B}"/>
          </ac:spMkLst>
        </pc:spChg>
        <pc:picChg chg="add del mod">
          <ac:chgData name="Kotzamanis, Vasileios" userId="fe7614ca-af55-4fb2-94e7-922382d03749" providerId="ADAL" clId="{2D90F474-F3FD-4330-8B12-A735BCF670E2}" dt="2026-09-21T09:12:06.350" v="8845" actId="478"/>
          <ac:picMkLst>
            <pc:docMk/>
            <pc:sldMk cId="205203228" sldId="289"/>
            <ac:picMk id="7" creationId="{5D1D5E8C-2B9B-2520-F8B9-1E97333224F2}"/>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87DE4FA-6EFA-4B74-A130-9CAC0A374EBF}" type="doc">
      <dgm:prSet loTypeId="urn:microsoft.com/office/officeart/2024/layout/BulletTimelineInverted" loCatId="timeline" qsTypeId="urn:microsoft.com/office/officeart/2005/8/quickstyle/simple1" qsCatId="simple" csTypeId="urn:microsoft.com/office/officeart/2005/8/colors/accent1_2" csCatId="accent1" phldr="1"/>
      <dgm:spPr/>
      <dgm:t>
        <a:bodyPr/>
        <a:lstStyle/>
        <a:p>
          <a:endParaRPr lang="en-US"/>
        </a:p>
      </dgm:t>
    </dgm:pt>
    <dgm:pt modelId="{D4EF85B8-4A54-4DB1-AEB1-5C3B95FBA533}">
      <dgm:prSet phldrT="Add an event" phldr="1" custT="1"/>
      <dgm:spPr/>
      <dgm:t>
        <a:bodyPr/>
        <a:lstStyle/>
        <a:p>
          <a:pPr>
            <a:defRPr b="1"/>
          </a:pPr>
          <a:endParaRPr lang="en-US" sz="2800" dirty="0">
            <a:solidFill>
              <a:schemeClr val="bg1"/>
            </a:solidFill>
          </a:endParaRPr>
        </a:p>
      </dgm:t>
    </dgm:pt>
    <dgm:pt modelId="{B129796F-2C7E-49FA-8BA8-97E07144EA0E}" type="parTrans" cxnId="{782503F2-2797-461E-A74B-7B04D15EF25C}">
      <dgm:prSet/>
      <dgm:spPr/>
      <dgm:t>
        <a:bodyPr/>
        <a:lstStyle/>
        <a:p>
          <a:endParaRPr lang="en-US"/>
        </a:p>
      </dgm:t>
    </dgm:pt>
    <dgm:pt modelId="{749E1376-3440-4314-891B-F92C25B99D30}" type="sibTrans" cxnId="{782503F2-2797-461E-A74B-7B04D15EF25C}">
      <dgm:prSet/>
      <dgm:spPr/>
      <dgm:t>
        <a:bodyPr/>
        <a:lstStyle/>
        <a:p>
          <a:endParaRPr lang="en-US"/>
        </a:p>
      </dgm:t>
    </dgm:pt>
    <dgm:pt modelId="{0EB39BDC-C31C-47A5-B0D2-5E965FA52071}">
      <dgm:prSet phldrT="Add an event" phldr="1" custT="1"/>
      <dgm:spPr/>
      <dgm:t>
        <a:bodyPr/>
        <a:lstStyle/>
        <a:p>
          <a:pPr>
            <a:defRPr b="1"/>
          </a:pPr>
          <a:endParaRPr lang="en-US" sz="2800" dirty="0">
            <a:solidFill>
              <a:schemeClr val="bg1"/>
            </a:solidFill>
          </a:endParaRPr>
        </a:p>
      </dgm:t>
    </dgm:pt>
    <dgm:pt modelId="{518E3CA3-448C-44E3-B7A7-0F7B89D27C8A}" type="parTrans" cxnId="{F685D407-1573-4B88-878C-BE276230B205}">
      <dgm:prSet/>
      <dgm:spPr/>
      <dgm:t>
        <a:bodyPr/>
        <a:lstStyle/>
        <a:p>
          <a:endParaRPr lang="en-US"/>
        </a:p>
      </dgm:t>
    </dgm:pt>
    <dgm:pt modelId="{0398DC19-3347-42CF-8B02-0C61EC6F3BEE}" type="sibTrans" cxnId="{F685D407-1573-4B88-878C-BE276230B205}">
      <dgm:prSet/>
      <dgm:spPr/>
      <dgm:t>
        <a:bodyPr/>
        <a:lstStyle/>
        <a:p>
          <a:endParaRPr lang="en-US"/>
        </a:p>
      </dgm:t>
    </dgm:pt>
    <dgm:pt modelId="{39179FD0-7719-44A3-A4FD-01233CC04052}">
      <dgm:prSet phldrT="Add an event" phldr="1" custT="1"/>
      <dgm:spPr/>
      <dgm:t>
        <a:bodyPr/>
        <a:lstStyle/>
        <a:p>
          <a:pPr>
            <a:defRPr b="1"/>
          </a:pPr>
          <a:endParaRPr lang="en-US" sz="2800" dirty="0">
            <a:solidFill>
              <a:schemeClr val="bg1"/>
            </a:solidFill>
          </a:endParaRPr>
        </a:p>
      </dgm:t>
    </dgm:pt>
    <dgm:pt modelId="{3FDA0ADD-4151-4810-BEC6-6D078D81897E}" type="parTrans" cxnId="{8FE4260A-06FC-44A2-AE66-9F747FC2D915}">
      <dgm:prSet/>
      <dgm:spPr/>
      <dgm:t>
        <a:bodyPr/>
        <a:lstStyle/>
        <a:p>
          <a:endParaRPr lang="en-US"/>
        </a:p>
      </dgm:t>
    </dgm:pt>
    <dgm:pt modelId="{18656961-BE88-45F3-A7A2-1297BA4E9575}" type="sibTrans" cxnId="{8FE4260A-06FC-44A2-AE66-9F747FC2D915}">
      <dgm:prSet/>
      <dgm:spPr/>
      <dgm:t>
        <a:bodyPr/>
        <a:lstStyle/>
        <a:p>
          <a:endParaRPr lang="en-US"/>
        </a:p>
      </dgm:t>
    </dgm:pt>
    <dgm:pt modelId="{1555C540-C391-4AEA-A9B5-D17743A65F76}">
      <dgm:prSet phldrT="Add an event" phldr="1" custT="1"/>
      <dgm:spPr/>
      <dgm:t>
        <a:bodyPr/>
        <a:lstStyle/>
        <a:p>
          <a:pPr>
            <a:defRPr b="1"/>
          </a:pPr>
          <a:endParaRPr lang="en-US" sz="2800" dirty="0">
            <a:solidFill>
              <a:schemeClr val="bg1"/>
            </a:solidFill>
          </a:endParaRPr>
        </a:p>
      </dgm:t>
    </dgm:pt>
    <dgm:pt modelId="{602F2A81-D7BE-4406-B70E-2FD578B476F5}" type="parTrans" cxnId="{AECABF2F-0320-4976-A305-FB6421F629C4}">
      <dgm:prSet/>
      <dgm:spPr/>
      <dgm:t>
        <a:bodyPr/>
        <a:lstStyle/>
        <a:p>
          <a:endParaRPr lang="en-US"/>
        </a:p>
      </dgm:t>
    </dgm:pt>
    <dgm:pt modelId="{5E062C63-5D20-40B2-9DBA-A6C44461C15E}" type="sibTrans" cxnId="{AECABF2F-0320-4976-A305-FB6421F629C4}">
      <dgm:prSet/>
      <dgm:spPr/>
      <dgm:t>
        <a:bodyPr/>
        <a:lstStyle/>
        <a:p>
          <a:endParaRPr lang="en-US"/>
        </a:p>
      </dgm:t>
    </dgm:pt>
    <dgm:pt modelId="{8B194077-5C99-4A78-933D-422EB43CBC71}">
      <dgm:prSet phldrT="Add an event" phldr="1" custT="1"/>
      <dgm:spPr/>
      <dgm:t>
        <a:bodyPr/>
        <a:lstStyle/>
        <a:p>
          <a:pPr>
            <a:defRPr b="1"/>
          </a:pPr>
          <a:endParaRPr lang="en-US" sz="2800" dirty="0">
            <a:solidFill>
              <a:schemeClr val="bg1"/>
            </a:solidFill>
          </a:endParaRPr>
        </a:p>
      </dgm:t>
    </dgm:pt>
    <dgm:pt modelId="{FC009FA5-56E0-4C76-896D-88CBD294D6C0}" type="parTrans" cxnId="{43E7891D-0063-419F-A4D7-4177F06D8BB3}">
      <dgm:prSet/>
      <dgm:spPr/>
      <dgm:t>
        <a:bodyPr/>
        <a:lstStyle/>
        <a:p>
          <a:endParaRPr lang="en-US"/>
        </a:p>
      </dgm:t>
    </dgm:pt>
    <dgm:pt modelId="{958FB7C3-6EA3-437B-835C-EAA6CE983E6C}" type="sibTrans" cxnId="{43E7891D-0063-419F-A4D7-4177F06D8BB3}">
      <dgm:prSet/>
      <dgm:spPr/>
      <dgm:t>
        <a:bodyPr/>
        <a:lstStyle/>
        <a:p>
          <a:endParaRPr lang="en-US"/>
        </a:p>
      </dgm:t>
    </dgm:pt>
    <dgm:pt modelId="{BA9AAD13-4180-432E-A37A-DFA0462980B4}">
      <dgm:prSet phldrT="Add an event" phldr="1" custT="1"/>
      <dgm:spPr/>
      <dgm:t>
        <a:bodyPr/>
        <a:lstStyle/>
        <a:p>
          <a:pPr>
            <a:defRPr b="1"/>
          </a:pPr>
          <a:endParaRPr lang="en-US" sz="2800" dirty="0">
            <a:solidFill>
              <a:schemeClr val="bg1"/>
            </a:solidFill>
          </a:endParaRPr>
        </a:p>
      </dgm:t>
    </dgm:pt>
    <dgm:pt modelId="{7ECBB5D4-32B9-4BAB-9A3A-BB739E0A67FC}" type="sibTrans" cxnId="{E4147E17-9FC1-4547-9F78-92D212AEF1D3}">
      <dgm:prSet/>
      <dgm:spPr/>
      <dgm:t>
        <a:bodyPr/>
        <a:lstStyle/>
        <a:p>
          <a:endParaRPr lang="en-US"/>
        </a:p>
      </dgm:t>
    </dgm:pt>
    <dgm:pt modelId="{88E20204-1D8D-4A18-8E9F-9C51D2754B05}" type="parTrans" cxnId="{E4147E17-9FC1-4547-9F78-92D212AEF1D3}">
      <dgm:prSet/>
      <dgm:spPr/>
      <dgm:t>
        <a:bodyPr/>
        <a:lstStyle/>
        <a:p>
          <a:endParaRPr lang="en-US"/>
        </a:p>
      </dgm:t>
    </dgm:pt>
    <dgm:pt modelId="{CA84A068-D6AF-4831-99A4-297B838C06BD}" type="pres">
      <dgm:prSet presAssocID="{587DE4FA-6EFA-4B74-A130-9CAC0A374EBF}" presName="root" presStyleCnt="0">
        <dgm:presLayoutVars>
          <dgm:dir/>
          <dgm:animLvl val="lvl"/>
        </dgm:presLayoutVars>
      </dgm:prSet>
      <dgm:spPr/>
    </dgm:pt>
    <dgm:pt modelId="{C9E68663-9856-4547-9A03-11717BBBCD94}" type="pres">
      <dgm:prSet presAssocID="{587DE4FA-6EFA-4B74-A130-9CAC0A374EBF}" presName="divider" presStyleCnt="0"/>
      <dgm:spPr/>
    </dgm:pt>
    <dgm:pt modelId="{43444F5F-ACD2-4CCB-9E3E-186E74AED94F}" type="pres">
      <dgm:prSet presAssocID="{587DE4FA-6EFA-4B74-A130-9CAC0A374EBF}" presName="rectBar" presStyleLbl="dkBgShp" presStyleIdx="0" presStyleCnt="8"/>
      <dgm:spPr>
        <a:solidFill>
          <a:schemeClr val="accent6"/>
        </a:solidFill>
        <a:ln w="38100">
          <a:solidFill>
            <a:schemeClr val="accent6"/>
          </a:solidFill>
        </a:ln>
        <a:effectLst/>
      </dgm:spPr>
    </dgm:pt>
    <dgm:pt modelId="{7F849CDD-2487-4DC1-8D1C-444D0CD9D2D4}" type="pres">
      <dgm:prSet presAssocID="{587DE4FA-6EFA-4B74-A130-9CAC0A374EBF}" presName="chevronArrow" presStyleLbl="dkBgShp" presStyleIdx="1" presStyleCnt="8"/>
      <dgm:spPr>
        <a:solidFill>
          <a:schemeClr val="bg1"/>
        </a:solidFill>
        <a:ln>
          <a:solidFill>
            <a:schemeClr val="bg1"/>
          </a:solidFill>
        </a:ln>
        <a:effectLst/>
      </dgm:spPr>
    </dgm:pt>
    <dgm:pt modelId="{0A8C3B58-3D2D-45F5-B046-0D7918D31211}" type="pres">
      <dgm:prSet presAssocID="{587DE4FA-6EFA-4B74-A130-9CAC0A374EBF}" presName="nodes" presStyleCnt="0">
        <dgm:presLayoutVars>
          <dgm:chMax/>
          <dgm:chPref/>
          <dgm:animLvl val="lvl"/>
        </dgm:presLayoutVars>
      </dgm:prSet>
      <dgm:spPr/>
    </dgm:pt>
    <dgm:pt modelId="{89B9D67B-9D9F-4CFF-A317-4131D208AFD7}" type="pres">
      <dgm:prSet presAssocID="{BA9AAD13-4180-432E-A37A-DFA0462980B4}" presName="composite" presStyleCnt="0"/>
      <dgm:spPr/>
    </dgm:pt>
    <dgm:pt modelId="{D41F64E7-4018-44E8-8B95-65670984279D}" type="pres">
      <dgm:prSet presAssocID="{BA9AAD13-4180-432E-A37A-DFA0462980B4}" presName="DropPinPlaceHolder" presStyleCnt="0"/>
      <dgm:spPr/>
    </dgm:pt>
    <dgm:pt modelId="{2AFB2134-68CF-434F-BE7A-E1E71C75F6EE}" type="pres">
      <dgm:prSet presAssocID="{BA9AAD13-4180-432E-A37A-DFA0462980B4}" presName="DropPin" presStyleLbl="alignNode1" presStyleIdx="0" presStyleCnt="6"/>
      <dgm:spPr/>
    </dgm:pt>
    <dgm:pt modelId="{8BA3F14A-386F-44D9-8A99-D5FA88037FF3}" type="pres">
      <dgm:prSet presAssocID="{BA9AAD13-4180-432E-A37A-DFA0462980B4}" presName="Ellipse" presStyleLbl="fgAcc1" presStyleIdx="0" presStyleCnt="6"/>
      <dgm:spPr/>
    </dgm:pt>
    <dgm:pt modelId="{BDBEA387-EFCE-4944-8F08-DE8D58F23917}" type="pres">
      <dgm:prSet presAssocID="{BA9AAD13-4180-432E-A37A-DFA0462980B4}" presName="L2TextContainer" presStyleLbl="revTx" presStyleIdx="0" presStyleCnt="12">
        <dgm:presLayoutVars>
          <dgm:bulletEnabled val="1"/>
        </dgm:presLayoutVars>
      </dgm:prSet>
      <dgm:spPr/>
    </dgm:pt>
    <dgm:pt modelId="{C3534385-8AF7-4E95-BA9E-1B1FD1177DE9}" type="pres">
      <dgm:prSet presAssocID="{BA9AAD13-4180-432E-A37A-DFA0462980B4}" presName="L1TextContainer" presStyleLbl="revTx" presStyleIdx="1" presStyleCnt="12">
        <dgm:presLayoutVars>
          <dgm:chMax val="1"/>
          <dgm:chPref val="1"/>
          <dgm:bulletEnabled val="1"/>
        </dgm:presLayoutVars>
      </dgm:prSet>
      <dgm:spPr/>
    </dgm:pt>
    <dgm:pt modelId="{1D010B1E-C805-45BA-8B6F-955B5989D35D}" type="pres">
      <dgm:prSet presAssocID="{BA9AAD13-4180-432E-A37A-DFA0462980B4}" presName="ConnectLine" presStyleLbl="dkBgShp" presStyleIdx="2" presStyleCnt="8"/>
      <dgm:spPr>
        <a:solidFill>
          <a:schemeClr val="accent6"/>
        </a:solidFill>
        <a:ln w="28575">
          <a:solidFill>
            <a:schemeClr val="accent6"/>
          </a:solidFill>
        </a:ln>
        <a:effectLst/>
      </dgm:spPr>
    </dgm:pt>
    <dgm:pt modelId="{EA2089C0-1F8B-4A66-A775-256ECDE9A79D}" type="pres">
      <dgm:prSet presAssocID="{BA9AAD13-4180-432E-A37A-DFA0462980B4}" presName="ConnectorPoint" presStyleCnt="0"/>
      <dgm:spPr/>
    </dgm:pt>
    <dgm:pt modelId="{E6CDF062-ED6B-486F-B20B-AB231B8A4887}" type="pres">
      <dgm:prSet presAssocID="{BA9AAD13-4180-432E-A37A-DFA0462980B4}" presName="Bullet" presStyleLbl="node1NoLn" presStyleIdx="0" presStyleCnt="6" custScaleX="235795" custScaleY="235795"/>
      <dgm:spPr>
        <a:solidFill>
          <a:schemeClr val="accent1"/>
        </a:solidFill>
        <a:ln>
          <a:solidFill>
            <a:schemeClr val="accent1">
              <a:alpha val="0"/>
            </a:schemeClr>
          </a:solidFill>
        </a:ln>
      </dgm:spPr>
    </dgm:pt>
    <dgm:pt modelId="{E0C7A871-B03E-4058-B3AE-7E3C5CE584D2}" type="pres">
      <dgm:prSet presAssocID="{BA9AAD13-4180-432E-A37A-DFA0462980B4}" presName="EmptyPlaceHolder" presStyleCnt="0"/>
      <dgm:spPr/>
    </dgm:pt>
    <dgm:pt modelId="{01D87617-C15B-4ABA-9728-C65A502AC6D6}" type="pres">
      <dgm:prSet presAssocID="{7ECBB5D4-32B9-4BAB-9A3A-BB739E0A67FC}" presName="spaceBetweenRectangles" presStyleCnt="0"/>
      <dgm:spPr/>
    </dgm:pt>
    <dgm:pt modelId="{B0352824-C137-4CC8-9FBB-DB1546B13FC1}" type="pres">
      <dgm:prSet presAssocID="{D4EF85B8-4A54-4DB1-AEB1-5C3B95FBA533}" presName="composite" presStyleCnt="0"/>
      <dgm:spPr/>
    </dgm:pt>
    <dgm:pt modelId="{FE8B07F4-E2D5-49F2-A985-2668403119D7}" type="pres">
      <dgm:prSet presAssocID="{D4EF85B8-4A54-4DB1-AEB1-5C3B95FBA533}" presName="DropPinPlaceHolder" presStyleCnt="0"/>
      <dgm:spPr/>
    </dgm:pt>
    <dgm:pt modelId="{24EF079D-EBCE-4D20-A488-E74534C6F8DE}" type="pres">
      <dgm:prSet presAssocID="{D4EF85B8-4A54-4DB1-AEB1-5C3B95FBA533}" presName="DropPin" presStyleLbl="alignNode1" presStyleIdx="1" presStyleCnt="6"/>
      <dgm:spPr/>
    </dgm:pt>
    <dgm:pt modelId="{9F14C915-9D11-4FCE-A4D6-85F3CC703C27}" type="pres">
      <dgm:prSet presAssocID="{D4EF85B8-4A54-4DB1-AEB1-5C3B95FBA533}" presName="Ellipse" presStyleLbl="fgAcc1" presStyleIdx="1" presStyleCnt="6"/>
      <dgm:spPr/>
    </dgm:pt>
    <dgm:pt modelId="{7086AF8B-DFCC-4A31-BBF0-9764C77ABF0C}" type="pres">
      <dgm:prSet presAssocID="{D4EF85B8-4A54-4DB1-AEB1-5C3B95FBA533}" presName="L2TextContainer" presStyleLbl="revTx" presStyleIdx="2" presStyleCnt="12">
        <dgm:presLayoutVars>
          <dgm:bulletEnabled val="1"/>
        </dgm:presLayoutVars>
      </dgm:prSet>
      <dgm:spPr/>
    </dgm:pt>
    <dgm:pt modelId="{5107BA26-5A90-4480-AB8C-A17C222DD21D}" type="pres">
      <dgm:prSet presAssocID="{D4EF85B8-4A54-4DB1-AEB1-5C3B95FBA533}" presName="L1TextContainer" presStyleLbl="revTx" presStyleIdx="3" presStyleCnt="12" custScaleY="97144" custLinFactY="89245" custLinFactNeighborY="100000">
        <dgm:presLayoutVars>
          <dgm:chMax val="1"/>
          <dgm:chPref val="1"/>
          <dgm:bulletEnabled val="1"/>
        </dgm:presLayoutVars>
      </dgm:prSet>
      <dgm:spPr/>
    </dgm:pt>
    <dgm:pt modelId="{FAB4B98A-7488-41F9-A537-D3728C27BC16}" type="pres">
      <dgm:prSet presAssocID="{D4EF85B8-4A54-4DB1-AEB1-5C3B95FBA533}" presName="ConnectLine" presStyleLbl="dkBgShp" presStyleIdx="3" presStyleCnt="8"/>
      <dgm:spPr>
        <a:solidFill>
          <a:schemeClr val="accent6"/>
        </a:solidFill>
        <a:ln w="28575">
          <a:solidFill>
            <a:schemeClr val="accent6"/>
          </a:solidFill>
        </a:ln>
        <a:effectLst/>
      </dgm:spPr>
    </dgm:pt>
    <dgm:pt modelId="{352C0320-AB7B-419C-BEEF-21D894063E79}" type="pres">
      <dgm:prSet presAssocID="{D4EF85B8-4A54-4DB1-AEB1-5C3B95FBA533}" presName="ConnectorPoint" presStyleCnt="0"/>
      <dgm:spPr/>
    </dgm:pt>
    <dgm:pt modelId="{8A80E5DF-4BE9-4AA7-A821-78583172DA06}" type="pres">
      <dgm:prSet presAssocID="{D4EF85B8-4A54-4DB1-AEB1-5C3B95FBA533}" presName="Bullet" presStyleLbl="node1NoLn" presStyleIdx="1" presStyleCnt="6" custScaleX="206830" custScaleY="413661" custLinFactY="100000" custLinFactNeighborX="0" custLinFactNeighborY="106831"/>
      <dgm:spPr/>
    </dgm:pt>
    <dgm:pt modelId="{54C5758D-B8C6-4097-B4E8-CAB19C44BF77}" type="pres">
      <dgm:prSet presAssocID="{D4EF85B8-4A54-4DB1-AEB1-5C3B95FBA533}" presName="EmptyPlaceHolder" presStyleCnt="0"/>
      <dgm:spPr/>
    </dgm:pt>
    <dgm:pt modelId="{78306B6A-C0C9-4355-AB28-22F285F62CDB}" type="pres">
      <dgm:prSet presAssocID="{749E1376-3440-4314-891B-F92C25B99D30}" presName="spaceBetweenRectangles" presStyleCnt="0"/>
      <dgm:spPr/>
    </dgm:pt>
    <dgm:pt modelId="{D1E1CE66-2D12-4093-98D4-C998C967F74A}" type="pres">
      <dgm:prSet presAssocID="{0EB39BDC-C31C-47A5-B0D2-5E965FA52071}" presName="composite" presStyleCnt="0"/>
      <dgm:spPr/>
    </dgm:pt>
    <dgm:pt modelId="{8B96B0D8-E1DD-425D-A8AC-7641F5101259}" type="pres">
      <dgm:prSet presAssocID="{0EB39BDC-C31C-47A5-B0D2-5E965FA52071}" presName="DropPinPlaceHolder" presStyleCnt="0"/>
      <dgm:spPr/>
    </dgm:pt>
    <dgm:pt modelId="{08E598FF-B3AF-482F-A965-DFDE69DD24C6}" type="pres">
      <dgm:prSet presAssocID="{0EB39BDC-C31C-47A5-B0D2-5E965FA52071}" presName="DropPin" presStyleLbl="alignNode1" presStyleIdx="2" presStyleCnt="6"/>
      <dgm:spPr/>
    </dgm:pt>
    <dgm:pt modelId="{DBC63AED-B019-4F98-8CFF-7CEFBCE8F3D9}" type="pres">
      <dgm:prSet presAssocID="{0EB39BDC-C31C-47A5-B0D2-5E965FA52071}" presName="Ellipse" presStyleLbl="fgAcc1" presStyleIdx="2" presStyleCnt="6"/>
      <dgm:spPr/>
    </dgm:pt>
    <dgm:pt modelId="{E5A3908B-5D7C-422F-877B-73E36A27D3F0}" type="pres">
      <dgm:prSet presAssocID="{0EB39BDC-C31C-47A5-B0D2-5E965FA52071}" presName="L2TextContainer" presStyleLbl="revTx" presStyleIdx="4" presStyleCnt="12">
        <dgm:presLayoutVars>
          <dgm:bulletEnabled val="1"/>
        </dgm:presLayoutVars>
      </dgm:prSet>
      <dgm:spPr/>
    </dgm:pt>
    <dgm:pt modelId="{96862BA9-61F9-41A7-B20A-A873DB9EF705}" type="pres">
      <dgm:prSet presAssocID="{0EB39BDC-C31C-47A5-B0D2-5E965FA52071}" presName="L1TextContainer" presStyleLbl="revTx" presStyleIdx="5" presStyleCnt="12">
        <dgm:presLayoutVars>
          <dgm:chMax val="1"/>
          <dgm:chPref val="1"/>
          <dgm:bulletEnabled val="1"/>
        </dgm:presLayoutVars>
      </dgm:prSet>
      <dgm:spPr/>
    </dgm:pt>
    <dgm:pt modelId="{189C1BD2-CCCF-4B7B-A74A-55B7DD10B12C}" type="pres">
      <dgm:prSet presAssocID="{0EB39BDC-C31C-47A5-B0D2-5E965FA52071}" presName="ConnectLine" presStyleLbl="dkBgShp" presStyleIdx="4" presStyleCnt="8"/>
      <dgm:spPr>
        <a:solidFill>
          <a:schemeClr val="accent6"/>
        </a:solidFill>
        <a:ln w="28575">
          <a:solidFill>
            <a:schemeClr val="accent6"/>
          </a:solidFill>
        </a:ln>
        <a:effectLst/>
      </dgm:spPr>
    </dgm:pt>
    <dgm:pt modelId="{E0BC2C4F-7D38-4FD5-B2EC-9F8790D69D40}" type="pres">
      <dgm:prSet presAssocID="{0EB39BDC-C31C-47A5-B0D2-5E965FA52071}" presName="ConnectorPoint" presStyleCnt="0"/>
      <dgm:spPr/>
    </dgm:pt>
    <dgm:pt modelId="{440040C5-E81D-4B25-8198-D2E46029D3CC}" type="pres">
      <dgm:prSet presAssocID="{0EB39BDC-C31C-47A5-B0D2-5E965FA52071}" presName="Bullet" presStyleLbl="node1NoLn" presStyleIdx="2" presStyleCnt="6" custScaleX="235795" custScaleY="235795"/>
      <dgm:spPr>
        <a:solidFill>
          <a:schemeClr val="tx2"/>
        </a:solidFill>
        <a:ln>
          <a:solidFill>
            <a:schemeClr val="tx2">
              <a:alpha val="0"/>
            </a:schemeClr>
          </a:solidFill>
        </a:ln>
      </dgm:spPr>
    </dgm:pt>
    <dgm:pt modelId="{E4C92CCC-5B1E-4365-A4E0-85174810D7EF}" type="pres">
      <dgm:prSet presAssocID="{0EB39BDC-C31C-47A5-B0D2-5E965FA52071}" presName="EmptyPlaceHolder" presStyleCnt="0"/>
      <dgm:spPr/>
    </dgm:pt>
    <dgm:pt modelId="{3D980089-1A76-4E00-9D51-A8D9A612FD36}" type="pres">
      <dgm:prSet presAssocID="{0398DC19-3347-42CF-8B02-0C61EC6F3BEE}" presName="spaceBetweenRectangles" presStyleCnt="0"/>
      <dgm:spPr/>
    </dgm:pt>
    <dgm:pt modelId="{6184717C-F9D0-4723-A3BC-0816A2B8DE1E}" type="pres">
      <dgm:prSet presAssocID="{39179FD0-7719-44A3-A4FD-01233CC04052}" presName="composite" presStyleCnt="0"/>
      <dgm:spPr/>
    </dgm:pt>
    <dgm:pt modelId="{CA0DEB64-A8D8-42A1-854A-C7EBE54C3FF3}" type="pres">
      <dgm:prSet presAssocID="{39179FD0-7719-44A3-A4FD-01233CC04052}" presName="DropPinPlaceHolder" presStyleCnt="0"/>
      <dgm:spPr/>
    </dgm:pt>
    <dgm:pt modelId="{E870CA1D-1860-4A32-BD45-E78DD586EF87}" type="pres">
      <dgm:prSet presAssocID="{39179FD0-7719-44A3-A4FD-01233CC04052}" presName="DropPin" presStyleLbl="alignNode1" presStyleIdx="3" presStyleCnt="6"/>
      <dgm:spPr/>
    </dgm:pt>
    <dgm:pt modelId="{067D34D3-37CC-4EFE-AA8E-77EF38F7D032}" type="pres">
      <dgm:prSet presAssocID="{39179FD0-7719-44A3-A4FD-01233CC04052}" presName="Ellipse" presStyleLbl="fgAcc1" presStyleIdx="3" presStyleCnt="6"/>
      <dgm:spPr/>
    </dgm:pt>
    <dgm:pt modelId="{B25F9035-9415-4B0E-BAA8-23DA3B620298}" type="pres">
      <dgm:prSet presAssocID="{39179FD0-7719-44A3-A4FD-01233CC04052}" presName="L2TextContainer" presStyleLbl="revTx" presStyleIdx="6" presStyleCnt="12">
        <dgm:presLayoutVars>
          <dgm:bulletEnabled val="1"/>
        </dgm:presLayoutVars>
      </dgm:prSet>
      <dgm:spPr/>
    </dgm:pt>
    <dgm:pt modelId="{C394E378-E0E7-4FA3-9BEE-182DF1C54462}" type="pres">
      <dgm:prSet presAssocID="{39179FD0-7719-44A3-A4FD-01233CC04052}" presName="L1TextContainer" presStyleLbl="revTx" presStyleIdx="7" presStyleCnt="12" custLinFactY="90673" custLinFactNeighborY="100000">
        <dgm:presLayoutVars>
          <dgm:chMax val="1"/>
          <dgm:chPref val="1"/>
          <dgm:bulletEnabled val="1"/>
        </dgm:presLayoutVars>
      </dgm:prSet>
      <dgm:spPr/>
    </dgm:pt>
    <dgm:pt modelId="{E7EDE10A-DA17-4053-95B6-8E0FEC359D83}" type="pres">
      <dgm:prSet presAssocID="{39179FD0-7719-44A3-A4FD-01233CC04052}" presName="ConnectLine" presStyleLbl="dkBgShp" presStyleIdx="5" presStyleCnt="8"/>
      <dgm:spPr>
        <a:solidFill>
          <a:schemeClr val="accent6"/>
        </a:solidFill>
        <a:ln w="28575">
          <a:solidFill>
            <a:schemeClr val="accent6"/>
          </a:solidFill>
        </a:ln>
        <a:effectLst/>
      </dgm:spPr>
    </dgm:pt>
    <dgm:pt modelId="{9F8D3DC7-0DF5-4500-ACED-FBCB16A9A45E}" type="pres">
      <dgm:prSet presAssocID="{39179FD0-7719-44A3-A4FD-01233CC04052}" presName="ConnectorPoint" presStyleCnt="0"/>
      <dgm:spPr/>
    </dgm:pt>
    <dgm:pt modelId="{E895F717-0DAE-4233-9869-6CB941B1F783}" type="pres">
      <dgm:prSet presAssocID="{39179FD0-7719-44A3-A4FD-01233CC04052}" presName="Bullet" presStyleLbl="node1NoLn" presStyleIdx="3" presStyleCnt="6" custScaleX="206831" custScaleY="413665" custLinFactNeighborX="1277" custLinFactNeighborY="-2873"/>
      <dgm:spPr/>
    </dgm:pt>
    <dgm:pt modelId="{2AFFB4E9-977F-4329-83D1-156E4FCB87CA}" type="pres">
      <dgm:prSet presAssocID="{39179FD0-7719-44A3-A4FD-01233CC04052}" presName="EmptyPlaceHolder" presStyleCnt="0"/>
      <dgm:spPr/>
    </dgm:pt>
    <dgm:pt modelId="{C4A4C28B-797E-4986-A472-537C1060951C}" type="pres">
      <dgm:prSet presAssocID="{18656961-BE88-45F3-A7A2-1297BA4E9575}" presName="spaceBetweenRectangles" presStyleCnt="0"/>
      <dgm:spPr/>
    </dgm:pt>
    <dgm:pt modelId="{A601902C-5C4B-4800-86B2-C04EA5E80E0B}" type="pres">
      <dgm:prSet presAssocID="{1555C540-C391-4AEA-A9B5-D17743A65F76}" presName="composite" presStyleCnt="0"/>
      <dgm:spPr/>
    </dgm:pt>
    <dgm:pt modelId="{4E998FD8-7B61-4EF9-9DC3-317E7F509583}" type="pres">
      <dgm:prSet presAssocID="{1555C540-C391-4AEA-A9B5-D17743A65F76}" presName="DropPinPlaceHolder" presStyleCnt="0"/>
      <dgm:spPr/>
    </dgm:pt>
    <dgm:pt modelId="{F16AACA3-E51C-4B13-B052-B9546A74759E}" type="pres">
      <dgm:prSet presAssocID="{1555C540-C391-4AEA-A9B5-D17743A65F76}" presName="DropPin" presStyleLbl="alignNode1" presStyleIdx="4" presStyleCnt="6"/>
      <dgm:spPr/>
    </dgm:pt>
    <dgm:pt modelId="{AC36C471-922E-43A0-B80A-0A5627F57ADD}" type="pres">
      <dgm:prSet presAssocID="{1555C540-C391-4AEA-A9B5-D17743A65F76}" presName="Ellipse" presStyleLbl="fgAcc1" presStyleIdx="4" presStyleCnt="6"/>
      <dgm:spPr/>
    </dgm:pt>
    <dgm:pt modelId="{5D568D94-2C76-4930-B3E4-F5B677366802}" type="pres">
      <dgm:prSet presAssocID="{1555C540-C391-4AEA-A9B5-D17743A65F76}" presName="L2TextContainer" presStyleLbl="revTx" presStyleIdx="8" presStyleCnt="12">
        <dgm:presLayoutVars>
          <dgm:bulletEnabled val="1"/>
        </dgm:presLayoutVars>
      </dgm:prSet>
      <dgm:spPr/>
    </dgm:pt>
    <dgm:pt modelId="{49E07D8F-4F4C-41A0-8176-685BB7E8C02C}" type="pres">
      <dgm:prSet presAssocID="{1555C540-C391-4AEA-A9B5-D17743A65F76}" presName="L1TextContainer" presStyleLbl="revTx" presStyleIdx="9" presStyleCnt="12">
        <dgm:presLayoutVars>
          <dgm:chMax val="1"/>
          <dgm:chPref val="1"/>
          <dgm:bulletEnabled val="1"/>
        </dgm:presLayoutVars>
      </dgm:prSet>
      <dgm:spPr/>
    </dgm:pt>
    <dgm:pt modelId="{7625C95D-8B07-41EA-B79C-F0CEE2EC2C21}" type="pres">
      <dgm:prSet presAssocID="{1555C540-C391-4AEA-A9B5-D17743A65F76}" presName="ConnectLine" presStyleLbl="dkBgShp" presStyleIdx="6" presStyleCnt="8"/>
      <dgm:spPr>
        <a:solidFill>
          <a:schemeClr val="accent6"/>
        </a:solidFill>
        <a:ln w="28575">
          <a:solidFill>
            <a:schemeClr val="accent6"/>
          </a:solidFill>
        </a:ln>
        <a:effectLst/>
      </dgm:spPr>
    </dgm:pt>
    <dgm:pt modelId="{DAF55F44-9CE4-40A3-951F-BDC6E8983BF1}" type="pres">
      <dgm:prSet presAssocID="{1555C540-C391-4AEA-A9B5-D17743A65F76}" presName="ConnectorPoint" presStyleCnt="0"/>
      <dgm:spPr/>
    </dgm:pt>
    <dgm:pt modelId="{1C8049F4-4BEC-4603-AF0B-D70F9624D1D0}" type="pres">
      <dgm:prSet presAssocID="{1555C540-C391-4AEA-A9B5-D17743A65F76}" presName="Bullet" presStyleLbl="node1NoLn" presStyleIdx="4" presStyleCnt="6" custScaleX="235795" custScaleY="235795"/>
      <dgm:spPr>
        <a:solidFill>
          <a:schemeClr val="accent1"/>
        </a:solidFill>
        <a:ln>
          <a:solidFill>
            <a:schemeClr val="accent1">
              <a:alpha val="0"/>
            </a:schemeClr>
          </a:solidFill>
        </a:ln>
      </dgm:spPr>
    </dgm:pt>
    <dgm:pt modelId="{6A560EAA-F10C-4E99-A381-1399BFF2D88A}" type="pres">
      <dgm:prSet presAssocID="{1555C540-C391-4AEA-A9B5-D17743A65F76}" presName="EmptyPlaceHolder" presStyleCnt="0"/>
      <dgm:spPr/>
    </dgm:pt>
    <dgm:pt modelId="{85D21E27-D37A-4033-A3F7-2472EB5AFE70}" type="pres">
      <dgm:prSet presAssocID="{5E062C63-5D20-40B2-9DBA-A6C44461C15E}" presName="spaceBetweenRectangles" presStyleCnt="0"/>
      <dgm:spPr/>
    </dgm:pt>
    <dgm:pt modelId="{EC9E28D6-3768-490A-84E9-EF1DC9FC4111}" type="pres">
      <dgm:prSet presAssocID="{8B194077-5C99-4A78-933D-422EB43CBC71}" presName="composite" presStyleCnt="0"/>
      <dgm:spPr/>
    </dgm:pt>
    <dgm:pt modelId="{0F6016BA-E0C6-4047-AC53-DCA3C14A4354}" type="pres">
      <dgm:prSet presAssocID="{8B194077-5C99-4A78-933D-422EB43CBC71}" presName="DropPinPlaceHolder" presStyleCnt="0"/>
      <dgm:spPr/>
    </dgm:pt>
    <dgm:pt modelId="{548C214B-8772-4DD4-A10B-E6C9FFD88B1F}" type="pres">
      <dgm:prSet presAssocID="{8B194077-5C99-4A78-933D-422EB43CBC71}" presName="DropPin" presStyleLbl="alignNode1" presStyleIdx="5" presStyleCnt="6"/>
      <dgm:spPr/>
    </dgm:pt>
    <dgm:pt modelId="{79871879-BE81-4916-834E-D8B2F6ED429B}" type="pres">
      <dgm:prSet presAssocID="{8B194077-5C99-4A78-933D-422EB43CBC71}" presName="Ellipse" presStyleLbl="fgAcc1" presStyleIdx="5" presStyleCnt="6"/>
      <dgm:spPr/>
    </dgm:pt>
    <dgm:pt modelId="{82DE7106-9F58-4AAA-9396-3F86816859A5}" type="pres">
      <dgm:prSet presAssocID="{8B194077-5C99-4A78-933D-422EB43CBC71}" presName="L2TextContainer" presStyleLbl="revTx" presStyleIdx="10" presStyleCnt="12">
        <dgm:presLayoutVars>
          <dgm:bulletEnabled val="1"/>
        </dgm:presLayoutVars>
      </dgm:prSet>
      <dgm:spPr/>
    </dgm:pt>
    <dgm:pt modelId="{6A17D1FB-4D06-457B-AEE6-1416A96DAE42}" type="pres">
      <dgm:prSet presAssocID="{8B194077-5C99-4A78-933D-422EB43CBC71}" presName="L1TextContainer" presStyleLbl="revTx" presStyleIdx="11" presStyleCnt="12" custLinFactY="90673" custLinFactNeighborY="100000">
        <dgm:presLayoutVars>
          <dgm:chMax val="1"/>
          <dgm:chPref val="1"/>
          <dgm:bulletEnabled val="1"/>
        </dgm:presLayoutVars>
      </dgm:prSet>
      <dgm:spPr/>
    </dgm:pt>
    <dgm:pt modelId="{4E265D6D-AFBD-4701-83B9-3CD84151EEF4}" type="pres">
      <dgm:prSet presAssocID="{8B194077-5C99-4A78-933D-422EB43CBC71}" presName="ConnectLine" presStyleLbl="dkBgShp" presStyleIdx="7" presStyleCnt="8"/>
      <dgm:spPr>
        <a:solidFill>
          <a:schemeClr val="accent6"/>
        </a:solidFill>
        <a:ln w="28575">
          <a:solidFill>
            <a:schemeClr val="accent6"/>
          </a:solidFill>
        </a:ln>
        <a:effectLst/>
      </dgm:spPr>
    </dgm:pt>
    <dgm:pt modelId="{5C7E4979-EAB3-48A3-9207-CB184DB26338}" type="pres">
      <dgm:prSet presAssocID="{8B194077-5C99-4A78-933D-422EB43CBC71}" presName="ConnectorPoint" presStyleCnt="0"/>
      <dgm:spPr/>
    </dgm:pt>
    <dgm:pt modelId="{0202B0AA-EB4C-432A-8F36-01F303FBF2E6}" type="pres">
      <dgm:prSet presAssocID="{8B194077-5C99-4A78-933D-422EB43CBC71}" presName="Bullet" presStyleLbl="node1NoLn" presStyleIdx="5" presStyleCnt="6" custScaleX="206831" custScaleY="413665" custLinFactNeighborX="0" custLinFactNeighborY="64635"/>
      <dgm:spPr>
        <a:solidFill>
          <a:schemeClr val="accent1"/>
        </a:solidFill>
        <a:ln>
          <a:solidFill>
            <a:schemeClr val="accent1">
              <a:alpha val="0"/>
            </a:schemeClr>
          </a:solidFill>
        </a:ln>
      </dgm:spPr>
    </dgm:pt>
    <dgm:pt modelId="{DA9AC219-37D6-467E-8D27-7A02359819A7}" type="pres">
      <dgm:prSet presAssocID="{8B194077-5C99-4A78-933D-422EB43CBC71}" presName="EmptyPlaceHolder" presStyleCnt="0"/>
      <dgm:spPr/>
    </dgm:pt>
  </dgm:ptLst>
  <dgm:cxnLst>
    <dgm:cxn modelId="{F685D407-1573-4B88-878C-BE276230B205}" srcId="{587DE4FA-6EFA-4B74-A130-9CAC0A374EBF}" destId="{0EB39BDC-C31C-47A5-B0D2-5E965FA52071}" srcOrd="2" destOrd="0" parTransId="{518E3CA3-448C-44E3-B7A7-0F7B89D27C8A}" sibTransId="{0398DC19-3347-42CF-8B02-0C61EC6F3BEE}"/>
    <dgm:cxn modelId="{8FE4260A-06FC-44A2-AE66-9F747FC2D915}" srcId="{587DE4FA-6EFA-4B74-A130-9CAC0A374EBF}" destId="{39179FD0-7719-44A3-A4FD-01233CC04052}" srcOrd="3" destOrd="0" parTransId="{3FDA0ADD-4151-4810-BEC6-6D078D81897E}" sibTransId="{18656961-BE88-45F3-A7A2-1297BA4E9575}"/>
    <dgm:cxn modelId="{E4147E17-9FC1-4547-9F78-92D212AEF1D3}" srcId="{587DE4FA-6EFA-4B74-A130-9CAC0A374EBF}" destId="{BA9AAD13-4180-432E-A37A-DFA0462980B4}" srcOrd="0" destOrd="0" parTransId="{88E20204-1D8D-4A18-8E9F-9C51D2754B05}" sibTransId="{7ECBB5D4-32B9-4BAB-9A3A-BB739E0A67FC}"/>
    <dgm:cxn modelId="{9B43391B-DBAA-4C0D-810F-00942678E464}" type="presOf" srcId="{BA9AAD13-4180-432E-A37A-DFA0462980B4}" destId="{C3534385-8AF7-4E95-BA9E-1B1FD1177DE9}" srcOrd="0" destOrd="0" presId="urn:microsoft.com/office/officeart/2024/layout/BulletTimelineInverted"/>
    <dgm:cxn modelId="{43E7891D-0063-419F-A4D7-4177F06D8BB3}" srcId="{587DE4FA-6EFA-4B74-A130-9CAC0A374EBF}" destId="{8B194077-5C99-4A78-933D-422EB43CBC71}" srcOrd="5" destOrd="0" parTransId="{FC009FA5-56E0-4C76-896D-88CBD294D6C0}" sibTransId="{958FB7C3-6EA3-437B-835C-EAA6CE983E6C}"/>
    <dgm:cxn modelId="{6E94D81F-5D94-42EF-B3BD-772E43CC1F71}" type="presOf" srcId="{1555C540-C391-4AEA-A9B5-D17743A65F76}" destId="{49E07D8F-4F4C-41A0-8176-685BB7E8C02C}" srcOrd="0" destOrd="0" presId="urn:microsoft.com/office/officeart/2024/layout/BulletTimelineInverted"/>
    <dgm:cxn modelId="{AECABF2F-0320-4976-A305-FB6421F629C4}" srcId="{587DE4FA-6EFA-4B74-A130-9CAC0A374EBF}" destId="{1555C540-C391-4AEA-A9B5-D17743A65F76}" srcOrd="4" destOrd="0" parTransId="{602F2A81-D7BE-4406-B70E-2FD578B476F5}" sibTransId="{5E062C63-5D20-40B2-9DBA-A6C44461C15E}"/>
    <dgm:cxn modelId="{386EB075-E472-4961-96D9-7C8B22B9FDA4}" type="presOf" srcId="{D4EF85B8-4A54-4DB1-AEB1-5C3B95FBA533}" destId="{5107BA26-5A90-4480-AB8C-A17C222DD21D}" srcOrd="0" destOrd="0" presId="urn:microsoft.com/office/officeart/2024/layout/BulletTimelineInverted"/>
    <dgm:cxn modelId="{19E46383-9B65-4550-B483-B06514B3F9D0}" type="presOf" srcId="{587DE4FA-6EFA-4B74-A130-9CAC0A374EBF}" destId="{CA84A068-D6AF-4831-99A4-297B838C06BD}" srcOrd="0" destOrd="0" presId="urn:microsoft.com/office/officeart/2024/layout/BulletTimelineInverted"/>
    <dgm:cxn modelId="{0E86ADAD-B7FE-4FD9-85F9-63E1AF4302E9}" type="presOf" srcId="{39179FD0-7719-44A3-A4FD-01233CC04052}" destId="{C394E378-E0E7-4FA3-9BEE-182DF1C54462}" srcOrd="0" destOrd="0" presId="urn:microsoft.com/office/officeart/2024/layout/BulletTimelineInverted"/>
    <dgm:cxn modelId="{BA15DACB-BF9F-403D-BB02-312E9CB69EC9}" type="presOf" srcId="{8B194077-5C99-4A78-933D-422EB43CBC71}" destId="{6A17D1FB-4D06-457B-AEE6-1416A96DAE42}" srcOrd="0" destOrd="0" presId="urn:microsoft.com/office/officeart/2024/layout/BulletTimelineInverted"/>
    <dgm:cxn modelId="{7329A3EE-B314-4BD3-94C7-24B5E4C2CA22}" type="presOf" srcId="{0EB39BDC-C31C-47A5-B0D2-5E965FA52071}" destId="{96862BA9-61F9-41A7-B20A-A873DB9EF705}" srcOrd="0" destOrd="0" presId="urn:microsoft.com/office/officeart/2024/layout/BulletTimelineInverted"/>
    <dgm:cxn modelId="{782503F2-2797-461E-A74B-7B04D15EF25C}" srcId="{587DE4FA-6EFA-4B74-A130-9CAC0A374EBF}" destId="{D4EF85B8-4A54-4DB1-AEB1-5C3B95FBA533}" srcOrd="1" destOrd="0" parTransId="{B129796F-2C7E-49FA-8BA8-97E07144EA0E}" sibTransId="{749E1376-3440-4314-891B-F92C25B99D30}"/>
    <dgm:cxn modelId="{D513C43A-ED47-4073-9817-0EA7C894727B}" type="presParOf" srcId="{CA84A068-D6AF-4831-99A4-297B838C06BD}" destId="{C9E68663-9856-4547-9A03-11717BBBCD94}" srcOrd="0" destOrd="0" presId="urn:microsoft.com/office/officeart/2024/layout/BulletTimelineInverted"/>
    <dgm:cxn modelId="{7F5A2BA1-3A43-4225-AE9E-5368A46FD534}" type="presParOf" srcId="{C9E68663-9856-4547-9A03-11717BBBCD94}" destId="{43444F5F-ACD2-4CCB-9E3E-186E74AED94F}" srcOrd="0" destOrd="0" presId="urn:microsoft.com/office/officeart/2024/layout/BulletTimelineInverted"/>
    <dgm:cxn modelId="{A6B0C8A2-3F43-46EE-8DF1-B398D02CD2B7}" type="presParOf" srcId="{C9E68663-9856-4547-9A03-11717BBBCD94}" destId="{7F849CDD-2487-4DC1-8D1C-444D0CD9D2D4}" srcOrd="1" destOrd="0" presId="urn:microsoft.com/office/officeart/2024/layout/BulletTimelineInverted"/>
    <dgm:cxn modelId="{0A65F632-699B-4293-8DD1-BBE3F62496F4}" type="presParOf" srcId="{CA84A068-D6AF-4831-99A4-297B838C06BD}" destId="{0A8C3B58-3D2D-45F5-B046-0D7918D31211}" srcOrd="1" destOrd="0" presId="urn:microsoft.com/office/officeart/2024/layout/BulletTimelineInverted"/>
    <dgm:cxn modelId="{7252739F-F7FF-4C04-9DBF-B626FEC6820E}" type="presParOf" srcId="{0A8C3B58-3D2D-45F5-B046-0D7918D31211}" destId="{89B9D67B-9D9F-4CFF-A317-4131D208AFD7}" srcOrd="0" destOrd="0" presId="urn:microsoft.com/office/officeart/2024/layout/BulletTimelineInverted"/>
    <dgm:cxn modelId="{B20781D2-A346-45DA-93FE-38F89D9531BF}" type="presParOf" srcId="{89B9D67B-9D9F-4CFF-A317-4131D208AFD7}" destId="{D41F64E7-4018-44E8-8B95-65670984279D}" srcOrd="0" destOrd="0" presId="urn:microsoft.com/office/officeart/2024/layout/BulletTimelineInverted"/>
    <dgm:cxn modelId="{3F9FA3AF-DE73-4A50-B0F4-FFE9E47E5840}" type="presParOf" srcId="{D41F64E7-4018-44E8-8B95-65670984279D}" destId="{2AFB2134-68CF-434F-BE7A-E1E71C75F6EE}" srcOrd="0" destOrd="0" presId="urn:microsoft.com/office/officeart/2024/layout/BulletTimelineInverted"/>
    <dgm:cxn modelId="{A69FC65A-80DD-4322-86E3-09DCD57BF9E3}" type="presParOf" srcId="{D41F64E7-4018-44E8-8B95-65670984279D}" destId="{8BA3F14A-386F-44D9-8A99-D5FA88037FF3}" srcOrd="1" destOrd="0" presId="urn:microsoft.com/office/officeart/2024/layout/BulletTimelineInverted"/>
    <dgm:cxn modelId="{EDF9E72E-CB64-46E4-8478-E7D6F96FD3EF}" type="presParOf" srcId="{89B9D67B-9D9F-4CFF-A317-4131D208AFD7}" destId="{BDBEA387-EFCE-4944-8F08-DE8D58F23917}" srcOrd="1" destOrd="0" presId="urn:microsoft.com/office/officeart/2024/layout/BulletTimelineInverted"/>
    <dgm:cxn modelId="{2D14CAAA-B6B9-4E54-B34B-C9CD35874EBE}" type="presParOf" srcId="{89B9D67B-9D9F-4CFF-A317-4131D208AFD7}" destId="{C3534385-8AF7-4E95-BA9E-1B1FD1177DE9}" srcOrd="2" destOrd="0" presId="urn:microsoft.com/office/officeart/2024/layout/BulletTimelineInverted"/>
    <dgm:cxn modelId="{53EEFA05-39FF-4AA6-9F76-14430C50FE48}" type="presParOf" srcId="{89B9D67B-9D9F-4CFF-A317-4131D208AFD7}" destId="{1D010B1E-C805-45BA-8B6F-955B5989D35D}" srcOrd="3" destOrd="0" presId="urn:microsoft.com/office/officeart/2024/layout/BulletTimelineInverted"/>
    <dgm:cxn modelId="{0C9EF2C1-35C6-428D-B1B1-C1BA6A727CB6}" type="presParOf" srcId="{89B9D67B-9D9F-4CFF-A317-4131D208AFD7}" destId="{EA2089C0-1F8B-4A66-A775-256ECDE9A79D}" srcOrd="4" destOrd="0" presId="urn:microsoft.com/office/officeart/2024/layout/BulletTimelineInverted"/>
    <dgm:cxn modelId="{8E46B919-3A67-4BDD-B105-A2248667F218}" type="presParOf" srcId="{EA2089C0-1F8B-4A66-A775-256ECDE9A79D}" destId="{E6CDF062-ED6B-486F-B20B-AB231B8A4887}" srcOrd="0" destOrd="0" presId="urn:microsoft.com/office/officeart/2024/layout/BulletTimelineInverted"/>
    <dgm:cxn modelId="{BA7D33A5-9E06-411A-A3AD-B5B83E2DC9F5}" type="presParOf" srcId="{89B9D67B-9D9F-4CFF-A317-4131D208AFD7}" destId="{E0C7A871-B03E-4058-B3AE-7E3C5CE584D2}" srcOrd="5" destOrd="0" presId="urn:microsoft.com/office/officeart/2024/layout/BulletTimelineInverted"/>
    <dgm:cxn modelId="{6FDC77F1-48DD-4C52-BFC9-A0840811EA07}" type="presParOf" srcId="{0A8C3B58-3D2D-45F5-B046-0D7918D31211}" destId="{01D87617-C15B-4ABA-9728-C65A502AC6D6}" srcOrd="1" destOrd="0" presId="urn:microsoft.com/office/officeart/2024/layout/BulletTimelineInverted"/>
    <dgm:cxn modelId="{F2D510B2-FEE4-4BD1-B199-662EE1788FB4}" type="presParOf" srcId="{0A8C3B58-3D2D-45F5-B046-0D7918D31211}" destId="{B0352824-C137-4CC8-9FBB-DB1546B13FC1}" srcOrd="2" destOrd="0" presId="urn:microsoft.com/office/officeart/2024/layout/BulletTimelineInverted"/>
    <dgm:cxn modelId="{AAD38759-2444-4D03-8B90-A698ECEF4239}" type="presParOf" srcId="{B0352824-C137-4CC8-9FBB-DB1546B13FC1}" destId="{FE8B07F4-E2D5-49F2-A985-2668403119D7}" srcOrd="0" destOrd="0" presId="urn:microsoft.com/office/officeart/2024/layout/BulletTimelineInverted"/>
    <dgm:cxn modelId="{7EE815C5-81DB-4451-B09F-FC88A1B94651}" type="presParOf" srcId="{FE8B07F4-E2D5-49F2-A985-2668403119D7}" destId="{24EF079D-EBCE-4D20-A488-E74534C6F8DE}" srcOrd="0" destOrd="0" presId="urn:microsoft.com/office/officeart/2024/layout/BulletTimelineInverted"/>
    <dgm:cxn modelId="{E98F6DD5-9F94-456A-A29B-A717CB3729D6}" type="presParOf" srcId="{FE8B07F4-E2D5-49F2-A985-2668403119D7}" destId="{9F14C915-9D11-4FCE-A4D6-85F3CC703C27}" srcOrd="1" destOrd="0" presId="urn:microsoft.com/office/officeart/2024/layout/BulletTimelineInverted"/>
    <dgm:cxn modelId="{63B1B9A9-6444-4D22-AF1E-28D86BA3D3F5}" type="presParOf" srcId="{B0352824-C137-4CC8-9FBB-DB1546B13FC1}" destId="{7086AF8B-DFCC-4A31-BBF0-9764C77ABF0C}" srcOrd="1" destOrd="0" presId="urn:microsoft.com/office/officeart/2024/layout/BulletTimelineInverted"/>
    <dgm:cxn modelId="{12CEEDA9-2B06-4A1F-9DE5-DD65510DA302}" type="presParOf" srcId="{B0352824-C137-4CC8-9FBB-DB1546B13FC1}" destId="{5107BA26-5A90-4480-AB8C-A17C222DD21D}" srcOrd="2" destOrd="0" presId="urn:microsoft.com/office/officeart/2024/layout/BulletTimelineInverted"/>
    <dgm:cxn modelId="{08DB8739-3D48-4292-B4A5-788FCFF47FE1}" type="presParOf" srcId="{B0352824-C137-4CC8-9FBB-DB1546B13FC1}" destId="{FAB4B98A-7488-41F9-A537-D3728C27BC16}" srcOrd="3" destOrd="0" presId="urn:microsoft.com/office/officeart/2024/layout/BulletTimelineInverted"/>
    <dgm:cxn modelId="{F6D9B69D-6081-4A88-904F-D3AE2B6D855A}" type="presParOf" srcId="{B0352824-C137-4CC8-9FBB-DB1546B13FC1}" destId="{352C0320-AB7B-419C-BEEF-21D894063E79}" srcOrd="4" destOrd="0" presId="urn:microsoft.com/office/officeart/2024/layout/BulletTimelineInverted"/>
    <dgm:cxn modelId="{BE9BFDCF-24D1-46A8-9360-61B296AA9581}" type="presParOf" srcId="{352C0320-AB7B-419C-BEEF-21D894063E79}" destId="{8A80E5DF-4BE9-4AA7-A821-78583172DA06}" srcOrd="0" destOrd="0" presId="urn:microsoft.com/office/officeart/2024/layout/BulletTimelineInverted"/>
    <dgm:cxn modelId="{48A05D54-4D4A-4383-BCC4-B779DD73FC3A}" type="presParOf" srcId="{B0352824-C137-4CC8-9FBB-DB1546B13FC1}" destId="{54C5758D-B8C6-4097-B4E8-CAB19C44BF77}" srcOrd="5" destOrd="0" presId="urn:microsoft.com/office/officeart/2024/layout/BulletTimelineInverted"/>
    <dgm:cxn modelId="{C3876D8A-BD21-4E62-9F2C-9AF662DE544D}" type="presParOf" srcId="{0A8C3B58-3D2D-45F5-B046-0D7918D31211}" destId="{78306B6A-C0C9-4355-AB28-22F285F62CDB}" srcOrd="3" destOrd="0" presId="urn:microsoft.com/office/officeart/2024/layout/BulletTimelineInverted"/>
    <dgm:cxn modelId="{2DA7AEC9-1177-4F86-97A5-D14019815B58}" type="presParOf" srcId="{0A8C3B58-3D2D-45F5-B046-0D7918D31211}" destId="{D1E1CE66-2D12-4093-98D4-C998C967F74A}" srcOrd="4" destOrd="0" presId="urn:microsoft.com/office/officeart/2024/layout/BulletTimelineInverted"/>
    <dgm:cxn modelId="{68CA81BC-7E3F-4C48-96AD-5D074F372085}" type="presParOf" srcId="{D1E1CE66-2D12-4093-98D4-C998C967F74A}" destId="{8B96B0D8-E1DD-425D-A8AC-7641F5101259}" srcOrd="0" destOrd="0" presId="urn:microsoft.com/office/officeart/2024/layout/BulletTimelineInverted"/>
    <dgm:cxn modelId="{994556C2-98B0-4A48-8BC6-B8923CEC3C31}" type="presParOf" srcId="{8B96B0D8-E1DD-425D-A8AC-7641F5101259}" destId="{08E598FF-B3AF-482F-A965-DFDE69DD24C6}" srcOrd="0" destOrd="0" presId="urn:microsoft.com/office/officeart/2024/layout/BulletTimelineInverted"/>
    <dgm:cxn modelId="{21133237-A29F-4077-9E5C-43ECC8963297}" type="presParOf" srcId="{8B96B0D8-E1DD-425D-A8AC-7641F5101259}" destId="{DBC63AED-B019-4F98-8CFF-7CEFBCE8F3D9}" srcOrd="1" destOrd="0" presId="urn:microsoft.com/office/officeart/2024/layout/BulletTimelineInverted"/>
    <dgm:cxn modelId="{B9408268-0C2C-48C5-B211-629A0325B73A}" type="presParOf" srcId="{D1E1CE66-2D12-4093-98D4-C998C967F74A}" destId="{E5A3908B-5D7C-422F-877B-73E36A27D3F0}" srcOrd="1" destOrd="0" presId="urn:microsoft.com/office/officeart/2024/layout/BulletTimelineInverted"/>
    <dgm:cxn modelId="{0E489E56-C5BC-42F9-841A-B2F25B2C45E4}" type="presParOf" srcId="{D1E1CE66-2D12-4093-98D4-C998C967F74A}" destId="{96862BA9-61F9-41A7-B20A-A873DB9EF705}" srcOrd="2" destOrd="0" presId="urn:microsoft.com/office/officeart/2024/layout/BulletTimelineInverted"/>
    <dgm:cxn modelId="{2EC65117-2E22-4CBC-B5A2-796F47D3405B}" type="presParOf" srcId="{D1E1CE66-2D12-4093-98D4-C998C967F74A}" destId="{189C1BD2-CCCF-4B7B-A74A-55B7DD10B12C}" srcOrd="3" destOrd="0" presId="urn:microsoft.com/office/officeart/2024/layout/BulletTimelineInverted"/>
    <dgm:cxn modelId="{F4625376-0EAF-4B47-B636-98D12AD4A7AC}" type="presParOf" srcId="{D1E1CE66-2D12-4093-98D4-C998C967F74A}" destId="{E0BC2C4F-7D38-4FD5-B2EC-9F8790D69D40}" srcOrd="4" destOrd="0" presId="urn:microsoft.com/office/officeart/2024/layout/BulletTimelineInverted"/>
    <dgm:cxn modelId="{C1FF8D0E-22BE-4C8B-B8A5-52563E289849}" type="presParOf" srcId="{E0BC2C4F-7D38-4FD5-B2EC-9F8790D69D40}" destId="{440040C5-E81D-4B25-8198-D2E46029D3CC}" srcOrd="0" destOrd="0" presId="urn:microsoft.com/office/officeart/2024/layout/BulletTimelineInverted"/>
    <dgm:cxn modelId="{EA9B4B4F-0E3B-4E92-8FEA-E9AE818CECD5}" type="presParOf" srcId="{D1E1CE66-2D12-4093-98D4-C998C967F74A}" destId="{E4C92CCC-5B1E-4365-A4E0-85174810D7EF}" srcOrd="5" destOrd="0" presId="urn:microsoft.com/office/officeart/2024/layout/BulletTimelineInverted"/>
    <dgm:cxn modelId="{C8E6B14F-46DA-440C-BB8C-53B2E38C4285}" type="presParOf" srcId="{0A8C3B58-3D2D-45F5-B046-0D7918D31211}" destId="{3D980089-1A76-4E00-9D51-A8D9A612FD36}" srcOrd="5" destOrd="0" presId="urn:microsoft.com/office/officeart/2024/layout/BulletTimelineInverted"/>
    <dgm:cxn modelId="{D341C084-C993-4DD8-9728-328918382163}" type="presParOf" srcId="{0A8C3B58-3D2D-45F5-B046-0D7918D31211}" destId="{6184717C-F9D0-4723-A3BC-0816A2B8DE1E}" srcOrd="6" destOrd="0" presId="urn:microsoft.com/office/officeart/2024/layout/BulletTimelineInverted"/>
    <dgm:cxn modelId="{750FD128-CCE3-418D-8CCB-B221B81F079D}" type="presParOf" srcId="{6184717C-F9D0-4723-A3BC-0816A2B8DE1E}" destId="{CA0DEB64-A8D8-42A1-854A-C7EBE54C3FF3}" srcOrd="0" destOrd="0" presId="urn:microsoft.com/office/officeart/2024/layout/BulletTimelineInverted"/>
    <dgm:cxn modelId="{98EB5F58-BCBF-44CD-8BAB-40E6E3766821}" type="presParOf" srcId="{CA0DEB64-A8D8-42A1-854A-C7EBE54C3FF3}" destId="{E870CA1D-1860-4A32-BD45-E78DD586EF87}" srcOrd="0" destOrd="0" presId="urn:microsoft.com/office/officeart/2024/layout/BulletTimelineInverted"/>
    <dgm:cxn modelId="{C7924215-49FD-4FE2-95B9-0C1F9B9DB0CE}" type="presParOf" srcId="{CA0DEB64-A8D8-42A1-854A-C7EBE54C3FF3}" destId="{067D34D3-37CC-4EFE-AA8E-77EF38F7D032}" srcOrd="1" destOrd="0" presId="urn:microsoft.com/office/officeart/2024/layout/BulletTimelineInverted"/>
    <dgm:cxn modelId="{243F4ABE-56E0-4A0A-B484-46DAA1E486FF}" type="presParOf" srcId="{6184717C-F9D0-4723-A3BC-0816A2B8DE1E}" destId="{B25F9035-9415-4B0E-BAA8-23DA3B620298}" srcOrd="1" destOrd="0" presId="urn:microsoft.com/office/officeart/2024/layout/BulletTimelineInverted"/>
    <dgm:cxn modelId="{798242AF-B5BC-4261-B582-F85A7E3FC3C1}" type="presParOf" srcId="{6184717C-F9D0-4723-A3BC-0816A2B8DE1E}" destId="{C394E378-E0E7-4FA3-9BEE-182DF1C54462}" srcOrd="2" destOrd="0" presId="urn:microsoft.com/office/officeart/2024/layout/BulletTimelineInverted"/>
    <dgm:cxn modelId="{5B6E033B-955E-4B95-9E67-42A153952807}" type="presParOf" srcId="{6184717C-F9D0-4723-A3BC-0816A2B8DE1E}" destId="{E7EDE10A-DA17-4053-95B6-8E0FEC359D83}" srcOrd="3" destOrd="0" presId="urn:microsoft.com/office/officeart/2024/layout/BulletTimelineInverted"/>
    <dgm:cxn modelId="{C9186CF3-5C5E-4B65-9185-F2631ABFC9E8}" type="presParOf" srcId="{6184717C-F9D0-4723-A3BC-0816A2B8DE1E}" destId="{9F8D3DC7-0DF5-4500-ACED-FBCB16A9A45E}" srcOrd="4" destOrd="0" presId="urn:microsoft.com/office/officeart/2024/layout/BulletTimelineInverted"/>
    <dgm:cxn modelId="{FAD60954-79B8-4ECF-A99F-26F03B6F51B9}" type="presParOf" srcId="{9F8D3DC7-0DF5-4500-ACED-FBCB16A9A45E}" destId="{E895F717-0DAE-4233-9869-6CB941B1F783}" srcOrd="0" destOrd="0" presId="urn:microsoft.com/office/officeart/2024/layout/BulletTimelineInverted"/>
    <dgm:cxn modelId="{08DD7A14-1D70-48E8-98F8-ED17B7407929}" type="presParOf" srcId="{6184717C-F9D0-4723-A3BC-0816A2B8DE1E}" destId="{2AFFB4E9-977F-4329-83D1-156E4FCB87CA}" srcOrd="5" destOrd="0" presId="urn:microsoft.com/office/officeart/2024/layout/BulletTimelineInverted"/>
    <dgm:cxn modelId="{714F4FF2-F7CF-4DBE-A63B-4F7ED3368234}" type="presParOf" srcId="{0A8C3B58-3D2D-45F5-B046-0D7918D31211}" destId="{C4A4C28B-797E-4986-A472-537C1060951C}" srcOrd="7" destOrd="0" presId="urn:microsoft.com/office/officeart/2024/layout/BulletTimelineInverted"/>
    <dgm:cxn modelId="{76CB41A1-9D9E-4B8C-897D-FEA40B689789}" type="presParOf" srcId="{0A8C3B58-3D2D-45F5-B046-0D7918D31211}" destId="{A601902C-5C4B-4800-86B2-C04EA5E80E0B}" srcOrd="8" destOrd="0" presId="urn:microsoft.com/office/officeart/2024/layout/BulletTimelineInverted"/>
    <dgm:cxn modelId="{7AC2BEA5-BF55-4386-856E-F0BFCAA9FD0D}" type="presParOf" srcId="{A601902C-5C4B-4800-86B2-C04EA5E80E0B}" destId="{4E998FD8-7B61-4EF9-9DC3-317E7F509583}" srcOrd="0" destOrd="0" presId="urn:microsoft.com/office/officeart/2024/layout/BulletTimelineInverted"/>
    <dgm:cxn modelId="{DA37A36C-6D54-40BD-8E1B-5AD250BD5FF8}" type="presParOf" srcId="{4E998FD8-7B61-4EF9-9DC3-317E7F509583}" destId="{F16AACA3-E51C-4B13-B052-B9546A74759E}" srcOrd="0" destOrd="0" presId="urn:microsoft.com/office/officeart/2024/layout/BulletTimelineInverted"/>
    <dgm:cxn modelId="{D59A85A2-3003-401A-BBF3-3855E06B8134}" type="presParOf" srcId="{4E998FD8-7B61-4EF9-9DC3-317E7F509583}" destId="{AC36C471-922E-43A0-B80A-0A5627F57ADD}" srcOrd="1" destOrd="0" presId="urn:microsoft.com/office/officeart/2024/layout/BulletTimelineInverted"/>
    <dgm:cxn modelId="{111607D2-0A31-441D-9B4C-C775D4F4BCEB}" type="presParOf" srcId="{A601902C-5C4B-4800-86B2-C04EA5E80E0B}" destId="{5D568D94-2C76-4930-B3E4-F5B677366802}" srcOrd="1" destOrd="0" presId="urn:microsoft.com/office/officeart/2024/layout/BulletTimelineInverted"/>
    <dgm:cxn modelId="{167B28FC-9551-40AD-8DD0-22E11347E091}" type="presParOf" srcId="{A601902C-5C4B-4800-86B2-C04EA5E80E0B}" destId="{49E07D8F-4F4C-41A0-8176-685BB7E8C02C}" srcOrd="2" destOrd="0" presId="urn:microsoft.com/office/officeart/2024/layout/BulletTimelineInverted"/>
    <dgm:cxn modelId="{7E323D5A-E53F-4CCB-BD2C-1F692D974EA1}" type="presParOf" srcId="{A601902C-5C4B-4800-86B2-C04EA5E80E0B}" destId="{7625C95D-8B07-41EA-B79C-F0CEE2EC2C21}" srcOrd="3" destOrd="0" presId="urn:microsoft.com/office/officeart/2024/layout/BulletTimelineInverted"/>
    <dgm:cxn modelId="{D81081D0-576C-4999-AA48-0E6AC9B39869}" type="presParOf" srcId="{A601902C-5C4B-4800-86B2-C04EA5E80E0B}" destId="{DAF55F44-9CE4-40A3-951F-BDC6E8983BF1}" srcOrd="4" destOrd="0" presId="urn:microsoft.com/office/officeart/2024/layout/BulletTimelineInverted"/>
    <dgm:cxn modelId="{5B841CBA-384F-4C13-9BB0-A49944DDF03D}" type="presParOf" srcId="{DAF55F44-9CE4-40A3-951F-BDC6E8983BF1}" destId="{1C8049F4-4BEC-4603-AF0B-D70F9624D1D0}" srcOrd="0" destOrd="0" presId="urn:microsoft.com/office/officeart/2024/layout/BulletTimelineInverted"/>
    <dgm:cxn modelId="{BD383269-7B23-45CD-A0C6-7FAFD2471080}" type="presParOf" srcId="{A601902C-5C4B-4800-86B2-C04EA5E80E0B}" destId="{6A560EAA-F10C-4E99-A381-1399BFF2D88A}" srcOrd="5" destOrd="0" presId="urn:microsoft.com/office/officeart/2024/layout/BulletTimelineInverted"/>
    <dgm:cxn modelId="{89488333-8760-45C3-84F1-23FD0296EFC8}" type="presParOf" srcId="{0A8C3B58-3D2D-45F5-B046-0D7918D31211}" destId="{85D21E27-D37A-4033-A3F7-2472EB5AFE70}" srcOrd="9" destOrd="0" presId="urn:microsoft.com/office/officeart/2024/layout/BulletTimelineInverted"/>
    <dgm:cxn modelId="{F0EE5EEE-01F8-4CB6-9432-8736FF9384F3}" type="presParOf" srcId="{0A8C3B58-3D2D-45F5-B046-0D7918D31211}" destId="{EC9E28D6-3768-490A-84E9-EF1DC9FC4111}" srcOrd="10" destOrd="0" presId="urn:microsoft.com/office/officeart/2024/layout/BulletTimelineInverted"/>
    <dgm:cxn modelId="{4E8F8676-F455-4696-864C-3E2FCEC70053}" type="presParOf" srcId="{EC9E28D6-3768-490A-84E9-EF1DC9FC4111}" destId="{0F6016BA-E0C6-4047-AC53-DCA3C14A4354}" srcOrd="0" destOrd="0" presId="urn:microsoft.com/office/officeart/2024/layout/BulletTimelineInverted"/>
    <dgm:cxn modelId="{789C0A7D-C1AE-4F25-AFF8-72CD4E2950C9}" type="presParOf" srcId="{0F6016BA-E0C6-4047-AC53-DCA3C14A4354}" destId="{548C214B-8772-4DD4-A10B-E6C9FFD88B1F}" srcOrd="0" destOrd="0" presId="urn:microsoft.com/office/officeart/2024/layout/BulletTimelineInverted"/>
    <dgm:cxn modelId="{552A4D86-2087-40D6-898C-12704032B52F}" type="presParOf" srcId="{0F6016BA-E0C6-4047-AC53-DCA3C14A4354}" destId="{79871879-BE81-4916-834E-D8B2F6ED429B}" srcOrd="1" destOrd="0" presId="urn:microsoft.com/office/officeart/2024/layout/BulletTimelineInverted"/>
    <dgm:cxn modelId="{C6ABDFF4-410D-45A8-9777-A2B89EE12187}" type="presParOf" srcId="{EC9E28D6-3768-490A-84E9-EF1DC9FC4111}" destId="{82DE7106-9F58-4AAA-9396-3F86816859A5}" srcOrd="1" destOrd="0" presId="urn:microsoft.com/office/officeart/2024/layout/BulletTimelineInverted"/>
    <dgm:cxn modelId="{5DC21988-7329-4AC6-B506-5933BFEB3EE0}" type="presParOf" srcId="{EC9E28D6-3768-490A-84E9-EF1DC9FC4111}" destId="{6A17D1FB-4D06-457B-AEE6-1416A96DAE42}" srcOrd="2" destOrd="0" presId="urn:microsoft.com/office/officeart/2024/layout/BulletTimelineInverted"/>
    <dgm:cxn modelId="{9766D5F8-8E0E-4945-A885-D56E958B2691}" type="presParOf" srcId="{EC9E28D6-3768-490A-84E9-EF1DC9FC4111}" destId="{4E265D6D-AFBD-4701-83B9-3CD84151EEF4}" srcOrd="3" destOrd="0" presId="urn:microsoft.com/office/officeart/2024/layout/BulletTimelineInverted"/>
    <dgm:cxn modelId="{F4252FC6-9241-4B64-9B3E-211C67DA6AAA}" type="presParOf" srcId="{EC9E28D6-3768-490A-84E9-EF1DC9FC4111}" destId="{5C7E4979-EAB3-48A3-9207-CB184DB26338}" srcOrd="4" destOrd="0" presId="urn:microsoft.com/office/officeart/2024/layout/BulletTimelineInverted"/>
    <dgm:cxn modelId="{D2398887-8FC1-4E1D-8343-3B9FF767D9DB}" type="presParOf" srcId="{5C7E4979-EAB3-48A3-9207-CB184DB26338}" destId="{0202B0AA-EB4C-432A-8F36-01F303FBF2E6}" srcOrd="0" destOrd="0" presId="urn:microsoft.com/office/officeart/2024/layout/BulletTimelineInverted"/>
    <dgm:cxn modelId="{8F2BC8A5-AA34-4421-A466-6134F4A01F1D}" type="presParOf" srcId="{EC9E28D6-3768-490A-84E9-EF1DC9FC4111}" destId="{DA9AC219-37D6-467E-8D27-7A02359819A7}" srcOrd="5" destOrd="0" presId="urn:microsoft.com/office/officeart/2024/layout/BulletTimelineInverted"/>
  </dgm:cxnLst>
  <dgm:bg>
    <a:noFill/>
  </dgm:bg>
  <dgm:whole>
    <a:ln>
      <a:noFill/>
    </a:ln>
  </dgm:whole>
  <dgm:extLst>
    <a:ext uri="http://schemas.microsoft.com/office/drawing/2008/diagram">
      <dsp:dataModelExt xmlns:dsp="http://schemas.microsoft.com/office/drawing/2008/diagram" relId="rId1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444F5F-ACD2-4CCB-9E3E-186E74AED94F}">
      <dsp:nvSpPr>
        <dsp:cNvPr id="0" name=""/>
        <dsp:cNvSpPr/>
      </dsp:nvSpPr>
      <dsp:spPr>
        <a:xfrm>
          <a:off x="0" y="1052116"/>
          <a:ext cx="25136490" cy="21254"/>
        </a:xfrm>
        <a:prstGeom prst="rect">
          <a:avLst/>
        </a:prstGeom>
        <a:solidFill>
          <a:schemeClr val="accent6"/>
        </a:solidFill>
        <a:ln w="38100">
          <a:solidFill>
            <a:schemeClr val="accent6"/>
          </a:solidFill>
        </a:ln>
        <a:effectLst/>
      </dsp:spPr>
      <dsp:style>
        <a:lnRef idx="0">
          <a:scrgbClr r="0" g="0" b="0"/>
        </a:lnRef>
        <a:fillRef idx="1">
          <a:scrgbClr r="0" g="0" b="0"/>
        </a:fillRef>
        <a:effectRef idx="0">
          <a:scrgbClr r="0" g="0" b="0"/>
        </a:effectRef>
        <a:fontRef idx="minor"/>
      </dsp:style>
    </dsp:sp>
    <dsp:sp modelId="{7F849CDD-2487-4DC1-8D1C-444D0CD9D2D4}">
      <dsp:nvSpPr>
        <dsp:cNvPr id="0" name=""/>
        <dsp:cNvSpPr/>
      </dsp:nvSpPr>
      <dsp:spPr>
        <a:xfrm>
          <a:off x="25109910" y="977724"/>
          <a:ext cx="127529" cy="170039"/>
        </a:xfrm>
        <a:prstGeom prst="chevron">
          <a:avLst>
            <a:gd name="adj" fmla="val 75000"/>
          </a:avLst>
        </a:prstGeom>
        <a:solidFill>
          <a:schemeClr val="bg1"/>
        </a:solidFill>
        <a:ln>
          <a:solidFill>
            <a:schemeClr val="bg1"/>
          </a:solidFill>
        </a:ln>
        <a:effectLst/>
      </dsp:spPr>
      <dsp:style>
        <a:lnRef idx="0">
          <a:scrgbClr r="0" g="0" b="0"/>
        </a:lnRef>
        <a:fillRef idx="1">
          <a:scrgbClr r="0" g="0" b="0"/>
        </a:fillRef>
        <a:effectRef idx="0">
          <a:scrgbClr r="0" g="0" b="0"/>
        </a:effectRef>
        <a:fontRef idx="minor"/>
      </dsp:style>
    </dsp:sp>
    <dsp:sp modelId="{BDBEA387-EFCE-4944-8F08-DE8D58F23917}">
      <dsp:nvSpPr>
        <dsp:cNvPr id="0" name=""/>
        <dsp:cNvSpPr/>
      </dsp:nvSpPr>
      <dsp:spPr>
        <a:xfrm>
          <a:off x="275143" y="550307"/>
          <a:ext cx="5983417" cy="480388"/>
        </a:xfrm>
        <a:prstGeom prst="rect">
          <a:avLst/>
        </a:prstGeom>
        <a:noFill/>
        <a:ln>
          <a:noFill/>
        </a:ln>
        <a:effectLst/>
      </dsp:spPr>
      <dsp:style>
        <a:lnRef idx="0">
          <a:scrgbClr r="0" g="0" b="0"/>
        </a:lnRef>
        <a:fillRef idx="0">
          <a:scrgbClr r="0" g="0" b="0"/>
        </a:fillRef>
        <a:effectRef idx="0">
          <a:scrgbClr r="0" g="0" b="0"/>
        </a:effectRef>
        <a:fontRef idx="minor"/>
      </dsp:style>
    </dsp:sp>
    <dsp:sp modelId="{C3534385-8AF7-4E95-BA9E-1B1FD1177DE9}">
      <dsp:nvSpPr>
        <dsp:cNvPr id="0" name=""/>
        <dsp:cNvSpPr/>
      </dsp:nvSpPr>
      <dsp:spPr>
        <a:xfrm>
          <a:off x="275143" y="301830"/>
          <a:ext cx="5983417" cy="248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275143" y="301830"/>
        <a:ext cx="5983417" cy="248476"/>
      </dsp:txXfrm>
    </dsp:sp>
    <dsp:sp modelId="{1D010B1E-C805-45BA-8B6F-955B5989D35D}">
      <dsp:nvSpPr>
        <dsp:cNvPr id="0" name=""/>
        <dsp:cNvSpPr/>
      </dsp:nvSpPr>
      <dsp:spPr>
        <a:xfrm>
          <a:off x="130610" y="285265"/>
          <a:ext cx="17003" cy="811690"/>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7086AF8B-DFCC-4A31-BBF0-9764C77ABF0C}">
      <dsp:nvSpPr>
        <dsp:cNvPr id="0" name=""/>
        <dsp:cNvSpPr/>
      </dsp:nvSpPr>
      <dsp:spPr>
        <a:xfrm>
          <a:off x="3879611" y="1486064"/>
          <a:ext cx="5983417" cy="194089"/>
        </a:xfrm>
        <a:prstGeom prst="rect">
          <a:avLst/>
        </a:prstGeom>
        <a:noFill/>
        <a:ln>
          <a:noFill/>
        </a:ln>
        <a:effectLst/>
      </dsp:spPr>
      <dsp:style>
        <a:lnRef idx="0">
          <a:scrgbClr r="0" g="0" b="0"/>
        </a:lnRef>
        <a:fillRef idx="0">
          <a:scrgbClr r="0" g="0" b="0"/>
        </a:fillRef>
        <a:effectRef idx="0">
          <a:scrgbClr r="0" g="0" b="0"/>
        </a:effectRef>
        <a:fontRef idx="minor"/>
      </dsp:style>
    </dsp:sp>
    <dsp:sp modelId="{5107BA26-5A90-4480-AB8C-A17C222DD21D}">
      <dsp:nvSpPr>
        <dsp:cNvPr id="0" name=""/>
        <dsp:cNvSpPr/>
      </dsp:nvSpPr>
      <dsp:spPr>
        <a:xfrm>
          <a:off x="3879611" y="1353312"/>
          <a:ext cx="5983417" cy="128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3879611" y="1353312"/>
        <a:ext cx="5983417" cy="128016"/>
      </dsp:txXfrm>
    </dsp:sp>
    <dsp:sp modelId="{FAB4B98A-7488-41F9-A537-D3728C27BC16}">
      <dsp:nvSpPr>
        <dsp:cNvPr id="0" name=""/>
        <dsp:cNvSpPr/>
      </dsp:nvSpPr>
      <dsp:spPr>
        <a:xfrm>
          <a:off x="3735078" y="1025525"/>
          <a:ext cx="17003" cy="416595"/>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E6CDF062-ED6B-486F-B20B-AB231B8A4887}">
      <dsp:nvSpPr>
        <dsp:cNvPr id="0" name=""/>
        <dsp:cNvSpPr/>
      </dsp:nvSpPr>
      <dsp:spPr>
        <a:xfrm>
          <a:off x="34866" y="183710"/>
          <a:ext cx="208490" cy="203110"/>
        </a:xfrm>
        <a:prstGeom prst="ellipse">
          <a:avLst/>
        </a:prstGeom>
        <a:solidFill>
          <a:schemeClr val="accent1"/>
        </a:solidFill>
        <a:ln w="12700" cap="flat" cmpd="sng" algn="ctr">
          <a:solidFill>
            <a:schemeClr val="accent1">
              <a:alpha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8A80E5DF-4BE9-4AA7-A821-78583172DA06}">
      <dsp:nvSpPr>
        <dsp:cNvPr id="0" name=""/>
        <dsp:cNvSpPr/>
      </dsp:nvSpPr>
      <dsp:spPr>
        <a:xfrm>
          <a:off x="3652140" y="1442121"/>
          <a:ext cx="182879" cy="182880"/>
        </a:xfrm>
        <a:prstGeom prst="ellipse">
          <a:avLst/>
        </a:prstGeom>
        <a:solidFill>
          <a:schemeClr val="accent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E5A3908B-5D7C-422F-877B-73E36A27D3F0}">
      <dsp:nvSpPr>
        <dsp:cNvPr id="0" name=""/>
        <dsp:cNvSpPr/>
      </dsp:nvSpPr>
      <dsp:spPr>
        <a:xfrm>
          <a:off x="7484079" y="550307"/>
          <a:ext cx="5983417" cy="480388"/>
        </a:xfrm>
        <a:prstGeom prst="rect">
          <a:avLst/>
        </a:prstGeom>
        <a:noFill/>
        <a:ln>
          <a:noFill/>
        </a:ln>
        <a:effectLst/>
      </dsp:spPr>
      <dsp:style>
        <a:lnRef idx="0">
          <a:scrgbClr r="0" g="0" b="0"/>
        </a:lnRef>
        <a:fillRef idx="0">
          <a:scrgbClr r="0" g="0" b="0"/>
        </a:fillRef>
        <a:effectRef idx="0">
          <a:scrgbClr r="0" g="0" b="0"/>
        </a:effectRef>
        <a:fontRef idx="minor"/>
      </dsp:style>
    </dsp:sp>
    <dsp:sp modelId="{96862BA9-61F9-41A7-B20A-A873DB9EF705}">
      <dsp:nvSpPr>
        <dsp:cNvPr id="0" name=""/>
        <dsp:cNvSpPr/>
      </dsp:nvSpPr>
      <dsp:spPr>
        <a:xfrm>
          <a:off x="7484079" y="301830"/>
          <a:ext cx="5983417" cy="248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7484079" y="301830"/>
        <a:ext cx="5983417" cy="248476"/>
      </dsp:txXfrm>
    </dsp:sp>
    <dsp:sp modelId="{189C1BD2-CCCF-4B7B-A74A-55B7DD10B12C}">
      <dsp:nvSpPr>
        <dsp:cNvPr id="0" name=""/>
        <dsp:cNvSpPr/>
      </dsp:nvSpPr>
      <dsp:spPr>
        <a:xfrm>
          <a:off x="7339546" y="285265"/>
          <a:ext cx="17003" cy="811690"/>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B25F9035-9415-4B0E-BAA8-23DA3B620298}">
      <dsp:nvSpPr>
        <dsp:cNvPr id="0" name=""/>
        <dsp:cNvSpPr/>
      </dsp:nvSpPr>
      <dsp:spPr>
        <a:xfrm>
          <a:off x="11088548" y="1485092"/>
          <a:ext cx="5983417" cy="199795"/>
        </a:xfrm>
        <a:prstGeom prst="rect">
          <a:avLst/>
        </a:prstGeom>
        <a:noFill/>
        <a:ln>
          <a:noFill/>
        </a:ln>
        <a:effectLst/>
      </dsp:spPr>
      <dsp:style>
        <a:lnRef idx="0">
          <a:scrgbClr r="0" g="0" b="0"/>
        </a:lnRef>
        <a:fillRef idx="0">
          <a:scrgbClr r="0" g="0" b="0"/>
        </a:fillRef>
        <a:effectRef idx="0">
          <a:scrgbClr r="0" g="0" b="0"/>
        </a:effectRef>
        <a:fontRef idx="minor"/>
      </dsp:style>
    </dsp:sp>
    <dsp:sp modelId="{C394E378-E0E7-4FA3-9BEE-182DF1C54462}">
      <dsp:nvSpPr>
        <dsp:cNvPr id="0" name=""/>
        <dsp:cNvSpPr/>
      </dsp:nvSpPr>
      <dsp:spPr>
        <a:xfrm>
          <a:off x="11088548" y="1353312"/>
          <a:ext cx="5983417" cy="131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11088548" y="1353312"/>
        <a:ext cx="5983417" cy="131780"/>
      </dsp:txXfrm>
    </dsp:sp>
    <dsp:sp modelId="{E7EDE10A-DA17-4053-95B6-8E0FEC359D83}">
      <dsp:nvSpPr>
        <dsp:cNvPr id="0" name=""/>
        <dsp:cNvSpPr/>
      </dsp:nvSpPr>
      <dsp:spPr>
        <a:xfrm>
          <a:off x="10944015" y="1025525"/>
          <a:ext cx="17003" cy="416595"/>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440040C5-E81D-4B25-8198-D2E46029D3CC}">
      <dsp:nvSpPr>
        <dsp:cNvPr id="0" name=""/>
        <dsp:cNvSpPr/>
      </dsp:nvSpPr>
      <dsp:spPr>
        <a:xfrm>
          <a:off x="7243803" y="183710"/>
          <a:ext cx="208490" cy="203110"/>
        </a:xfrm>
        <a:prstGeom prst="ellipse">
          <a:avLst/>
        </a:prstGeom>
        <a:solidFill>
          <a:schemeClr val="tx2"/>
        </a:solidFill>
        <a:ln w="12700" cap="flat" cmpd="sng" algn="ctr">
          <a:solidFill>
            <a:schemeClr val="tx2">
              <a:alpha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E895F717-0DAE-4233-9869-6CB941B1F783}">
      <dsp:nvSpPr>
        <dsp:cNvPr id="0" name=""/>
        <dsp:cNvSpPr/>
      </dsp:nvSpPr>
      <dsp:spPr>
        <a:xfrm>
          <a:off x="10862205" y="1349410"/>
          <a:ext cx="182880" cy="182881"/>
        </a:xfrm>
        <a:prstGeom prst="ellipse">
          <a:avLst/>
        </a:prstGeom>
        <a:solidFill>
          <a:schemeClr val="accent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5D568D94-2C76-4930-B3E4-F5B677366802}">
      <dsp:nvSpPr>
        <dsp:cNvPr id="0" name=""/>
        <dsp:cNvSpPr/>
      </dsp:nvSpPr>
      <dsp:spPr>
        <a:xfrm>
          <a:off x="14693016" y="550307"/>
          <a:ext cx="5983417" cy="480388"/>
        </a:xfrm>
        <a:prstGeom prst="rect">
          <a:avLst/>
        </a:prstGeom>
        <a:noFill/>
        <a:ln>
          <a:noFill/>
        </a:ln>
        <a:effectLst/>
      </dsp:spPr>
      <dsp:style>
        <a:lnRef idx="0">
          <a:scrgbClr r="0" g="0" b="0"/>
        </a:lnRef>
        <a:fillRef idx="0">
          <a:scrgbClr r="0" g="0" b="0"/>
        </a:fillRef>
        <a:effectRef idx="0">
          <a:scrgbClr r="0" g="0" b="0"/>
        </a:effectRef>
        <a:fontRef idx="minor"/>
      </dsp:style>
    </dsp:sp>
    <dsp:sp modelId="{49E07D8F-4F4C-41A0-8176-685BB7E8C02C}">
      <dsp:nvSpPr>
        <dsp:cNvPr id="0" name=""/>
        <dsp:cNvSpPr/>
      </dsp:nvSpPr>
      <dsp:spPr>
        <a:xfrm>
          <a:off x="14693016" y="301830"/>
          <a:ext cx="5983417" cy="2484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14693016" y="301830"/>
        <a:ext cx="5983417" cy="248476"/>
      </dsp:txXfrm>
    </dsp:sp>
    <dsp:sp modelId="{7625C95D-8B07-41EA-B79C-F0CEE2EC2C21}">
      <dsp:nvSpPr>
        <dsp:cNvPr id="0" name=""/>
        <dsp:cNvSpPr/>
      </dsp:nvSpPr>
      <dsp:spPr>
        <a:xfrm>
          <a:off x="14548483" y="285265"/>
          <a:ext cx="17003" cy="811690"/>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82DE7106-9F58-4AAA-9396-3F86816859A5}">
      <dsp:nvSpPr>
        <dsp:cNvPr id="0" name=""/>
        <dsp:cNvSpPr/>
      </dsp:nvSpPr>
      <dsp:spPr>
        <a:xfrm>
          <a:off x="18297485" y="1485092"/>
          <a:ext cx="5983417" cy="199795"/>
        </a:xfrm>
        <a:prstGeom prst="rect">
          <a:avLst/>
        </a:prstGeom>
        <a:noFill/>
        <a:ln>
          <a:noFill/>
        </a:ln>
        <a:effectLst/>
      </dsp:spPr>
      <dsp:style>
        <a:lnRef idx="0">
          <a:scrgbClr r="0" g="0" b="0"/>
        </a:lnRef>
        <a:fillRef idx="0">
          <a:scrgbClr r="0" g="0" b="0"/>
        </a:fillRef>
        <a:effectRef idx="0">
          <a:scrgbClr r="0" g="0" b="0"/>
        </a:effectRef>
        <a:fontRef idx="minor"/>
      </dsp:style>
    </dsp:sp>
    <dsp:sp modelId="{6A17D1FB-4D06-457B-AEE6-1416A96DAE42}">
      <dsp:nvSpPr>
        <dsp:cNvPr id="0" name=""/>
        <dsp:cNvSpPr/>
      </dsp:nvSpPr>
      <dsp:spPr>
        <a:xfrm>
          <a:off x="18297485" y="1353312"/>
          <a:ext cx="5983417" cy="1317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244600">
            <a:lnSpc>
              <a:spcPct val="90000"/>
            </a:lnSpc>
            <a:spcBef>
              <a:spcPct val="0"/>
            </a:spcBef>
            <a:spcAft>
              <a:spcPct val="35000"/>
            </a:spcAft>
            <a:buNone/>
            <a:defRPr b="1"/>
          </a:pPr>
          <a:endParaRPr lang="en-US" sz="2800" kern="1200" dirty="0">
            <a:solidFill>
              <a:schemeClr val="bg1"/>
            </a:solidFill>
          </a:endParaRPr>
        </a:p>
      </dsp:txBody>
      <dsp:txXfrm>
        <a:off x="18297485" y="1353312"/>
        <a:ext cx="5983417" cy="131780"/>
      </dsp:txXfrm>
    </dsp:sp>
    <dsp:sp modelId="{4E265D6D-AFBD-4701-83B9-3CD84151EEF4}">
      <dsp:nvSpPr>
        <dsp:cNvPr id="0" name=""/>
        <dsp:cNvSpPr/>
      </dsp:nvSpPr>
      <dsp:spPr>
        <a:xfrm>
          <a:off x="18152951" y="1025525"/>
          <a:ext cx="17003" cy="416595"/>
        </a:xfrm>
        <a:prstGeom prst="rect">
          <a:avLst/>
        </a:prstGeom>
        <a:solidFill>
          <a:schemeClr val="accent6"/>
        </a:solidFill>
        <a:ln w="28575">
          <a:solidFill>
            <a:schemeClr val="accent6"/>
          </a:solidFill>
        </a:ln>
        <a:effectLst/>
      </dsp:spPr>
      <dsp:style>
        <a:lnRef idx="0">
          <a:scrgbClr r="0" g="0" b="0"/>
        </a:lnRef>
        <a:fillRef idx="1">
          <a:scrgbClr r="0" g="0" b="0"/>
        </a:fillRef>
        <a:effectRef idx="0">
          <a:scrgbClr r="0" g="0" b="0"/>
        </a:effectRef>
        <a:fontRef idx="minor"/>
      </dsp:style>
    </dsp:sp>
    <dsp:sp modelId="{1C8049F4-4BEC-4603-AF0B-D70F9624D1D0}">
      <dsp:nvSpPr>
        <dsp:cNvPr id="0" name=""/>
        <dsp:cNvSpPr/>
      </dsp:nvSpPr>
      <dsp:spPr>
        <a:xfrm>
          <a:off x="14452740" y="183710"/>
          <a:ext cx="208490" cy="203110"/>
        </a:xfrm>
        <a:prstGeom prst="ellipse">
          <a:avLst/>
        </a:prstGeom>
        <a:solidFill>
          <a:schemeClr val="accent1"/>
        </a:solidFill>
        <a:ln w="12700" cap="flat" cmpd="sng" algn="ctr">
          <a:solidFill>
            <a:schemeClr val="accent1">
              <a:alpha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 modelId="{0202B0AA-EB4C-432A-8F36-01F303FBF2E6}">
      <dsp:nvSpPr>
        <dsp:cNvPr id="0" name=""/>
        <dsp:cNvSpPr/>
      </dsp:nvSpPr>
      <dsp:spPr>
        <a:xfrm>
          <a:off x="18070013" y="1379255"/>
          <a:ext cx="182880" cy="182881"/>
        </a:xfrm>
        <a:prstGeom prst="ellipse">
          <a:avLst/>
        </a:prstGeom>
        <a:solidFill>
          <a:schemeClr val="accent1"/>
        </a:solidFill>
        <a:ln w="12700" cap="flat" cmpd="sng" algn="ctr">
          <a:solidFill>
            <a:schemeClr val="accent1">
              <a:alpha val="0"/>
            </a:schemeClr>
          </a:solidFill>
          <a:prstDash val="solid"/>
          <a:miter lim="800000"/>
        </a:ln>
        <a:effectLst/>
      </dsp:spPr>
      <dsp:style>
        <a:lnRef idx="1">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24/layout/BulletTimelineInverted">
  <dgm:title val=""/>
  <dgm:desc val=""/>
  <dgm:catLst>
    <dgm:cat type="process" pri="7451"/>
    <dgm:cat type="timeline" pri="101"/>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49"/>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t"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1"/>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b"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49"/>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t"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1"/>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b"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22FA4B-B24D-0523-E053-C0C08194C006}"/>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DA5CEBA-0448-5F7C-BF54-0ACFBEFF3166}"/>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06EDB610-8C7F-48E6-AEBF-95F99464C180}" type="datetime1">
              <a:rPr lang="en-US" smtClean="0"/>
              <a:t>9/21/2026</a:t>
            </a:fld>
            <a:endParaRPr lang="en-US"/>
          </a:p>
        </p:txBody>
      </p:sp>
      <p:sp>
        <p:nvSpPr>
          <p:cNvPr id="4" name="Footer Placeholder 3">
            <a:extLst>
              <a:ext uri="{FF2B5EF4-FFF2-40B4-BE49-F238E27FC236}">
                <a16:creationId xmlns:a16="http://schemas.microsoft.com/office/drawing/2014/main" id="{0EB3D23F-A761-BB79-6F0E-FFCF9307BB4B}"/>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CB341FA-1B76-FA2A-28E1-2AF9095937A7}"/>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05D8BC27-A9E3-4B95-93E6-87480D6864DB}" type="slidenum">
              <a:rPr lang="en-US" smtClean="0"/>
              <a:t>‹#›</a:t>
            </a:fld>
            <a:endParaRPr lang="en-US"/>
          </a:p>
        </p:txBody>
      </p:sp>
    </p:spTree>
    <p:extLst>
      <p:ext uri="{BB962C8B-B14F-4D97-AF65-F5344CB8AC3E}">
        <p14:creationId xmlns:p14="http://schemas.microsoft.com/office/powerpoint/2010/main" val="2392469976"/>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2EC69A5E-B70A-4646-B6CE-99A422C815E1}" type="datetime1">
              <a:rPr lang="en-US" smtClean="0"/>
              <a:t>9/21/2026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50285BAB-78EA-443B-B870-70E8BCD45F0B}" type="slidenum">
              <a:rPr lang="en-US" smtClean="0"/>
              <a:t>‹#›</a:t>
            </a:fld>
            <a:endParaRPr lang="en-US"/>
          </a:p>
        </p:txBody>
      </p:sp>
    </p:spTree>
    <p:extLst>
      <p:ext uri="{BB962C8B-B14F-4D97-AF65-F5344CB8AC3E}">
        <p14:creationId xmlns:p14="http://schemas.microsoft.com/office/powerpoint/2010/main" val="3032064532"/>
      </p:ext>
    </p:extLst>
  </p:cSld>
  <p:clrMap bg1="lt1" tx1="dk1" bg2="lt2" tx2="dk2" accent1="accent1" accent2="accent2" accent3="accent3" accent4="accent4" accent5="accent5" accent6="accent6" hlink="hlink" folHlink="folHlink"/>
  <p:hf/>
  <p:notesStyle>
    <a:lvl1pPr marL="0" algn="l" defTabSz="2194458" rtl="0" eaLnBrk="1" latinLnBrk="0" hangingPunct="1">
      <a:defRPr sz="2880" kern="1200">
        <a:solidFill>
          <a:schemeClr val="tx1"/>
        </a:solidFill>
        <a:latin typeface="+mn-lt"/>
        <a:ea typeface="+mn-ea"/>
        <a:cs typeface="+mn-cs"/>
      </a:defRPr>
    </a:lvl1pPr>
    <a:lvl2pPr marL="1097227" algn="l" defTabSz="2194458" rtl="0" eaLnBrk="1" latinLnBrk="0" hangingPunct="1">
      <a:defRPr sz="2880" kern="1200">
        <a:solidFill>
          <a:schemeClr val="tx1"/>
        </a:solidFill>
        <a:latin typeface="+mn-lt"/>
        <a:ea typeface="+mn-ea"/>
        <a:cs typeface="+mn-cs"/>
      </a:defRPr>
    </a:lvl2pPr>
    <a:lvl3pPr marL="2194458" algn="l" defTabSz="2194458" rtl="0" eaLnBrk="1" latinLnBrk="0" hangingPunct="1">
      <a:defRPr sz="2880" kern="1200">
        <a:solidFill>
          <a:schemeClr val="tx1"/>
        </a:solidFill>
        <a:latin typeface="+mn-lt"/>
        <a:ea typeface="+mn-ea"/>
        <a:cs typeface="+mn-cs"/>
      </a:defRPr>
    </a:lvl3pPr>
    <a:lvl4pPr marL="3291685" algn="l" defTabSz="2194458" rtl="0" eaLnBrk="1" latinLnBrk="0" hangingPunct="1">
      <a:defRPr sz="2880" kern="1200">
        <a:solidFill>
          <a:schemeClr val="tx1"/>
        </a:solidFill>
        <a:latin typeface="+mn-lt"/>
        <a:ea typeface="+mn-ea"/>
        <a:cs typeface="+mn-cs"/>
      </a:defRPr>
    </a:lvl4pPr>
    <a:lvl5pPr marL="4388912" algn="l" defTabSz="2194458" rtl="0" eaLnBrk="1" latinLnBrk="0" hangingPunct="1">
      <a:defRPr sz="2880" kern="1200">
        <a:solidFill>
          <a:schemeClr val="tx1"/>
        </a:solidFill>
        <a:latin typeface="+mn-lt"/>
        <a:ea typeface="+mn-ea"/>
        <a:cs typeface="+mn-cs"/>
      </a:defRPr>
    </a:lvl5pPr>
    <a:lvl6pPr marL="5486138" algn="l" defTabSz="2194458" rtl="0" eaLnBrk="1" latinLnBrk="0" hangingPunct="1">
      <a:defRPr sz="2880" kern="1200">
        <a:solidFill>
          <a:schemeClr val="tx1"/>
        </a:solidFill>
        <a:latin typeface="+mn-lt"/>
        <a:ea typeface="+mn-ea"/>
        <a:cs typeface="+mn-cs"/>
      </a:defRPr>
    </a:lvl6pPr>
    <a:lvl7pPr marL="6583370" algn="l" defTabSz="2194458" rtl="0" eaLnBrk="1" latinLnBrk="0" hangingPunct="1">
      <a:defRPr sz="2880" kern="1200">
        <a:solidFill>
          <a:schemeClr val="tx1"/>
        </a:solidFill>
        <a:latin typeface="+mn-lt"/>
        <a:ea typeface="+mn-ea"/>
        <a:cs typeface="+mn-cs"/>
      </a:defRPr>
    </a:lvl7pPr>
    <a:lvl8pPr marL="7680597" algn="l" defTabSz="2194458" rtl="0" eaLnBrk="1" latinLnBrk="0" hangingPunct="1">
      <a:defRPr sz="2880" kern="1200">
        <a:solidFill>
          <a:schemeClr val="tx1"/>
        </a:solidFill>
        <a:latin typeface="+mn-lt"/>
        <a:ea typeface="+mn-ea"/>
        <a:cs typeface="+mn-cs"/>
      </a:defRPr>
    </a:lvl8pPr>
    <a:lvl9pPr marL="8777824" algn="l" defTabSz="2194458" rtl="0" eaLnBrk="1" latinLnBrk="0" hangingPunct="1">
      <a:defRPr sz="288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2</a:t>
            </a:fld>
            <a:endParaRPr lang="en-US"/>
          </a:p>
        </p:txBody>
      </p:sp>
    </p:spTree>
    <p:extLst>
      <p:ext uri="{BB962C8B-B14F-4D97-AF65-F5344CB8AC3E}">
        <p14:creationId xmlns:p14="http://schemas.microsoft.com/office/powerpoint/2010/main" val="1119285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3</a:t>
            </a:fld>
            <a:endParaRPr lang="en-US"/>
          </a:p>
        </p:txBody>
      </p:sp>
    </p:spTree>
    <p:extLst>
      <p:ext uri="{BB962C8B-B14F-4D97-AF65-F5344CB8AC3E}">
        <p14:creationId xmlns:p14="http://schemas.microsoft.com/office/powerpoint/2010/main" val="381968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4</a:t>
            </a:fld>
            <a:endParaRPr lang="en-US"/>
          </a:p>
        </p:txBody>
      </p:sp>
    </p:spTree>
    <p:extLst>
      <p:ext uri="{BB962C8B-B14F-4D97-AF65-F5344CB8AC3E}">
        <p14:creationId xmlns:p14="http://schemas.microsoft.com/office/powerpoint/2010/main" val="2367343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5</a:t>
            </a:fld>
            <a:endParaRPr lang="en-US"/>
          </a:p>
        </p:txBody>
      </p:sp>
    </p:spTree>
    <p:extLst>
      <p:ext uri="{BB962C8B-B14F-4D97-AF65-F5344CB8AC3E}">
        <p14:creationId xmlns:p14="http://schemas.microsoft.com/office/powerpoint/2010/main" val="2454850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7</a:t>
            </a:fld>
            <a:endParaRPr lang="en-US"/>
          </a:p>
        </p:txBody>
      </p:sp>
    </p:spTree>
    <p:extLst>
      <p:ext uri="{BB962C8B-B14F-4D97-AF65-F5344CB8AC3E}">
        <p14:creationId xmlns:p14="http://schemas.microsoft.com/office/powerpoint/2010/main" val="39034191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8</a:t>
            </a:fld>
            <a:endParaRPr lang="en-US"/>
          </a:p>
        </p:txBody>
      </p:sp>
    </p:spTree>
    <p:extLst>
      <p:ext uri="{BB962C8B-B14F-4D97-AF65-F5344CB8AC3E}">
        <p14:creationId xmlns:p14="http://schemas.microsoft.com/office/powerpoint/2010/main" val="1585883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9</a:t>
            </a:fld>
            <a:endParaRPr lang="en-US"/>
          </a:p>
        </p:txBody>
      </p:sp>
    </p:spTree>
    <p:extLst>
      <p:ext uri="{BB962C8B-B14F-4D97-AF65-F5344CB8AC3E}">
        <p14:creationId xmlns:p14="http://schemas.microsoft.com/office/powerpoint/2010/main" val="3086570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2D6B4-3199-99AB-F969-2AF42B9E86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4CD2D5-B0B2-10E1-EBEF-BE48894D1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02516-E5D2-65BD-7A3D-21793BB118B7}"/>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3392C515-8478-950A-FB55-52BE0ABAB58A}"/>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F33A88C5-EB13-0326-6985-4370C866A721}"/>
              </a:ext>
            </a:extLst>
          </p:cNvPr>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a:extLst>
              <a:ext uri="{FF2B5EF4-FFF2-40B4-BE49-F238E27FC236}">
                <a16:creationId xmlns:a16="http://schemas.microsoft.com/office/drawing/2014/main" id="{334579D8-C6F1-6762-C53F-852652EC4F87}"/>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D0A76DE7-4FB1-A586-39D2-32887FDCC9B0}"/>
              </a:ext>
            </a:extLst>
          </p:cNvPr>
          <p:cNvSpPr>
            <a:spLocks noGrp="1"/>
          </p:cNvSpPr>
          <p:nvPr>
            <p:ph type="sldNum" sz="quarter" idx="5"/>
          </p:nvPr>
        </p:nvSpPr>
        <p:spPr/>
        <p:txBody>
          <a:bodyPr/>
          <a:lstStyle/>
          <a:p>
            <a:fld id="{50285BAB-78EA-443B-B870-70E8BCD45F0B}" type="slidenum">
              <a:rPr lang="en-US" smtClean="0"/>
              <a:t>10</a:t>
            </a:fld>
            <a:endParaRPr lang="en-US"/>
          </a:p>
        </p:txBody>
      </p:sp>
    </p:spTree>
    <p:extLst>
      <p:ext uri="{BB962C8B-B14F-4D97-AF65-F5344CB8AC3E}">
        <p14:creationId xmlns:p14="http://schemas.microsoft.com/office/powerpoint/2010/main" val="483732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C23AB-2082-4D6D-1373-7C38C2A11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6842D-69DE-3F1E-C47D-9775D550C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5E757-47D4-3E81-5692-B04DEF02C568}"/>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7CE46DAB-918C-CD28-146C-CF378FCE8FC1}"/>
              </a:ext>
            </a:extLst>
          </p:cNvPr>
          <p:cNvSpPr>
            <a:spLocks noGrp="1"/>
          </p:cNvSpPr>
          <p:nvPr>
            <p:ph type="hdr" sz="quarter"/>
          </p:nvPr>
        </p:nvSpPr>
        <p:spPr/>
        <p:txBody>
          <a:bodyPr/>
          <a:lstStyle/>
          <a:p>
            <a:endParaRPr lang="en-US"/>
          </a:p>
        </p:txBody>
      </p:sp>
      <p:sp>
        <p:nvSpPr>
          <p:cNvPr id="5" name="Date Placeholder 4">
            <a:extLst>
              <a:ext uri="{FF2B5EF4-FFF2-40B4-BE49-F238E27FC236}">
                <a16:creationId xmlns:a16="http://schemas.microsoft.com/office/drawing/2014/main" id="{F422D036-2CAE-EAB3-85F2-57B7B66A3DBC}"/>
              </a:ext>
            </a:extLst>
          </p:cNvPr>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a:extLst>
              <a:ext uri="{FF2B5EF4-FFF2-40B4-BE49-F238E27FC236}">
                <a16:creationId xmlns:a16="http://schemas.microsoft.com/office/drawing/2014/main" id="{3F97FB02-B5B9-547A-64CC-1203565ED39A}"/>
              </a:ext>
            </a:extLst>
          </p:cNvPr>
          <p:cNvSpPr>
            <a:spLocks noGrp="1"/>
          </p:cNvSpPr>
          <p:nvPr>
            <p:ph type="ftr" sz="quarter" idx="4"/>
          </p:nvPr>
        </p:nvSpPr>
        <p:spPr/>
        <p:txBody>
          <a:bodyPr/>
          <a:lstStyle/>
          <a:p>
            <a:endParaRPr lang="en-US"/>
          </a:p>
        </p:txBody>
      </p:sp>
      <p:sp>
        <p:nvSpPr>
          <p:cNvPr id="7" name="Slide Number Placeholder 6">
            <a:extLst>
              <a:ext uri="{FF2B5EF4-FFF2-40B4-BE49-F238E27FC236}">
                <a16:creationId xmlns:a16="http://schemas.microsoft.com/office/drawing/2014/main" id="{BE0A875F-DCF8-F2C5-283F-4046107B2391}"/>
              </a:ext>
            </a:extLst>
          </p:cNvPr>
          <p:cNvSpPr>
            <a:spLocks noGrp="1"/>
          </p:cNvSpPr>
          <p:nvPr>
            <p:ph type="sldNum" sz="quarter" idx="5"/>
          </p:nvPr>
        </p:nvSpPr>
        <p:spPr/>
        <p:txBody>
          <a:bodyPr/>
          <a:lstStyle/>
          <a:p>
            <a:fld id="{50285BAB-78EA-443B-B870-70E8BCD45F0B}" type="slidenum">
              <a:rPr lang="en-US" smtClean="0"/>
              <a:t>11</a:t>
            </a:fld>
            <a:endParaRPr lang="en-US"/>
          </a:p>
        </p:txBody>
      </p:sp>
    </p:spTree>
    <p:extLst>
      <p:ext uri="{BB962C8B-B14F-4D97-AF65-F5344CB8AC3E}">
        <p14:creationId xmlns:p14="http://schemas.microsoft.com/office/powerpoint/2010/main" val="28883310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12</a:t>
            </a:fld>
            <a:endParaRPr lang="en-US"/>
          </a:p>
        </p:txBody>
      </p:sp>
    </p:spTree>
    <p:extLst>
      <p:ext uri="{BB962C8B-B14F-4D97-AF65-F5344CB8AC3E}">
        <p14:creationId xmlns:p14="http://schemas.microsoft.com/office/powerpoint/2010/main" val="2725954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A neuron is a weighted sum, plus an offset, passed through a fixed non-linear function — and with the identity function in that slot, it is exactly the linear regression this audience already uses.</a:t>
            </a:r>
          </a:p>
          <a:p>
            <a:endParaRPr/>
          </a:p>
          <a:p>
            <a:r>
              <a:t>OPENS: weights, bias, activation function.</a:t>
            </a:r>
          </a:p>
          <a:p>
            <a:r>
              <a:t>CLOSES: activation function — including slide 2's "non-linear activation" and slide 6's "non-linear transformations", which name φ without giving it. The catalogue on the slide is the complete treatment at deck level; the derivatives are Supplement §S10 and the approximation theorem is §S11. Nothing before this slide is reopened.</a:t>
            </a:r>
          </a:p>
          <a:p>
            <a:endParaRPr/>
          </a:p>
          <a:p>
            <a:r>
              <a:t>SPEAKER NOTE. Anchor on the regression identity before showing the catalogue; the audience fits ŷ = β·x + β₀ weekly. The four curves answer "what does the non-linearity look like"; which one a given architecture uses is a design constant, not something the user tunes. Do not discuss derivatives here — they matter only for training. Supplement §S10 lists them; §S12 uses them.</a:t>
            </a:r>
          </a:p>
          <a:p>
            <a:endParaRPr/>
          </a:p>
          <a:p>
            <a:r>
              <a:t>EQUATIONS ON THIS SLIDE — LaTeX verbatim from the content spec (re-typeset natively with the PowerPoint equation editor if you prefer):</a:t>
            </a:r>
          </a:p>
          <a:p>
            <a:r>
              <a:t>    $$ a \;=\; \varphi\!\left(\mathbf{w}\cdot\mathbf{x} + b\right) $$</a:t>
            </a:r>
          </a:p>
          <a:p>
            <a:r>
              <a:t>    $$ \sigma(u)=\dfrac{1}{1+e^{-u}} $$</a:t>
            </a:r>
          </a:p>
          <a:p>
            <a:r>
              <a:t>    $$ \tanh(u)=\dfrac{e^{u}-e^{-u}}{e^{u}+e^{-u}} $$</a:t>
            </a:r>
          </a:p>
          <a:p>
            <a:r>
              <a:t>    $$ \mathrm{ReLU}(u)=\max(0,u) $$</a:t>
            </a:r>
          </a:p>
          <a:p>
            <a:r>
              <a:t>    $$ \mathrm{GELU}(u)=u\,\Phi(u)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A layer is many neurons sharing the same input; a network is layers composed; width and depth are the two independent size knobs, and together they set the parameter count.</a:t>
            </a:r>
          </a:p>
          <a:p>
            <a:endParaRPr/>
          </a:p>
          <a:p>
            <a:r>
              <a:t>OPENS: hidden state h, width, depth, parameter count |θ|.</a:t>
            </a:r>
          </a:p>
          <a:p>
            <a:r>
              <a:t>CLOSES: "multi-layered" from slide 2's LLM definition and "layered architecture" from slide 6's Network definition — both now have equations. DEBT FORWARD: where these layers sit inside an LLM → slide 17.</a:t>
            </a:r>
          </a:p>
          <a:p>
            <a:endParaRPr/>
          </a:p>
          <a:p>
            <a:r>
              <a:t>SPEAKER NOTE. The universal-approximation line carries two qualifiers (width unspecified, trainability unaddressed) — read them aloud; they are what keeps the theorem honest, and the lab's E4 grid is the empirical counterpart. Citations: Cybenko (1989), Hornik (1991) — single author. Both bibliographic records are confirmed; see the Supplement references block.</a:t>
            </a:r>
          </a:p>
          <a:p>
            <a:endParaRPr/>
          </a:p>
          <a:p>
            <a:r>
              <a:t>EQUATIONS ON THIS SLIDE — LaTeX verbatim from the content spec (re-typeset natively with the PowerPoint equation editor if you prefer):</a:t>
            </a:r>
          </a:p>
          <a:p>
            <a:r>
              <a:t>    $$ \mathbf{h}^{(0)}=\mathbf{x}, \qquad \mathbf{h}^{(\ell)}=\varphi\!\left(W^{(\ell)}\mathbf{h}^{(\ell-1)}+\mathbf{b}^{(\ell)}\right), \quad \ell=1,\dots,L $$</a:t>
            </a:r>
          </a:p>
          <a:p>
            <a:r>
              <a:t>    $$ |\theta|=\sum_{\ell} d_\ell\,(d_{\ell-1}+1) $$</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network computes with vectors; the embedding matrix is the learned lookup table that turns a token ID into a vector, and position gets its own vector added on top.</a:t>
            </a:r>
          </a:p>
          <a:p>
            <a:endParaRPr/>
          </a:p>
          <a:p>
            <a:r>
              <a:t>OPENS: embedding matrix E, d_model, positional encoding.</a:t>
            </a:r>
          </a:p>
          <a:p>
            <a:r>
              <a:t>CLOSES: the loose end from slide 9 — what the Token ID is *for* (it is the row index into E); and slide 6's "Network multiplies against token vectors" (this slide is where those vectors come from). Positional encoding is closed at deck level here; its equations live in Supplement §S3.</a:t>
            </a:r>
          </a:p>
          <a:p>
            <a:endParaRPr/>
          </a:p>
          <a:p>
            <a:r>
              <a:t>SPEAKER NOTE. The live-demo lab skips E and feeds one-hot indicator vectors directly — the special case E = I; the handout states it as "one-hot tokens". Mention it during the demo, not here. Sinusoidal and rotary positional encodings: Supplement §S3.</a:t>
            </a:r>
          </a:p>
          <a:p>
            <a:endParaRPr/>
          </a:p>
          <a:p>
            <a:r>
              <a:t>EQUATIONS ON THIS SLIDE — LaTeX verbatim from the content spec (re-typeset natively with the PowerPoint equation editor if you prefer):</a:t>
            </a:r>
          </a:p>
          <a:p>
            <a:r>
              <a:t>    $$ \mathbf{e}_{v} = \text{row } v \text{ of } E, \qquad E \in \mathbb{R}^{|\mathcal{V}|\times d_{\text{model}}} $$</a:t>
            </a:r>
          </a:p>
          <a:p>
            <a:r>
              <a:t>    $$ \mathbf{h}_i^{(0)} = \mathbf{e}_{x_i} + \mathbf{p}_i, \qquad i = 1,\dots,k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T-Decoder box from slides 12–13 is a stack of N identical blocks, each pairing self-attention (positions exchange information, weighted by learned relevance) with a feed-forward layer (each position processed independently) — and attention is where the context-window cost of slide 5 comes from.</a:t>
            </a:r>
          </a:p>
          <a:p>
            <a:endParaRPr/>
          </a:p>
          <a:p>
            <a:r>
              <a:t>OPENS: attention, query/key/value, causal mask, multi-head, residual connection, layer normalization, block count N.</a:t>
            </a:r>
          </a:p>
          <a:p>
            <a:r>
              <a:t>CLOSES: the *Transformer* name; slide 5's O(k_max²) compute claim (the quadratic term is attention's all-pairs score matrix); the T-Decoder box of slides 12–13. Multi-head, residual, and layer norm are closed at headline depth — Supplement §S4–S5 carries their full equations and the worked numeric example. Why the stack is a *decoder* and not an encoder is Supplement §S4a. DEBT BACKWARD PAID ON 18: softmax is used in the attention equation on the slide as a black box — row-wise, it converts a row of scores into weights that are positive and sum to one. Slide 18 defines it.</a:t>
            </a:r>
          </a:p>
          <a:p>
            <a:endParaRPr/>
          </a:p>
          <a:p>
            <a:r>
              <a:t>SPEAKER NOTE. Depth budget of the slide: name each part, one clause of function, where its math lives. The Supplement's §S4 has the 3-token, d_k = 2 worked example for anyone who wants numbers, plus the √d_k variance derivation and the KV-cache note. During the demo, state once: the lab has every output-stage ingredient and no attention — that absence is what the handout's "Claims you can defend, and two you cannot" leans on.</a:t>
            </a:r>
          </a:p>
          <a:p>
            <a:endParaRPr/>
          </a:p>
          <a:p>
            <a:r>
              <a:t>EQUATIONS ON THIS SLIDE — LaTeX verbatim from the content spec (re-typeset natively with the PowerPoint equation editor if you prefer):</a:t>
            </a:r>
          </a:p>
          <a:p>
            <a:r>
              <a:t>    $$ \text{Attention}(Q,K,V)=\mathrm{softmax}\!\left(\frac{QK^{\top}}{\sqrt{d_k}}\right)V, \qquad Q=HW_Q,\; K=HW_K,\; V=HW_V $$</a:t>
            </a:r>
          </a:p>
          <a:p>
            <a:r>
              <a:t>    $$ \mathbf{h} \leftarrow \mathbf{h}+\text{sublayer}(\mathrm{LN}(\mathbf{h}))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network's final act is a score per vocabulary token (the logit); softmax turns scores into the probability distribution the whole deck has been promising; temperature is a dial on that conversion's contrast.</a:t>
            </a:r>
          </a:p>
          <a:p>
            <a:endParaRPr/>
          </a:p>
          <a:p>
            <a:r>
              <a:t>OPENS: logit z (as output of unembedding W_U), temperature T.</a:t>
            </a:r>
          </a:p>
          <a:p>
            <a:r>
              <a:t>CLOSES: "what a logit is" (the old placeholder's demand); slide 6's "Output: probability distribution per Token" (this is the mechanism). The Case Study 1 slide already prints this quotient without naming it; this slide is the name's definition slot, and the case study becomes a use of it.</a:t>
            </a:r>
          </a:p>
          <a:p>
            <a:endParaRPr/>
          </a:p>
          <a:p>
            <a:r>
              <a:t>SPEAKER NOTE. Show the three-temperature bar chart on the next slide rather than here — this slide defines, slide 19 computes. In the live demo, the bottom-left panel of `llm_lab.m`'s live figure (the P(v|ctx) bar chart) is exactly P_{T=1}; point at it and say "logits, after softmax."</a:t>
            </a:r>
          </a:p>
          <a:p>
            <a:endParaRPr/>
          </a:p>
          <a:p>
            <a:r>
              <a:t>EQUATIONS ON THIS SLIDE — LaTeX verbatim from the content spec (re-typeset natively with the PowerPoint equation editor if you prefer):</a:t>
            </a:r>
          </a:p>
          <a:p>
            <a:r>
              <a:t>    $$ \mathbf{z} = W_U\,\mathbf{h}_k^{(N)} + \mathbf{b}_U, \qquad \mathbf{z}\in\mathbb{R}^{|\mathcal{V}|} $$</a:t>
            </a:r>
          </a:p>
          <a:p>
            <a:r>
              <a:t>    $$ P_T(\mathbf{x}_{k+1}=v \,|\, \mathbf{x}_{1:k};\theta) \;=\; \frac{e^{z_v/T}}{\sum_{j\in\mathcal{V}} e^{z_j/T}} $$</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The network is a deterministic function; the product is stochastic because one pseudo-random draw per token selects from P_T — so variance across responses is a designed feature located entirely at the sampling step, and the seed controls the draw.</a:t>
            </a:r>
          </a:p>
          <a:p>
            <a:endParaRPr/>
          </a:p>
          <a:p>
            <a:r>
              <a:t>OPENS: sampling policies (greedy, temperature, top-k, top-p), seed.</a:t>
            </a:r>
          </a:p>
          <a:p>
            <a:r>
              <a:t>CLOSES: the entire "Introducing Variance" placeholder: randomness, seeds, temperature — plus the worked example it demanded. After this slide, output variance is never re-derived; later chapters may only reference it.</a:t>
            </a:r>
          </a:p>
          <a:p>
            <a:endParaRPr/>
          </a:p>
          <a:p>
            <a:r>
              <a:t>SPEAKER NOTE. The one-sentence takeaway to say out loud: *randomness is a dial the operator sets, and it lives outside the network.* If someone asks why regenerating an answer changes it while the weights are static (slide 7: *Static Weights*), this slide is the complete answer. The planned lab extension adds exactly this draw to the prompt loop so the class can watch T work — see the demo-change list.</a:t>
            </a:r>
          </a:p>
          <a:p>
            <a:endParaRPr/>
          </a:p>
          <a:p>
            <a:r>
              <a:t>TABLE SOURCE (verbatim from the spec): logits z = (2.0, 1.0, 0.2, −1.0); P_{T=0.5} = 0.858 / 0.116 / 0.023 / 0.002; P_{T=1} = 0.632 / 0.232 / 0.104 / 0.031; P_{T=2} = 0.447 / 0.271 / 0.182 / 0.100. Cumulative sums of P_{T=1}: (0.632, 0.864, 0.969, 1.000).</a:t>
            </a:r>
          </a:p>
          <a:p>
            <a:endParaRPr/>
          </a:p>
          <a:p>
            <a:r>
              <a:t>EQUATIONS ON THIS SLIDE — LaTeX verbatim from the content spec (re-typeset natively with the PowerPoint equation editor if you prefer):</a:t>
            </a:r>
          </a:p>
          <a:p>
            <a:r>
              <a:t>    $$ \mathbf{x}_{k+1} \sim \mathrm{Categorical}\!\left(P_T(\cdot \,|\, \mathbf{x}_{1:k};\theta)\right) $$</a:t>
            </a:r>
          </a:p>
          <a:p>
            <a:r>
              <a:t>    $$ P_T(\mathbf{x}_{k+1}=v \,|\, \mathbf{x}_{1:k};\theta) \;=\; \frac{e^{z_v/T}}{\sum_{j\in\mathcal{V}} e^{z_j/T}}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MESSAGE. One pass of the pipeline produces one token; the loop that feeds each new token back is ordinary code outside the network, and it — not the model — decides when to stop. The five boxes that sit on the generation path — Tokenizer, T-Decoder, Action Sampling, Token Balance, Agent Harness — land on numbered steps; Supplement §S16 places the remaining seventeen.</a:t>
            </a:r>
          </a:p>
          <a:p>
            <a:endParaRPr/>
          </a:p>
          <a:p>
            <a:r>
              <a:t>OPENS: decoding loop, &lt;eos&gt; token.</a:t>
            </a:r>
          </a:p>
          <a:p>
            <a:r>
              <a:t>CLOSES: the NETWORK &amp; OUTPUT section: slide 5's Inference definition is now mechanically complete; the T-Decoder / Action Sampling / Tokenizer boxes of slides 12–13 land on numbered pipeline steps. Also closed here, open until now: weights and bias (14); hidden state, width, depth and |θ| (15); E and d_model (16); attention, Q/K/V, causal mask and N (17); logit and W_U (18). Sets up Case Study 1 with one sentence (training = how θ was chosen).</a:t>
            </a:r>
          </a:p>
          <a:p>
            <a:endParaRPr/>
          </a:p>
          <a:p>
            <a:r>
              <a:t>SPEAKER NOTE. This is the "everything clicks" slide the placeholder asked for — walk it slowly; it is also the map you return to during the live demo ("we are at step 5; here is the bar chart"). The demo's decoder generates a fixed number of tokens and ignores &lt;eos&gt;; a loop that honors it tells a different story — a strong 30-second aside at step 7. Caution from the peer review: the handout's eos-comparison numbers have no shipped code behind them, so implement the 3-line break variant and regenerate those numbers before quoting them (`MATLAB_EXAMPLES/PEER_REVIEW_2026-08-27.md`).</a:t>
            </a:r>
          </a:p>
          <a:p>
            <a:endParaRPr/>
          </a:p>
          <a:p>
            <a:r>
              <a:t>EQUATIONS ON THIS SLIDE — LaTeX verbatim from the content spec (re-typeset natively with the PowerPoint equation editor if you prefer):</a:t>
            </a:r>
          </a:p>
          <a:p>
            <a:r>
              <a:t>    $$ \mathbf{h}_i^{(0)} = \mathbf{e}_{x_i}+\mathbf{p}_i $$</a:t>
            </a:r>
          </a:p>
          <a:p>
            <a:r>
              <a:t>    $$ \to \mathbf{h}_k^{(N)} $$</a:t>
            </a:r>
          </a:p>
          <a:p>
            <a:r>
              <a:t>    $$ \mathbf{z} = W_U\,\mathbf{h}_k^{(N)}+\mathbf{b}_U $$</a:t>
            </a:r>
          </a:p>
          <a:p>
            <a:r>
              <a:t>    $$ P_T = \mathrm{softmax}(\mathbf{z}/T) $$</a:t>
            </a:r>
          </a:p>
          <a:p>
            <a:r>
              <a:t>    $$ \mathbf{x}_{k+1}\sim\mathrm{Categorical}(P_T) $$</a:t>
            </a:r>
          </a:p>
          <a:p>
            <a:r>
              <a:t>    $$ k \leftarrow k+1 $$</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t>Q1. How do θ, W and b connect?</a:t>
            </a:r>
          </a:p>
          <a:p>
            <a:pPr rtl="0"/>
            <a:r>
              <a:rPr lang="en-US" b="1" dirty="0"/>
              <a:t>Short.</a:t>
            </a:r>
            <a:r>
              <a:rPr lang="en-US" dirty="0"/>
              <a:t> They are the same thing at two levels of zoom: θ is the name for the whole collection of numbers in the model, and W and b are what that collection actually contains. The semicolon in P(· ; θ) separates them from the input — everything before it is what you feed in, everything after it is the model itself.</a:t>
            </a:r>
          </a:p>
          <a:p>
            <a:pPr rtl="0"/>
            <a:r>
              <a:rPr lang="en-US" b="1" dirty="0"/>
              <a:t>Out loud.</a:t>
            </a:r>
            <a:r>
              <a:rPr lang="en-US" dirty="0"/>
              <a:t> Think of θ as the word "settings". Your car has settings — seat position, mirror angle, radio station. θ is that word. W and b are the actual dial positions. When I write P(prompt ; θ) I'm saying: here's the question, and here's the state every dial was in when I answered it. Same answer to the same question, every time, as long as nobody turns a dial. Training is turning the dials. After training, they're taped in place.</a:t>
            </a:r>
          </a:p>
          <a:p>
            <a:pPr rtl="0"/>
            <a:r>
              <a:rPr lang="en-US" b="1" dirty="0"/>
              <a:t>The chain, in one sentence.</a:t>
            </a:r>
            <a:r>
              <a:rPr lang="en-US" dirty="0"/>
              <a:t> θ is used to compute z, and z is what the </a:t>
            </a:r>
            <a:r>
              <a:rPr lang="en-US" dirty="0" err="1"/>
              <a:t>softmax</a:t>
            </a:r>
            <a:r>
              <a:rPr lang="en-US" dirty="0"/>
              <a:t> turns into a probability. The right-hand equation produces z; the left-hand equation consumes it. Point at the red z on both lines — that is the only link, and once they see it they've got it.</a:t>
            </a:r>
          </a:p>
          <a:p>
            <a:br>
              <a:rPr lang="en-US" dirty="0"/>
            </a:br>
            <a:endParaRPr lang="en-US" dirty="0"/>
          </a:p>
          <a:p>
            <a:pPr rtl="0"/>
            <a:r>
              <a:rPr lang="en-US" b="1" dirty="0"/>
              <a:t>Q2. Why is e raised to the power of z?</a:t>
            </a:r>
          </a:p>
          <a:p>
            <a:pPr rtl="0"/>
            <a:r>
              <a:rPr lang="en-US" b="1" dirty="0"/>
              <a:t>Short.</a:t>
            </a:r>
            <a:r>
              <a:rPr lang="en-US" dirty="0"/>
              <a:t> Scores can be negative and probabilities cannot, so raising e to the power of the score turns any real number into a positive one; dividing by the sum over all tokens then forces them to add to exactly 1.</a:t>
            </a:r>
          </a:p>
          <a:p>
            <a:pPr rtl="0"/>
            <a:r>
              <a:rPr lang="en-US" b="1" dirty="0"/>
              <a:t>Out loud.</a:t>
            </a:r>
            <a:r>
              <a:rPr lang="en-US" dirty="0"/>
              <a:t> z is a raw score, like a judge's scribbled reaction before anyone agrees on a scale — it can be −2.1 or +3.8. You can't have a −2.1 chance of anything. So we run every score through </a:t>
            </a:r>
            <a:r>
              <a:rPr lang="en-US" dirty="0" err="1"/>
              <a:t>e^z</a:t>
            </a:r>
            <a:r>
              <a:rPr lang="en-US" dirty="0"/>
              <a:t>, which never produces a negative or a zero: e^(−2.1) = 0.12, e^(3.8) = 44.7. Bad scores become small positive numbers, good scores become big ones, and the ordering survives. Then we divide by the total so the whole set sums to one. Scores in, shares of the whole out.</a:t>
            </a:r>
          </a:p>
          <a:p>
            <a:pPr rtl="0"/>
            <a:r>
              <a:rPr lang="en-US" b="1" dirty="0"/>
              <a:t>If pushed — why e, not 2^z or z²?</a:t>
            </a:r>
            <a:r>
              <a:rPr lang="en-US" dirty="0"/>
              <a:t> The function is called the </a:t>
            </a:r>
            <a:r>
              <a:rPr lang="en-US" dirty="0" err="1"/>
              <a:t>softmax</a:t>
            </a:r>
            <a:r>
              <a:rPr lang="en-US" dirty="0"/>
              <a:t> and it is the standard way to turn scores into a distribution. The exponential is what makes the derivative come out to exactly P − </a:t>
            </a:r>
            <a:r>
              <a:rPr lang="en-US" dirty="0" err="1"/>
              <a:t>e_y</a:t>
            </a:r>
            <a:r>
              <a:rPr lang="en-US" dirty="0"/>
              <a:t>, the clean residual in the next bullet. Say that and move on; it's true, and it points forward.</a:t>
            </a:r>
          </a:p>
          <a:p>
            <a:pPr rtl="0"/>
            <a:r>
              <a:rPr lang="en-US" b="1" dirty="0"/>
              <a:t>If pushed harder.</a:t>
            </a:r>
            <a:r>
              <a:rPr lang="en-US" dirty="0"/>
              <a:t> z² would map −2 and +2 to the same value, destroying the ordering. 2^z would work but changes the base of the logarithm in the loss and loses the clean derivative. e is the choice that makes the algebra come out.</a:t>
            </a:r>
          </a:p>
          <a:p>
            <a:br>
              <a:rPr lang="en-US" dirty="0"/>
            </a:br>
            <a:endParaRPr lang="en-US" dirty="0"/>
          </a:p>
          <a:p>
            <a:pPr rtl="0"/>
            <a:r>
              <a:rPr lang="en-US" b="1" dirty="0"/>
              <a:t>Q3. What is v, and why "= v"?</a:t>
            </a:r>
          </a:p>
          <a:p>
            <a:pPr rtl="0"/>
            <a:r>
              <a:rPr lang="en-US" b="1" dirty="0"/>
              <a:t>Short.</a:t>
            </a:r>
            <a:r>
              <a:rPr lang="en-US" dirty="0"/>
              <a:t> v is any one candidate token, and the "= v" is there because the right-hand side is a single number — the probability of one specific token — not the whole distribution.</a:t>
            </a:r>
          </a:p>
          <a:p>
            <a:pPr rtl="0"/>
            <a:r>
              <a:rPr lang="en-US" b="1" dirty="0"/>
              <a:t>Out loud.</a:t>
            </a:r>
            <a:r>
              <a:rPr lang="en-US" dirty="0"/>
              <a:t> The model doesn't pick an answer. It scores </a:t>
            </a:r>
            <a:r>
              <a:rPr lang="en-US" i="1" dirty="0"/>
              <a:t>every</a:t>
            </a:r>
            <a:r>
              <a:rPr lang="en-US" dirty="0"/>
              <a:t> word it knows and hands you the whole list. v is "pick one and ask about it." Run the equation for every v in the vocabulary and you have the full list. The teal v in the numerator is the candidate's own score; the denominator is everybody's scores added up. So the fraction is asking: </a:t>
            </a:r>
            <a:r>
              <a:rPr lang="en-US" b="1" dirty="0"/>
              <a:t>of all the enthusiasm in the room, how much of it is for my candidate?</a:t>
            </a:r>
            <a:endParaRPr lang="en-US" dirty="0"/>
          </a:p>
          <a:p>
            <a:br>
              <a:rPr lang="en-US" dirty="0"/>
            </a:br>
            <a:endParaRPr lang="en-US" dirty="0"/>
          </a:p>
          <a:p>
            <a:pPr rtl="0"/>
            <a:r>
              <a:rPr lang="en-US" b="1" dirty="0"/>
              <a:t>Q4. Are the weights available before training?</a:t>
            </a:r>
          </a:p>
          <a:p>
            <a:pPr rtl="0"/>
            <a:r>
              <a:rPr lang="en-US" b="1" dirty="0"/>
              <a:t>Short.</a:t>
            </a:r>
            <a:r>
              <a:rPr lang="en-US" dirty="0"/>
              <a:t> Yes — before training W and b are random numbers, so the program runs perfectly on step one and produces a probability for every token; those probabilities are just uniform garbage.</a:t>
            </a:r>
          </a:p>
          <a:p>
            <a:pPr rtl="0"/>
            <a:r>
              <a:rPr lang="en-US" b="1" dirty="0"/>
              <a:t>Out loud.</a:t>
            </a:r>
            <a:r>
              <a:rPr lang="en-US" dirty="0"/>
              <a:t> People imagine training </a:t>
            </a:r>
            <a:r>
              <a:rPr lang="en-US" i="1" dirty="0"/>
              <a:t>builds</a:t>
            </a:r>
            <a:r>
              <a:rPr lang="en-US" dirty="0"/>
              <a:t> the model. It doesn't. The whole machine exists on day one, fully wired, with random numbers in every slot. Ask it a question and it answers instantly and confidently — it just spreads its confidence evenly over every word it knows, because it has no reason to prefer any of them. Training doesn't create the numbers. It moves them.</a:t>
            </a:r>
          </a:p>
          <a:p>
            <a:pPr rtl="0"/>
            <a:r>
              <a:rPr lang="en-US" b="1" dirty="0"/>
              <a:t>Number to have ready.</a:t>
            </a:r>
            <a:r>
              <a:rPr lang="en-US" dirty="0"/>
              <a:t> Our untrained model reads L = 4.1271, which is exactly ln(62), the size of the vocabulary. That is the signature of knowing nothing.</a:t>
            </a:r>
          </a:p>
          <a:p>
            <a:br>
              <a:rPr lang="en-US" dirty="0"/>
            </a:br>
            <a:endParaRPr lang="en-US" dirty="0"/>
          </a:p>
          <a:p>
            <a:pPr rtl="0"/>
            <a:r>
              <a:rPr lang="en-US" b="1" dirty="0"/>
              <a:t>Q5. Why the minus sign in front of the log?</a:t>
            </a:r>
          </a:p>
          <a:p>
            <a:pPr rtl="0"/>
            <a:r>
              <a:rPr lang="en-US" b="1" dirty="0"/>
              <a:t>Short.</a:t>
            </a:r>
            <a:r>
              <a:rPr lang="en-US" dirty="0"/>
              <a:t> Probabilities are at most 1, so log P is always negative or zero; the minus flips it into a positive cost you can </a:t>
            </a:r>
            <a:r>
              <a:rPr lang="en-US" dirty="0" err="1"/>
              <a:t>minimise</a:t>
            </a:r>
            <a:r>
              <a:rPr lang="en-US" dirty="0"/>
              <a:t>, which turns "</a:t>
            </a:r>
            <a:r>
              <a:rPr lang="en-US" dirty="0" err="1"/>
              <a:t>maximise</a:t>
            </a:r>
            <a:r>
              <a:rPr lang="en-US" dirty="0"/>
              <a:t> the probability of the corpus" into "</a:t>
            </a:r>
            <a:r>
              <a:rPr lang="en-US" dirty="0" err="1"/>
              <a:t>minimise</a:t>
            </a:r>
            <a:r>
              <a:rPr lang="en-US" dirty="0"/>
              <a:t> the loss."</a:t>
            </a:r>
          </a:p>
          <a:p>
            <a:pPr rtl="0"/>
            <a:r>
              <a:rPr lang="en-US" b="1" dirty="0"/>
              <a:t>Out loud.</a:t>
            </a:r>
            <a:r>
              <a:rPr lang="en-US" dirty="0"/>
              <a:t> We want the model to make the corpus likely. </a:t>
            </a:r>
            <a:r>
              <a:rPr lang="en-US" dirty="0" err="1"/>
              <a:t>Optimisers</a:t>
            </a:r>
            <a:r>
              <a:rPr lang="en-US" dirty="0"/>
              <a:t> are all built to go downhill, not uphill. So we take the thing we want to </a:t>
            </a:r>
            <a:r>
              <a:rPr lang="en-US" dirty="0" err="1"/>
              <a:t>maximise</a:t>
            </a:r>
            <a:r>
              <a:rPr lang="en-US" dirty="0"/>
              <a:t> and flip its sign, and now going downhill is the same as getting better. Nothing deeper than that.</a:t>
            </a:r>
          </a:p>
          <a:p>
            <a:br>
              <a:rPr lang="en-US" dirty="0"/>
            </a:br>
            <a:endParaRPr lang="en-US" dirty="0"/>
          </a:p>
          <a:p>
            <a:pPr rtl="0"/>
            <a:r>
              <a:rPr lang="en-US" b="1" dirty="0"/>
              <a:t>Q6. Why log?</a:t>
            </a:r>
          </a:p>
          <a:p>
            <a:pPr rtl="0"/>
            <a:r>
              <a:rPr lang="en-US" b="1" dirty="0"/>
              <a:t>Short.</a:t>
            </a:r>
            <a:r>
              <a:rPr lang="en-US" dirty="0"/>
              <a:t> Two reasons: the probability of a whole sequence is a product of many small numbers that underflows to zero in floating point, and logs turn that product into a sum that doesn't; and −log P is zero at certainty and grows without bound as P → 0, so being confidently wrong is charged far more than being uncertain.</a:t>
            </a:r>
          </a:p>
          <a:p>
            <a:pPr rtl="0"/>
            <a:r>
              <a:rPr lang="en-US" b="1" dirty="0"/>
              <a:t>Out loud (</a:t>
            </a:r>
            <a:r>
              <a:rPr lang="en-US" b="1" dirty="0" err="1"/>
              <a:t>numerics</a:t>
            </a:r>
            <a:r>
              <a:rPr lang="en-US" b="1" dirty="0"/>
              <a:t>).</a:t>
            </a:r>
            <a:r>
              <a:rPr lang="en-US" dirty="0"/>
              <a:t> The chance of getting a whole sentence right is every token's chance multiplied together. Multiply a thousand numbers smaller than one and you get something so tiny the computer rounds it to zero and the information is gone — a </a:t>
            </a:r>
            <a:r>
              <a:rPr lang="en-US" i="1" dirty="0"/>
              <a:t>good</a:t>
            </a:r>
            <a:r>
              <a:rPr lang="en-US" dirty="0"/>
              <a:t> model on 7,500 tokens produces a likelihood the machine stores as 0.0, and log(0) is minus infinity, and training dies. Take logs first and multiplication becomes addition. Same quantity, a scale the machine can hold. Same reason we use decibels instead of raw power ratios.</a:t>
            </a:r>
          </a:p>
          <a:p>
            <a:pPr rtl="0"/>
            <a:r>
              <a:rPr lang="en-US" b="1" dirty="0"/>
              <a:t>Out loud (</a:t>
            </a:r>
            <a:r>
              <a:rPr lang="en-US" b="1" dirty="0" err="1"/>
              <a:t>behaviour</a:t>
            </a:r>
            <a:r>
              <a:rPr lang="en-US" b="1" dirty="0"/>
              <a:t>).</a:t>
            </a:r>
            <a:r>
              <a:rPr lang="en-US" dirty="0"/>
              <a:t> −log P is 0 when you're certain and right, and it runs off to infinity as you approach certainty in the wrong answer. So the loss punishes </a:t>
            </a:r>
            <a:r>
              <a:rPr lang="en-US" i="1" dirty="0"/>
              <a:t>confident and wrong</a:t>
            </a:r>
            <a:r>
              <a:rPr lang="en-US" dirty="0"/>
              <a:t> far more than </a:t>
            </a:r>
            <a:r>
              <a:rPr lang="en-US" i="1" dirty="0"/>
              <a:t>unsure</a:t>
            </a:r>
            <a:r>
              <a:rPr lang="en-US" dirty="0"/>
              <a:t>. Which is exactly the failure we'll see later: on ln(x) the held-out loss reaches 4.15, above the 2.71 you'd get by guessing at random. The model isn't confused. It's certain, and wrong, and that costs more than ignorance.</a:t>
            </a:r>
          </a:p>
          <a:p>
            <a:pPr rtl="0"/>
            <a:r>
              <a:rPr lang="en-US" b="1" dirty="0"/>
              <a:t>If pushed.</a:t>
            </a:r>
            <a:r>
              <a:rPr lang="en-US" dirty="0"/>
              <a:t> The real reason is that this is maximum likelihood. Log is monotonic, so taking it doesn't move the optimum — you get −Σ log P for free. The underflow argument explains why nobody computes the product form even in principle.</a:t>
            </a:r>
          </a:p>
          <a:p>
            <a:br>
              <a:rPr lang="en-US" dirty="0"/>
            </a:br>
            <a:endParaRPr lang="en-US" dirty="0"/>
          </a:p>
          <a:p>
            <a:pPr rtl="0"/>
            <a:r>
              <a:rPr lang="en-US" b="1" dirty="0"/>
              <a:t>Q7. Why 1/n?</a:t>
            </a:r>
          </a:p>
          <a:p>
            <a:pPr rtl="0"/>
            <a:r>
              <a:rPr lang="en-US" b="1" dirty="0"/>
              <a:t>Short.</a:t>
            </a:r>
            <a:r>
              <a:rPr lang="en-US" dirty="0"/>
              <a:t> It makes L the average loss </a:t>
            </a:r>
            <a:r>
              <a:rPr lang="en-US" i="1" dirty="0"/>
              <a:t>per token</a:t>
            </a:r>
            <a:r>
              <a:rPr lang="en-US" dirty="0"/>
              <a:t>, so the number is comparable no matter how big the corpus, and can be checked against </a:t>
            </a:r>
            <a:r>
              <a:rPr lang="en-US" dirty="0" err="1"/>
              <a:t>ln|V</a:t>
            </a:r>
            <a:r>
              <a:rPr lang="en-US" dirty="0"/>
              <a:t>| — which is why the untrained model reads exactly 4.1271.</a:t>
            </a:r>
          </a:p>
          <a:p>
            <a:pPr rtl="0"/>
            <a:r>
              <a:rPr lang="en-US" b="1" dirty="0"/>
              <a:t>Out loud.</a:t>
            </a:r>
            <a:r>
              <a:rPr lang="en-US" dirty="0"/>
              <a:t> Without it, the loss just grows with the size of your corpus, so "L = 500" tells you nothing until you also know how much text was in there. Divide by n and you get the cost per token — a number that means the same thing whether you trained on six pairs or ten trillion. It also doesn't change where the minimum is, so we lose nothing by doing it.</a:t>
            </a:r>
          </a:p>
          <a:p>
            <a:pPr rtl="0"/>
            <a:r>
              <a:rPr lang="en-US" b="1" dirty="0"/>
              <a:t>Tie to Slide 6.</a:t>
            </a:r>
            <a:r>
              <a:rPr lang="en-US" dirty="0"/>
              <a:t> This is why we call it Empirical Risk </a:t>
            </a:r>
            <a:r>
              <a:rPr lang="en-US" i="1" dirty="0" err="1"/>
              <a:t>Minimisation</a:t>
            </a:r>
            <a:r>
              <a:rPr lang="en-US" dirty="0"/>
              <a:t> — empirical risk is by definition an average.</a:t>
            </a:r>
          </a:p>
          <a:p>
            <a:br>
              <a:rPr lang="en-US" dirty="0"/>
            </a:br>
            <a:endParaRPr lang="en-US" dirty="0"/>
          </a:p>
          <a:p>
            <a:pPr rtl="0"/>
            <a:r>
              <a:rPr lang="en-US" b="1" dirty="0"/>
              <a:t>Q8. What is the corpus, really?</a:t>
            </a:r>
          </a:p>
          <a:p>
            <a:pPr rtl="0"/>
            <a:r>
              <a:rPr lang="en-US" b="1" dirty="0"/>
              <a:t>Short.</a:t>
            </a:r>
            <a:r>
              <a:rPr lang="en-US" dirty="0"/>
              <a:t> n pairs, each a prompt and the token that actually followed it — the corpus is the only place the truth enters, and the program never sees it.</a:t>
            </a:r>
          </a:p>
          <a:p>
            <a:pPr rtl="0"/>
            <a:r>
              <a:rPr lang="en-US" b="1" dirty="0"/>
              <a:t>Out loud.</a:t>
            </a:r>
            <a:r>
              <a:rPr lang="en-US" dirty="0"/>
              <a:t> The program is a guesser. It has no idea whether it's right. The corpus is the answer key. The loss function is the person holding the answer key, telling the guesser how close it got. Take the corpus away and the guesser still guesses just as confidently — it simply never finds out it's wrong.</a:t>
            </a:r>
          </a:p>
          <a:p>
            <a:pPr rtl="0"/>
            <a:r>
              <a:rPr lang="en-US" b="1" dirty="0"/>
              <a:t>The line to land.</a:t>
            </a:r>
            <a:r>
              <a:rPr lang="en-US" dirty="0"/>
              <a:t> The corpus is not the game. </a:t>
            </a:r>
            <a:r>
              <a:rPr lang="en-US" b="1" dirty="0"/>
              <a:t>The corpus is the thermometer.</a:t>
            </a:r>
            <a:r>
              <a:rPr lang="en-US" dirty="0"/>
              <a:t> Hot and cold are readings, and a reading needs something to measure against. Change what's in the corpus and you change where "hot" is.</a:t>
            </a:r>
          </a:p>
          <a:p>
            <a:pPr rtl="0"/>
            <a:r>
              <a:rPr lang="en-US" b="1" dirty="0"/>
              <a:t>Scale, if you want it.</a:t>
            </a:r>
            <a:r>
              <a:rPr lang="en-US" dirty="0"/>
              <a:t> n = 6 here. n ≈ 10^13 for a production model.</a:t>
            </a:r>
          </a:p>
          <a:p>
            <a:br>
              <a:rPr lang="en-US" dirty="0"/>
            </a:br>
            <a:endParaRPr lang="en-US" dirty="0"/>
          </a:p>
          <a:p>
            <a:pPr rtl="0"/>
            <a:r>
              <a:rPr lang="en-US" b="1" dirty="0"/>
              <a:t>Q9. Why does "London → 2" not break the </a:t>
            </a:r>
            <a:r>
              <a:rPr lang="en-US" b="1" dirty="0" err="1"/>
              <a:t>maths</a:t>
            </a:r>
            <a:r>
              <a:rPr lang="en-US" b="1" dirty="0"/>
              <a:t>?</a:t>
            </a:r>
          </a:p>
          <a:p>
            <a:pPr rtl="0"/>
            <a:r>
              <a:rPr lang="en-US" b="1" dirty="0"/>
              <a:t>Short.</a:t>
            </a:r>
            <a:r>
              <a:rPr lang="en-US" dirty="0"/>
              <a:t> Nothing on this slide subtracts one value from another — the loss reads off a probability the program assigned to a token — so a word costs exactly the same as a number.</a:t>
            </a:r>
          </a:p>
          <a:p>
            <a:pPr rtl="0"/>
            <a:r>
              <a:rPr lang="en-US" b="1" dirty="0"/>
              <a:t>Out loud.</a:t>
            </a:r>
            <a:r>
              <a:rPr lang="en-US" dirty="0"/>
              <a:t> If we'd written the loss as (true minus predicted) squared, this line would be nonsense: you cannot subtract London from anything. But we never subtract values. We ask the program "what probability did you give the token that actually came next?" and London is a token like 3 or 7. That's the whole reason this machinery works on text at all.</a:t>
            </a:r>
          </a:p>
          <a:p>
            <a:br>
              <a:rPr lang="en-US" dirty="0"/>
            </a:br>
            <a:endParaRPr lang="en-US" dirty="0"/>
          </a:p>
          <a:p>
            <a:pPr rtl="0"/>
            <a:r>
              <a:rPr lang="en-US" b="1" dirty="0"/>
              <a:t>Q10. If this is "During Training", what changes at inference?</a:t>
            </a:r>
          </a:p>
          <a:p>
            <a:pPr rtl="0"/>
            <a:r>
              <a:rPr lang="en-US" b="1" dirty="0"/>
              <a:t>Short.</a:t>
            </a:r>
            <a:r>
              <a:rPr lang="en-US" dirty="0"/>
              <a:t> Nothing on this slide changes — the same program, the same equations — the only difference is that W and b stop moving.</a:t>
            </a:r>
          </a:p>
          <a:p>
            <a:pPr rtl="0"/>
            <a:r>
              <a:rPr lang="en-US" b="1" dirty="0"/>
              <a:t>Out loud.</a:t>
            </a:r>
            <a:r>
              <a:rPr lang="en-US" dirty="0"/>
              <a:t> Everything you're looking at runs identically when you type into ChatGPT. The program is the same, the </a:t>
            </a:r>
            <a:r>
              <a:rPr lang="en-US" dirty="0" err="1"/>
              <a:t>softmax</a:t>
            </a:r>
            <a:r>
              <a:rPr lang="en-US" dirty="0"/>
              <a:t> is the same, the probabilities come out the same way. The one difference is that during training we're still adjusting the dials, and afterwards they're frozen. That's the barrier on Slide 7 — training stops there, and everything after it is this same machine with the dials taped.</a:t>
            </a:r>
          </a:p>
          <a:p>
            <a:pPr rtl="0"/>
            <a:br>
              <a:rPr lang="en-US" dirty="0"/>
            </a:br>
            <a:r>
              <a:rPr lang="en-US" b="1" dirty="0"/>
              <a:t>Three sentences to have </a:t>
            </a:r>
            <a:r>
              <a:rPr lang="en-US" b="1" dirty="0" err="1"/>
              <a:t>memorised</a:t>
            </a:r>
            <a:endParaRPr lang="en-US" b="1" dirty="0"/>
          </a:p>
          <a:p>
            <a:pPr lvl="0" rtl="0"/>
            <a:r>
              <a:rPr lang="en-US" dirty="0"/>
              <a:t>Everything before the semicolon is the input; everything after it is the model.</a:t>
            </a:r>
          </a:p>
          <a:p>
            <a:pPr lvl="0" rtl="0"/>
            <a:r>
              <a:rPr lang="en-US" dirty="0"/>
              <a:t>The corpus is not the game — the corpus is the thermometer.</a:t>
            </a:r>
          </a:p>
          <a:p>
            <a:pPr lvl="0" rtl="0"/>
            <a:r>
              <a:rPr lang="en-US" dirty="0"/>
              <a:t>Confident and wrong is the most expensive answer there is.</a:t>
            </a:r>
          </a:p>
          <a:p>
            <a:endParaRPr lang="en-US" dirty="0"/>
          </a:p>
        </p:txBody>
      </p:sp>
      <p:sp>
        <p:nvSpPr>
          <p:cNvPr id="4" name="Header Placeholder 3"/>
          <p:cNvSpPr>
            <a:spLocks noGrp="1"/>
          </p:cNvSpPr>
          <p:nvPr>
            <p:ph type="hdr" sz="quarter"/>
          </p:nvPr>
        </p:nvSpPr>
        <p:spPr/>
        <p:txBody>
          <a:bodyPr/>
          <a:lstStyle/>
          <a:p>
            <a:endParaRPr lang="en-US"/>
          </a:p>
        </p:txBody>
      </p:sp>
      <p:sp>
        <p:nvSpPr>
          <p:cNvPr id="5" name="Date Placeholder 4"/>
          <p:cNvSpPr>
            <a:spLocks noGrp="1"/>
          </p:cNvSpPr>
          <p:nvPr>
            <p:ph type="dt" idx="1"/>
          </p:nvPr>
        </p:nvSpPr>
        <p:spPr/>
        <p:txBody>
          <a:bodyPr/>
          <a:lstStyle/>
          <a:p>
            <a:fld id="{2EC69A5E-B70A-4646-B6CE-99A422C815E1}" type="datetime1">
              <a:rPr lang="en-US" smtClean="0"/>
              <a:t>9/21/2026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50285BAB-78EA-443B-B870-70E8BCD45F0B}" type="slidenum">
              <a:rPr lang="en-US" smtClean="0"/>
              <a:t>25</a:t>
            </a:fld>
            <a:endParaRPr lang="en-US"/>
          </a:p>
        </p:txBody>
      </p:sp>
    </p:spTree>
    <p:extLst>
      <p:ext uri="{BB962C8B-B14F-4D97-AF65-F5344CB8AC3E}">
        <p14:creationId xmlns:p14="http://schemas.microsoft.com/office/powerpoint/2010/main" val="2126851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657600" y="2693671"/>
            <a:ext cx="21945600" cy="5730240"/>
          </a:xfrm>
        </p:spPr>
        <p:txBody>
          <a:bodyPr anchor="b"/>
          <a:lstStyle>
            <a:lvl1pPr algn="ctr">
              <a:defRPr sz="14400"/>
            </a:lvl1pPr>
          </a:lstStyle>
          <a:p>
            <a:r>
              <a:rPr lang="en-US"/>
              <a:t>Click to edit Master title style</a:t>
            </a:r>
            <a:endParaRPr lang="en-US" dirty="0"/>
          </a:p>
        </p:txBody>
      </p:sp>
      <p:sp>
        <p:nvSpPr>
          <p:cNvPr id="3" name="Subtitle 2"/>
          <p:cNvSpPr>
            <a:spLocks noGrp="1"/>
          </p:cNvSpPr>
          <p:nvPr>
            <p:ph type="subTitle" idx="1"/>
          </p:nvPr>
        </p:nvSpPr>
        <p:spPr>
          <a:xfrm>
            <a:off x="3657600" y="8644891"/>
            <a:ext cx="21945600" cy="3973829"/>
          </a:xfrm>
        </p:spPr>
        <p:txBody>
          <a:bodyPr/>
          <a:lstStyle>
            <a:lvl1pPr marL="0" indent="0" algn="ctr">
              <a:buNone/>
              <a:defRPr sz="5760"/>
            </a:lvl1pPr>
            <a:lvl2pPr marL="1097280" indent="0" algn="ctr">
              <a:buNone/>
              <a:defRPr sz="4800"/>
            </a:lvl2pPr>
            <a:lvl3pPr marL="2194560" indent="0" algn="ctr">
              <a:buNone/>
              <a:defRPr sz="4320"/>
            </a:lvl3pPr>
            <a:lvl4pPr marL="3291840" indent="0" algn="ctr">
              <a:buNone/>
              <a:defRPr sz="3840"/>
            </a:lvl4pPr>
            <a:lvl5pPr marL="4389120" indent="0" algn="ctr">
              <a:buNone/>
              <a:defRPr sz="3840"/>
            </a:lvl5pPr>
            <a:lvl6pPr marL="5486400" indent="0" algn="ctr">
              <a:buNone/>
              <a:defRPr sz="3840"/>
            </a:lvl6pPr>
            <a:lvl7pPr marL="6583680" indent="0" algn="ctr">
              <a:buNone/>
              <a:defRPr sz="3840"/>
            </a:lvl7pPr>
            <a:lvl8pPr marL="7680960" indent="0" algn="ctr">
              <a:buNone/>
              <a:defRPr sz="3840"/>
            </a:lvl8pPr>
            <a:lvl9pPr marL="8778240" indent="0" algn="ctr">
              <a:buNone/>
              <a:defRPr sz="384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sz="5400">
                <a:solidFill>
                  <a:schemeClr val="accent3"/>
                </a:solidFill>
              </a:defRPr>
            </a:lvl1pPr>
          </a:lstStyle>
          <a:p>
            <a:fld id="{455CB61F-784F-47BE-8E88-4D7DF3343F95}" type="slidenum">
              <a:rPr lang="en-US" smtClean="0"/>
              <a:pPr/>
              <a:t>‹#›</a:t>
            </a:fld>
            <a:endParaRPr lang="en-US" dirty="0"/>
          </a:p>
        </p:txBody>
      </p:sp>
    </p:spTree>
    <p:extLst>
      <p:ext uri="{BB962C8B-B14F-4D97-AF65-F5344CB8AC3E}">
        <p14:creationId xmlns:p14="http://schemas.microsoft.com/office/powerpoint/2010/main" val="380456687"/>
      </p:ext>
    </p:extLst>
  </p:cSld>
  <p:clrMapOvr>
    <a:masterClrMapping/>
  </p:clrMapOvr>
  <p:extLst>
    <p:ext uri="{DCECCB84-F9BA-43D5-87BE-67443E8EF086}">
      <p15:sldGuideLst xmlns:p15="http://schemas.microsoft.com/office/powerpoint/2012/main">
        <p15:guide id="1" orient="horz" pos="5184" userDrawn="1">
          <p15:clr>
            <a:srgbClr val="FBAE40"/>
          </p15:clr>
        </p15:guide>
        <p15:guide id="2" pos="921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accent3"/>
                </a:solidFill>
              </a:defRPr>
            </a:lvl1pPr>
          </a:lstStyle>
          <a:p>
            <a:fld id="{455CB61F-784F-47BE-8E88-4D7DF3343F95}" type="slidenum">
              <a:rPr lang="en-US" smtClean="0"/>
              <a:pPr/>
              <a:t>‹#›</a:t>
            </a:fld>
            <a:endParaRPr lang="en-US" dirty="0"/>
          </a:p>
        </p:txBody>
      </p:sp>
    </p:spTree>
    <p:extLst>
      <p:ext uri="{BB962C8B-B14F-4D97-AF65-F5344CB8AC3E}">
        <p14:creationId xmlns:p14="http://schemas.microsoft.com/office/powerpoint/2010/main" val="1536551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F20D4BA-D300-53CB-E890-F98583C65ADE}"/>
              </a:ext>
            </a:extLst>
          </p:cNvPr>
          <p:cNvGrpSpPr>
            <a:grpSpLocks noGrp="1" noUngrp="1" noRot="1" noMove="1" noResize="1"/>
          </p:cNvGrpSpPr>
          <p:nvPr userDrawn="1"/>
        </p:nvGrpSpPr>
        <p:grpSpPr>
          <a:xfrm>
            <a:off x="0" y="0"/>
            <a:ext cx="29260800" cy="16457266"/>
            <a:chOff x="0" y="0"/>
            <a:chExt cx="29260800" cy="16457266"/>
          </a:xfrm>
        </p:grpSpPr>
        <p:pic>
          <p:nvPicPr>
            <p:cNvPr id="8" name="Picture 7">
              <a:extLst>
                <a:ext uri="{FF2B5EF4-FFF2-40B4-BE49-F238E27FC236}">
                  <a16:creationId xmlns:a16="http://schemas.microsoft.com/office/drawing/2014/main" id="{1974E2CF-C928-17B4-D729-94E081412A76}"/>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29260800" cy="16457266"/>
            </a:xfrm>
            <a:prstGeom prst="rect">
              <a:avLst/>
            </a:prstGeom>
          </p:spPr>
        </p:pic>
        <p:sp>
          <p:nvSpPr>
            <p:cNvPr id="9" name="Rectangle 8">
              <a:extLst>
                <a:ext uri="{FF2B5EF4-FFF2-40B4-BE49-F238E27FC236}">
                  <a16:creationId xmlns:a16="http://schemas.microsoft.com/office/drawing/2014/main" id="{0791CC31-37DA-0FF9-79BA-13B1B78A0E92}"/>
                </a:ext>
              </a:extLst>
            </p:cNvPr>
            <p:cNvSpPr>
              <a:spLocks noGrp="1" noRot="1" noMove="1" noResize="1" noEditPoints="1" noAdjustHandles="1" noChangeArrowheads="1" noChangeShapeType="1"/>
            </p:cNvSpPr>
            <p:nvPr userDrawn="1"/>
          </p:nvSpPr>
          <p:spPr>
            <a:xfrm>
              <a:off x="825909" y="5742432"/>
              <a:ext cx="27638477" cy="5207509"/>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a:xfrm>
            <a:off x="1996440" y="5742432"/>
            <a:ext cx="25237440" cy="4920628"/>
          </a:xfrm>
        </p:spPr>
        <p:txBody>
          <a:bodyPr anchor="b">
            <a:normAutofit/>
          </a:bodyPr>
          <a:lstStyle>
            <a:lvl1pPr>
              <a:defRPr sz="17300">
                <a:solidFill>
                  <a:schemeClr val="bg2"/>
                </a:solidFill>
              </a:defRPr>
            </a:lvl1pPr>
          </a:lstStyle>
          <a:p>
            <a:r>
              <a:rPr lang="en-US" dirty="0"/>
              <a:t>Click to edit Master title style</a:t>
            </a:r>
          </a:p>
        </p:txBody>
      </p:sp>
      <p:sp>
        <p:nvSpPr>
          <p:cNvPr id="3" name="Text Placeholder 2"/>
          <p:cNvSpPr>
            <a:spLocks noGrp="1"/>
          </p:cNvSpPr>
          <p:nvPr>
            <p:ph type="body" idx="1"/>
          </p:nvPr>
        </p:nvSpPr>
        <p:spPr>
          <a:xfrm>
            <a:off x="2011680" y="11859192"/>
            <a:ext cx="25237440" cy="1557529"/>
          </a:xfrm>
        </p:spPr>
        <p:txBody>
          <a:bodyPr/>
          <a:lstStyle>
            <a:lvl1pPr marL="0" indent="0">
              <a:buNone/>
              <a:defRPr sz="5760" b="0">
                <a:solidFill>
                  <a:schemeClr val="accent3"/>
                </a:solidFill>
              </a:defRPr>
            </a:lvl1pPr>
            <a:lvl2pPr marL="1097280" indent="0">
              <a:buNone/>
              <a:defRPr sz="4800">
                <a:solidFill>
                  <a:schemeClr val="tx1">
                    <a:tint val="82000"/>
                  </a:schemeClr>
                </a:solidFill>
              </a:defRPr>
            </a:lvl2pPr>
            <a:lvl3pPr marL="2194560" indent="0">
              <a:buNone/>
              <a:defRPr sz="4320">
                <a:solidFill>
                  <a:schemeClr val="tx1">
                    <a:tint val="82000"/>
                  </a:schemeClr>
                </a:solidFill>
              </a:defRPr>
            </a:lvl3pPr>
            <a:lvl4pPr marL="3291840" indent="0">
              <a:buNone/>
              <a:defRPr sz="3840">
                <a:solidFill>
                  <a:schemeClr val="tx1">
                    <a:tint val="82000"/>
                  </a:schemeClr>
                </a:solidFill>
              </a:defRPr>
            </a:lvl4pPr>
            <a:lvl5pPr marL="4389120" indent="0">
              <a:buNone/>
              <a:defRPr sz="3840">
                <a:solidFill>
                  <a:schemeClr val="tx1">
                    <a:tint val="82000"/>
                  </a:schemeClr>
                </a:solidFill>
              </a:defRPr>
            </a:lvl5pPr>
            <a:lvl6pPr marL="5486400" indent="0">
              <a:buNone/>
              <a:defRPr sz="3840">
                <a:solidFill>
                  <a:schemeClr val="tx1">
                    <a:tint val="82000"/>
                  </a:schemeClr>
                </a:solidFill>
              </a:defRPr>
            </a:lvl6pPr>
            <a:lvl7pPr marL="6583680" indent="0">
              <a:buNone/>
              <a:defRPr sz="3840">
                <a:solidFill>
                  <a:schemeClr val="tx1">
                    <a:tint val="82000"/>
                  </a:schemeClr>
                </a:solidFill>
              </a:defRPr>
            </a:lvl7pPr>
            <a:lvl8pPr marL="7680960" indent="0">
              <a:buNone/>
              <a:defRPr sz="3840">
                <a:solidFill>
                  <a:schemeClr val="tx1">
                    <a:tint val="82000"/>
                  </a:schemeClr>
                </a:solidFill>
              </a:defRPr>
            </a:lvl8pPr>
            <a:lvl9pPr marL="8778240" indent="0">
              <a:buNone/>
              <a:defRPr sz="3840">
                <a:solidFill>
                  <a:schemeClr val="tx1">
                    <a:tint val="82000"/>
                  </a:schemeClr>
                </a:solidFill>
              </a:defRPr>
            </a:lvl9pPr>
          </a:lstStyle>
          <a:p>
            <a:pPr lvl="0"/>
            <a:r>
              <a:rPr lang="en-US" dirty="0"/>
              <a:t>Click to edit Master text styles</a:t>
            </a:r>
          </a:p>
        </p:txBody>
      </p:sp>
      <p:sp>
        <p:nvSpPr>
          <p:cNvPr id="4" name="Date Placeholder 3"/>
          <p:cNvSpPr>
            <a:spLocks noGrp="1"/>
          </p:cNvSpPr>
          <p:nvPr>
            <p:ph type="dt" sz="half" idx="10"/>
          </p:nvPr>
        </p:nvSpPr>
        <p:spPr>
          <a:xfrm>
            <a:off x="21839412" y="1040989"/>
            <a:ext cx="6583680" cy="876300"/>
          </a:xfrm>
          <a:prstGeom prst="rect">
            <a:avLst/>
          </a:prstGeom>
        </p:spPr>
        <p:txBody>
          <a:bodyPr/>
          <a:lstStyle>
            <a:lvl1pPr algn="just">
              <a:defRPr sz="5400" b="1" i="0">
                <a:solidFill>
                  <a:schemeClr val="bg2"/>
                </a:solidFill>
              </a:defRPr>
            </a:lvl1pPr>
          </a:lstStyle>
          <a:p>
            <a:pPr algn="r"/>
            <a:endParaRPr lang="en-US" dirty="0"/>
          </a:p>
        </p:txBody>
      </p:sp>
      <p:cxnSp>
        <p:nvCxnSpPr>
          <p:cNvPr id="12" name="Straight Connector 11">
            <a:extLst>
              <a:ext uri="{FF2B5EF4-FFF2-40B4-BE49-F238E27FC236}">
                <a16:creationId xmlns:a16="http://schemas.microsoft.com/office/drawing/2014/main" id="{322FE0C0-1C35-268E-9D72-9C50EB5E9227}"/>
              </a:ext>
            </a:extLst>
          </p:cNvPr>
          <p:cNvCxnSpPr>
            <a:cxnSpLocks/>
          </p:cNvCxnSpPr>
          <p:nvPr userDrawn="1"/>
        </p:nvCxnSpPr>
        <p:spPr>
          <a:xfrm>
            <a:off x="1740310" y="10949941"/>
            <a:ext cx="25868671" cy="0"/>
          </a:xfrm>
          <a:prstGeom prst="line">
            <a:avLst/>
          </a:prstGeom>
          <a:ln w="57150">
            <a:solidFill>
              <a:schemeClr val="accent3"/>
            </a:solidFill>
          </a:ln>
          <a:effectLst>
            <a:glow rad="139700">
              <a:schemeClr val="accent3">
                <a:satMod val="175000"/>
                <a:alpha val="40000"/>
              </a:schemeClr>
            </a:glow>
          </a:effectLst>
        </p:spPr>
        <p:style>
          <a:lnRef idx="2">
            <a:schemeClr val="dk1"/>
          </a:lnRef>
          <a:fillRef idx="0">
            <a:schemeClr val="dk1"/>
          </a:fillRef>
          <a:effectRef idx="1">
            <a:schemeClr val="dk1"/>
          </a:effectRef>
          <a:fontRef idx="minor">
            <a:schemeClr val="tx1"/>
          </a:fontRef>
        </p:style>
      </p:cxnSp>
      <p:sp>
        <p:nvSpPr>
          <p:cNvPr id="16" name="Rectangle 15">
            <a:extLst>
              <a:ext uri="{FF2B5EF4-FFF2-40B4-BE49-F238E27FC236}">
                <a16:creationId xmlns:a16="http://schemas.microsoft.com/office/drawing/2014/main" id="{BBA6263B-3A1B-6A02-D6A0-C2CE2F9EC2F6}"/>
              </a:ext>
            </a:extLst>
          </p:cNvPr>
          <p:cNvSpPr/>
          <p:nvPr userDrawn="1"/>
        </p:nvSpPr>
        <p:spPr>
          <a:xfrm>
            <a:off x="0" y="15672669"/>
            <a:ext cx="29260800" cy="786531"/>
          </a:xfrm>
          <a:prstGeom prst="rect">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1219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11680" y="4381500"/>
            <a:ext cx="12435840" cy="96884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4813280" y="4381500"/>
            <a:ext cx="12435840" cy="96884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chemeClr val="accent3"/>
                </a:solidFill>
              </a:defRPr>
            </a:lvl1pPr>
          </a:lstStyle>
          <a:p>
            <a:fld id="{455CB61F-784F-47BE-8E88-4D7DF3343F95}" type="slidenum">
              <a:rPr lang="en-US" smtClean="0"/>
              <a:pPr/>
              <a:t>‹#›</a:t>
            </a:fld>
            <a:endParaRPr lang="en-US" dirty="0"/>
          </a:p>
        </p:txBody>
      </p:sp>
    </p:spTree>
    <p:extLst>
      <p:ext uri="{BB962C8B-B14F-4D97-AF65-F5344CB8AC3E}">
        <p14:creationId xmlns:p14="http://schemas.microsoft.com/office/powerpoint/2010/main" val="358369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15491" y="1713737"/>
            <a:ext cx="25237440" cy="24536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07869" y="4633724"/>
            <a:ext cx="12378689" cy="933450"/>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dirty="0"/>
              <a:t>Click to edit Master text styles</a:t>
            </a:r>
          </a:p>
        </p:txBody>
      </p:sp>
      <p:sp>
        <p:nvSpPr>
          <p:cNvPr id="4" name="Content Placeholder 3"/>
          <p:cNvSpPr>
            <a:spLocks noGrp="1"/>
          </p:cNvSpPr>
          <p:nvPr>
            <p:ph sz="half" idx="2"/>
          </p:nvPr>
        </p:nvSpPr>
        <p:spPr>
          <a:xfrm>
            <a:off x="2015492" y="6012181"/>
            <a:ext cx="12378689" cy="81167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14813280" y="4633723"/>
            <a:ext cx="12439651" cy="962405"/>
          </a:xfrm>
        </p:spPr>
        <p:txBody>
          <a:bodyPr anchor="b"/>
          <a:lstStyle>
            <a:lvl1pPr marL="0" indent="0">
              <a:buNone/>
              <a:defRPr sz="5760" b="1"/>
            </a:lvl1pPr>
            <a:lvl2pPr marL="1097280" indent="0">
              <a:buNone/>
              <a:defRPr sz="4800" b="1"/>
            </a:lvl2pPr>
            <a:lvl3pPr marL="2194560" indent="0">
              <a:buNone/>
              <a:defRPr sz="4320" b="1"/>
            </a:lvl3pPr>
            <a:lvl4pPr marL="3291840" indent="0">
              <a:buNone/>
              <a:defRPr sz="3840" b="1"/>
            </a:lvl4pPr>
            <a:lvl5pPr marL="4389120" indent="0">
              <a:buNone/>
              <a:defRPr sz="3840" b="1"/>
            </a:lvl5pPr>
            <a:lvl6pPr marL="5486400" indent="0">
              <a:buNone/>
              <a:defRPr sz="3840" b="1"/>
            </a:lvl6pPr>
            <a:lvl7pPr marL="6583680" indent="0">
              <a:buNone/>
              <a:defRPr sz="3840" b="1"/>
            </a:lvl7pPr>
            <a:lvl8pPr marL="7680960" indent="0">
              <a:buNone/>
              <a:defRPr sz="3840" b="1"/>
            </a:lvl8pPr>
            <a:lvl9pPr marL="8778240" indent="0">
              <a:buNone/>
              <a:defRPr sz="3840" b="1"/>
            </a:lvl9pPr>
          </a:lstStyle>
          <a:p>
            <a:pPr lvl="0"/>
            <a:r>
              <a:rPr lang="en-US"/>
              <a:t>Click to edit Master text styles</a:t>
            </a:r>
          </a:p>
        </p:txBody>
      </p:sp>
      <p:sp>
        <p:nvSpPr>
          <p:cNvPr id="6" name="Content Placeholder 5"/>
          <p:cNvSpPr>
            <a:spLocks noGrp="1"/>
          </p:cNvSpPr>
          <p:nvPr>
            <p:ph sz="quarter" idx="4"/>
          </p:nvPr>
        </p:nvSpPr>
        <p:spPr>
          <a:xfrm>
            <a:off x="14813280" y="6012180"/>
            <a:ext cx="12439651" cy="843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lvl1pPr>
              <a:defRPr>
                <a:solidFill>
                  <a:schemeClr val="accent3"/>
                </a:solidFill>
              </a:defRPr>
            </a:lvl1pPr>
          </a:lstStyle>
          <a:p>
            <a:fld id="{455CB61F-784F-47BE-8E88-4D7DF3343F95}" type="slidenum">
              <a:rPr lang="en-US" smtClean="0"/>
              <a:pPr/>
              <a:t>‹#›</a:t>
            </a:fld>
            <a:endParaRPr lang="en-US" dirty="0"/>
          </a:p>
        </p:txBody>
      </p:sp>
    </p:spTree>
    <p:extLst>
      <p:ext uri="{BB962C8B-B14F-4D97-AF65-F5344CB8AC3E}">
        <p14:creationId xmlns:p14="http://schemas.microsoft.com/office/powerpoint/2010/main" val="2039553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5CB61F-784F-47BE-8E88-4D7DF3343F95}" type="slidenum">
              <a:rPr lang="en-US" smtClean="0"/>
              <a:t>‹#›</a:t>
            </a:fld>
            <a:endParaRPr lang="en-US"/>
          </a:p>
        </p:txBody>
      </p:sp>
      <p:cxnSp>
        <p:nvCxnSpPr>
          <p:cNvPr id="9" name="Straight Connector 8">
            <a:extLst>
              <a:ext uri="{FF2B5EF4-FFF2-40B4-BE49-F238E27FC236}">
                <a16:creationId xmlns:a16="http://schemas.microsoft.com/office/drawing/2014/main" id="{86E4E9CD-A956-A073-A42F-235C2FB56551}"/>
              </a:ext>
            </a:extLst>
          </p:cNvPr>
          <p:cNvCxnSpPr>
            <a:cxnSpLocks/>
          </p:cNvCxnSpPr>
          <p:nvPr userDrawn="1"/>
        </p:nvCxnSpPr>
        <p:spPr>
          <a:xfrm>
            <a:off x="1775706" y="4057652"/>
            <a:ext cx="25803778" cy="0"/>
          </a:xfrm>
          <a:prstGeom prst="line">
            <a:avLst/>
          </a:prstGeom>
          <a:ln w="4445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5633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5CB61F-784F-47BE-8E88-4D7DF3343F95}" type="slidenum">
              <a:rPr lang="en-US" smtClean="0"/>
              <a:t>‹#›</a:t>
            </a:fld>
            <a:endParaRPr lang="en-US"/>
          </a:p>
        </p:txBody>
      </p:sp>
    </p:spTree>
    <p:extLst>
      <p:ext uri="{BB962C8B-B14F-4D97-AF65-F5344CB8AC3E}">
        <p14:creationId xmlns:p14="http://schemas.microsoft.com/office/powerpoint/2010/main" val="260934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5492" y="2364218"/>
            <a:ext cx="9437369" cy="2975878"/>
          </a:xfrm>
        </p:spPr>
        <p:txBody>
          <a:bodyPr anchor="b"/>
          <a:lstStyle>
            <a:lvl1pPr>
              <a:defRPr sz="7680"/>
            </a:lvl1pPr>
          </a:lstStyle>
          <a:p>
            <a:r>
              <a:rPr lang="en-US" dirty="0"/>
              <a:t>Click to edit Master title style</a:t>
            </a:r>
          </a:p>
        </p:txBody>
      </p:sp>
      <p:sp>
        <p:nvSpPr>
          <p:cNvPr id="3" name="Content Placeholder 2"/>
          <p:cNvSpPr>
            <a:spLocks noGrp="1"/>
          </p:cNvSpPr>
          <p:nvPr>
            <p:ph idx="1"/>
          </p:nvPr>
        </p:nvSpPr>
        <p:spPr>
          <a:xfrm>
            <a:off x="12439651" y="2369821"/>
            <a:ext cx="14813280" cy="11696700"/>
          </a:xfrm>
        </p:spPr>
        <p:txBody>
          <a:bodyPr/>
          <a:lstStyle>
            <a:lvl1pPr>
              <a:defRPr sz="7680"/>
            </a:lvl1pPr>
            <a:lvl2pPr>
              <a:defRPr sz="6720"/>
            </a:lvl2pPr>
            <a:lvl3pPr>
              <a:defRPr sz="5760"/>
            </a:lvl3pPr>
            <a:lvl4pPr>
              <a:defRPr sz="4800"/>
            </a:lvl4pPr>
            <a:lvl5pPr>
              <a:defRPr sz="4800"/>
            </a:lvl5pPr>
            <a:lvl6pPr>
              <a:defRPr sz="4800"/>
            </a:lvl6pPr>
            <a:lvl7pPr>
              <a:defRPr sz="4800"/>
            </a:lvl7pPr>
            <a:lvl8pPr>
              <a:defRPr sz="4800"/>
            </a:lvl8pPr>
            <a:lvl9pPr>
              <a:defRPr sz="4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15492" y="5773942"/>
            <a:ext cx="9437369" cy="8311629"/>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5CB61F-784F-47BE-8E88-4D7DF3343F95}" type="slidenum">
              <a:rPr lang="en-US" smtClean="0"/>
              <a:t>‹#›</a:t>
            </a:fld>
            <a:endParaRPr lang="en-US"/>
          </a:p>
        </p:txBody>
      </p:sp>
    </p:spTree>
    <p:extLst>
      <p:ext uri="{BB962C8B-B14F-4D97-AF65-F5344CB8AC3E}">
        <p14:creationId xmlns:p14="http://schemas.microsoft.com/office/powerpoint/2010/main" val="2412705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5492" y="2369821"/>
            <a:ext cx="9437369" cy="2202180"/>
          </a:xfrm>
        </p:spPr>
        <p:txBody>
          <a:bodyPr anchor="b"/>
          <a:lstStyle>
            <a:lvl1pPr>
              <a:defRPr sz="7680"/>
            </a:lvl1pPr>
          </a:lstStyle>
          <a:p>
            <a:r>
              <a:rPr lang="en-US"/>
              <a:t>Click to edit Master title style</a:t>
            </a:r>
            <a:endParaRPr lang="en-US" dirty="0"/>
          </a:p>
        </p:txBody>
      </p:sp>
      <p:sp>
        <p:nvSpPr>
          <p:cNvPr id="3" name="Picture Placeholder 2"/>
          <p:cNvSpPr>
            <a:spLocks noGrp="1" noChangeAspect="1"/>
          </p:cNvSpPr>
          <p:nvPr>
            <p:ph type="pic" idx="1"/>
          </p:nvPr>
        </p:nvSpPr>
        <p:spPr>
          <a:xfrm>
            <a:off x="12439651" y="2369821"/>
            <a:ext cx="14813280" cy="11696700"/>
          </a:xfrm>
        </p:spPr>
        <p:txBody>
          <a:bodyPr anchor="t"/>
          <a:lstStyle>
            <a:lvl1pPr marL="0" indent="0">
              <a:buNone/>
              <a:defRPr sz="7680"/>
            </a:lvl1pPr>
            <a:lvl2pPr marL="1097280" indent="0">
              <a:buNone/>
              <a:defRPr sz="6720"/>
            </a:lvl2pPr>
            <a:lvl3pPr marL="2194560" indent="0">
              <a:buNone/>
              <a:defRPr sz="5760"/>
            </a:lvl3pPr>
            <a:lvl4pPr marL="3291840" indent="0">
              <a:buNone/>
              <a:defRPr sz="4800"/>
            </a:lvl4pPr>
            <a:lvl5pPr marL="4389120" indent="0">
              <a:buNone/>
              <a:defRPr sz="4800"/>
            </a:lvl5pPr>
            <a:lvl6pPr marL="5486400" indent="0">
              <a:buNone/>
              <a:defRPr sz="4800"/>
            </a:lvl6pPr>
            <a:lvl7pPr marL="6583680" indent="0">
              <a:buNone/>
              <a:defRPr sz="4800"/>
            </a:lvl7pPr>
            <a:lvl8pPr marL="7680960" indent="0">
              <a:buNone/>
              <a:defRPr sz="4800"/>
            </a:lvl8pPr>
            <a:lvl9pPr marL="8778240" indent="0">
              <a:buNone/>
              <a:defRPr sz="4800"/>
            </a:lvl9pPr>
          </a:lstStyle>
          <a:p>
            <a:r>
              <a:rPr lang="en-US"/>
              <a:t>Click icon to add picture</a:t>
            </a:r>
            <a:endParaRPr lang="en-US" dirty="0"/>
          </a:p>
        </p:txBody>
      </p:sp>
      <p:sp>
        <p:nvSpPr>
          <p:cNvPr id="4" name="Text Placeholder 3"/>
          <p:cNvSpPr>
            <a:spLocks noGrp="1"/>
          </p:cNvSpPr>
          <p:nvPr>
            <p:ph type="body" sz="half" idx="2"/>
          </p:nvPr>
        </p:nvSpPr>
        <p:spPr>
          <a:xfrm>
            <a:off x="2015492" y="4937760"/>
            <a:ext cx="9437369" cy="9147811"/>
          </a:xfrm>
        </p:spPr>
        <p:txBody>
          <a:bodyPr/>
          <a:lstStyle>
            <a:lvl1pPr marL="0" indent="0">
              <a:buNone/>
              <a:defRPr sz="3840"/>
            </a:lvl1pPr>
            <a:lvl2pPr marL="1097280" indent="0">
              <a:buNone/>
              <a:defRPr sz="3360"/>
            </a:lvl2pPr>
            <a:lvl3pPr marL="2194560" indent="0">
              <a:buNone/>
              <a:defRPr sz="2880"/>
            </a:lvl3pPr>
            <a:lvl4pPr marL="3291840" indent="0">
              <a:buNone/>
              <a:defRPr sz="2400"/>
            </a:lvl4pPr>
            <a:lvl5pPr marL="4389120" indent="0">
              <a:buNone/>
              <a:defRPr sz="2400"/>
            </a:lvl5pPr>
            <a:lvl6pPr marL="5486400" indent="0">
              <a:buNone/>
              <a:defRPr sz="2400"/>
            </a:lvl6pPr>
            <a:lvl7pPr marL="6583680" indent="0">
              <a:buNone/>
              <a:defRPr sz="2400"/>
            </a:lvl7pPr>
            <a:lvl8pPr marL="7680960" indent="0">
              <a:buNone/>
              <a:defRPr sz="2400"/>
            </a:lvl8pPr>
            <a:lvl9pPr marL="8778240" indent="0">
              <a:buNone/>
              <a:defRPr sz="24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5CB61F-784F-47BE-8E88-4D7DF3343F95}" type="slidenum">
              <a:rPr lang="en-US" smtClean="0"/>
              <a:t>‹#›</a:t>
            </a:fld>
            <a:endParaRPr lang="en-US"/>
          </a:p>
        </p:txBody>
      </p:sp>
    </p:spTree>
    <p:extLst>
      <p:ext uri="{BB962C8B-B14F-4D97-AF65-F5344CB8AC3E}">
        <p14:creationId xmlns:p14="http://schemas.microsoft.com/office/powerpoint/2010/main" val="508951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CB61F-784F-47BE-8E88-4D7DF3343F95}" type="slidenum">
              <a:rPr lang="en-US" smtClean="0"/>
              <a:t>‹#›</a:t>
            </a:fld>
            <a:endParaRPr lang="en-US"/>
          </a:p>
        </p:txBody>
      </p:sp>
    </p:spTree>
    <p:extLst>
      <p:ext uri="{BB962C8B-B14F-4D97-AF65-F5344CB8AC3E}">
        <p14:creationId xmlns:p14="http://schemas.microsoft.com/office/powerpoint/2010/main" val="537660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939760" y="1682496"/>
            <a:ext cx="6309360" cy="1272844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11680" y="1682497"/>
            <a:ext cx="18562320" cy="1272844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CB61F-784F-47BE-8E88-4D7DF3343F95}" type="slidenum">
              <a:rPr lang="en-US" smtClean="0"/>
              <a:t>‹#›</a:t>
            </a:fld>
            <a:endParaRPr lang="en-US"/>
          </a:p>
        </p:txBody>
      </p:sp>
    </p:spTree>
    <p:extLst>
      <p:ext uri="{BB962C8B-B14F-4D97-AF65-F5344CB8AC3E}">
        <p14:creationId xmlns:p14="http://schemas.microsoft.com/office/powerpoint/2010/main" val="211123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microsoft.com/office/2007/relationships/diagramDrawing" Target="../diagrams/drawing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diagramColors" Target="../diagrams/colors1.xml"/><Relationship Id="rId2" Type="http://schemas.openxmlformats.org/officeDocument/2006/relationships/slideLayout" Target="../slideLayouts/slideLayout2.xml"/><Relationship Id="rId16" Type="http://schemas.openxmlformats.org/officeDocument/2006/relationships/diagramQuickStyle" Target="../diagrams/quickStyl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diagramLayout" Target="../diagrams/layout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diagramData" Target="../diagrams/data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40A890B-F3D8-AEBD-5436-E896B40D6246}"/>
              </a:ext>
            </a:extLst>
          </p:cNvPr>
          <p:cNvGrpSpPr>
            <a:grpSpLocks noGrp="1" noUngrp="1" noRot="1" noMove="1" noResize="1"/>
          </p:cNvGrpSpPr>
          <p:nvPr userDrawn="1"/>
        </p:nvGrpSpPr>
        <p:grpSpPr>
          <a:xfrm>
            <a:off x="0" y="-19050"/>
            <a:ext cx="29260800" cy="1455299"/>
            <a:chOff x="0" y="-19050"/>
            <a:chExt cx="29260800" cy="1455299"/>
          </a:xfrm>
        </p:grpSpPr>
        <p:pic>
          <p:nvPicPr>
            <p:cNvPr id="8" name="Picture 7">
              <a:extLst>
                <a:ext uri="{FF2B5EF4-FFF2-40B4-BE49-F238E27FC236}">
                  <a16:creationId xmlns:a16="http://schemas.microsoft.com/office/drawing/2014/main" id="{8D7DF5F6-685B-C37E-53FC-6ADA901F2E5D}"/>
                </a:ext>
              </a:extLst>
            </p:cNvPr>
            <p:cNvPicPr>
              <a:picLocks noGrp="1" noRot="1" noChangeAspect="1" noMove="1" noResize="1" noEditPoints="1" noAdjustHandles="1" noChangeArrowheads="1" noChangeShapeType="1" noCrop="1"/>
            </p:cNvPicPr>
            <p:nvPr userDrawn="1"/>
          </p:nvPicPr>
          <p:blipFill>
            <a:blip r:embed="rId13">
              <a:extLst>
                <a:ext uri="{28A0092B-C50C-407E-A947-70E740481C1C}">
                  <a14:useLocalDpi xmlns:a14="http://schemas.microsoft.com/office/drawing/2010/main" val="0"/>
                </a:ext>
              </a:extLst>
            </a:blip>
            <a:stretch>
              <a:fillRect/>
            </a:stretch>
          </p:blipFill>
          <p:spPr>
            <a:xfrm>
              <a:off x="0" y="-19050"/>
              <a:ext cx="29260800" cy="1455299"/>
            </a:xfrm>
            <a:prstGeom prst="rect">
              <a:avLst/>
            </a:prstGeom>
          </p:spPr>
        </p:pic>
        <p:sp>
          <p:nvSpPr>
            <p:cNvPr id="9" name="Rectangle 8">
              <a:extLst>
                <a:ext uri="{FF2B5EF4-FFF2-40B4-BE49-F238E27FC236}">
                  <a16:creationId xmlns:a16="http://schemas.microsoft.com/office/drawing/2014/main" id="{8D0B6FB2-DEF7-9C31-45E9-0C66ED7FE72C}"/>
                </a:ext>
              </a:extLst>
            </p:cNvPr>
            <p:cNvSpPr>
              <a:spLocks noGrp="1" noRot="1" noMove="1" noResize="1" noEditPoints="1" noAdjustHandles="1" noChangeArrowheads="1" noChangeShapeType="1"/>
            </p:cNvSpPr>
            <p:nvPr userDrawn="1"/>
          </p:nvSpPr>
          <p:spPr>
            <a:xfrm>
              <a:off x="24570813" y="324465"/>
              <a:ext cx="4395019" cy="796412"/>
            </a:xfrm>
            <a:prstGeom prst="rect">
              <a:avLst/>
            </a:prstGeom>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Placeholder 1"/>
          <p:cNvSpPr>
            <a:spLocks noGrp="1"/>
          </p:cNvSpPr>
          <p:nvPr>
            <p:ph type="title"/>
          </p:nvPr>
        </p:nvSpPr>
        <p:spPr>
          <a:xfrm>
            <a:off x="2011680" y="1779764"/>
            <a:ext cx="25237440" cy="227788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11680" y="4373025"/>
            <a:ext cx="25237440" cy="93842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2011680" y="261098"/>
            <a:ext cx="10058400" cy="933450"/>
          </a:xfrm>
          <a:prstGeom prst="rect">
            <a:avLst/>
          </a:prstGeom>
        </p:spPr>
        <p:txBody>
          <a:bodyPr vert="horz" lIns="91440" tIns="45720" rIns="91440" bIns="45720" rtlCol="0" anchor="ctr"/>
          <a:lstStyle>
            <a:lvl1pPr algn="l">
              <a:defRPr sz="7200" b="1">
                <a:solidFill>
                  <a:schemeClr val="bg2"/>
                </a:solidFill>
              </a:defRPr>
            </a:lvl1pPr>
          </a:lstStyle>
          <a:p>
            <a:pPr algn="l"/>
            <a:endParaRPr lang="en-US" dirty="0"/>
          </a:p>
        </p:txBody>
      </p:sp>
      <p:sp>
        <p:nvSpPr>
          <p:cNvPr id="6" name="Slide Number Placeholder 5"/>
          <p:cNvSpPr>
            <a:spLocks noGrp="1"/>
          </p:cNvSpPr>
          <p:nvPr>
            <p:ph type="sldNum" sz="quarter" idx="4"/>
          </p:nvPr>
        </p:nvSpPr>
        <p:spPr>
          <a:xfrm>
            <a:off x="22382152" y="244577"/>
            <a:ext cx="6583680" cy="876300"/>
          </a:xfrm>
          <a:prstGeom prst="rect">
            <a:avLst/>
          </a:prstGeom>
        </p:spPr>
        <p:txBody>
          <a:bodyPr vert="horz" lIns="91440" tIns="45720" rIns="91440" bIns="45720" rtlCol="0" anchor="ctr"/>
          <a:lstStyle>
            <a:lvl1pPr algn="r">
              <a:defRPr sz="5400">
                <a:solidFill>
                  <a:schemeClr val="accent3"/>
                </a:solidFill>
              </a:defRPr>
            </a:lvl1pPr>
          </a:lstStyle>
          <a:p>
            <a:fld id="{455CB61F-784F-47BE-8E88-4D7DF3343F95}" type="slidenum">
              <a:rPr lang="en-US" smtClean="0"/>
              <a:pPr/>
              <a:t>‹#›</a:t>
            </a:fld>
            <a:endParaRPr lang="en-US" dirty="0"/>
          </a:p>
        </p:txBody>
      </p:sp>
      <p:graphicFrame>
        <p:nvGraphicFramePr>
          <p:cNvPr id="55" name="Diagram 54">
            <a:extLst>
              <a:ext uri="{FF2B5EF4-FFF2-40B4-BE49-F238E27FC236}">
                <a16:creationId xmlns:a16="http://schemas.microsoft.com/office/drawing/2014/main" id="{76B2005D-B684-7795-C312-EB7DA2FEF397}"/>
              </a:ext>
            </a:extLst>
          </p:cNvPr>
          <p:cNvGraphicFramePr/>
          <p:nvPr userDrawn="1">
            <p:extLst>
              <p:ext uri="{D42A27DB-BD31-4B8C-83A1-F6EECF244321}">
                <p14:modId xmlns:p14="http://schemas.microsoft.com/office/powerpoint/2010/main" val="455515672"/>
              </p:ext>
            </p:extLst>
          </p:nvPr>
        </p:nvGraphicFramePr>
        <p:xfrm>
          <a:off x="2011680" y="14333712"/>
          <a:ext cx="25237440" cy="212548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28600061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dt="0"/>
  <p:txStyles>
    <p:titleStyle>
      <a:lvl1pPr algn="l" defTabSz="2194560" rtl="0" eaLnBrk="1" latinLnBrk="0" hangingPunct="1">
        <a:lnSpc>
          <a:spcPct val="90000"/>
        </a:lnSpc>
        <a:spcBef>
          <a:spcPct val="0"/>
        </a:spcBef>
        <a:buNone/>
        <a:defRPr sz="10560" kern="1200">
          <a:solidFill>
            <a:schemeClr val="tx1"/>
          </a:solidFill>
          <a:latin typeface="+mj-lt"/>
          <a:ea typeface="+mj-ea"/>
          <a:cs typeface="+mj-cs"/>
        </a:defRPr>
      </a:lvl1pPr>
    </p:titleStyle>
    <p:bodyStyle>
      <a:lvl1pPr marL="548640" indent="-548640" algn="l" defTabSz="2194560" rtl="0" eaLnBrk="1" latinLnBrk="0" hangingPunct="1">
        <a:lnSpc>
          <a:spcPct val="90000"/>
        </a:lnSpc>
        <a:spcBef>
          <a:spcPts val="2400"/>
        </a:spcBef>
        <a:buClr>
          <a:srgbClr val="C00000"/>
        </a:buClr>
        <a:buFont typeface="Wingdings" panose="05000000000000000000" pitchFamily="2" charset="2"/>
        <a:buChar char="Ø"/>
        <a:defRPr sz="6720" kern="1200">
          <a:solidFill>
            <a:schemeClr val="tx1"/>
          </a:solidFill>
          <a:latin typeface="+mn-lt"/>
          <a:ea typeface="+mn-ea"/>
          <a:cs typeface="+mn-cs"/>
        </a:defRPr>
      </a:lvl1pPr>
      <a:lvl2pPr marL="1645920" indent="-548640" algn="l" defTabSz="2194560" rtl="0" eaLnBrk="1" latinLnBrk="0" hangingPunct="1">
        <a:lnSpc>
          <a:spcPct val="90000"/>
        </a:lnSpc>
        <a:spcBef>
          <a:spcPts val="1200"/>
        </a:spcBef>
        <a:buClr>
          <a:schemeClr val="accent6"/>
        </a:buClr>
        <a:buFont typeface="Wingdings" panose="05000000000000000000" pitchFamily="2" charset="2"/>
        <a:buChar char="q"/>
        <a:defRPr sz="5760" kern="1200">
          <a:solidFill>
            <a:schemeClr val="tx1"/>
          </a:solidFill>
          <a:latin typeface="+mn-lt"/>
          <a:ea typeface="+mn-ea"/>
          <a:cs typeface="+mn-cs"/>
        </a:defRPr>
      </a:lvl2pPr>
      <a:lvl3pPr marL="2743200" indent="-548640" algn="l" defTabSz="2194560" rtl="0" eaLnBrk="1" latinLnBrk="0" hangingPunct="1">
        <a:lnSpc>
          <a:spcPct val="90000"/>
        </a:lnSpc>
        <a:spcBef>
          <a:spcPts val="1200"/>
        </a:spcBef>
        <a:buClr>
          <a:schemeClr val="accent6"/>
        </a:buClr>
        <a:buFont typeface="Wingdings" panose="05000000000000000000" pitchFamily="2" charset="2"/>
        <a:buChar char="q"/>
        <a:defRPr sz="4800" kern="1200">
          <a:solidFill>
            <a:schemeClr val="tx1"/>
          </a:solidFill>
          <a:latin typeface="+mn-lt"/>
          <a:ea typeface="+mn-ea"/>
          <a:cs typeface="+mn-cs"/>
        </a:defRPr>
      </a:lvl3pPr>
      <a:lvl4pPr marL="3840480" indent="-548640" algn="l" defTabSz="2194560" rtl="0" eaLnBrk="1" latinLnBrk="0" hangingPunct="1">
        <a:lnSpc>
          <a:spcPct val="90000"/>
        </a:lnSpc>
        <a:spcBef>
          <a:spcPts val="1200"/>
        </a:spcBef>
        <a:buClr>
          <a:schemeClr val="accent6"/>
        </a:buClr>
        <a:buFont typeface="Wingdings" panose="05000000000000000000" pitchFamily="2" charset="2"/>
        <a:buChar char="q"/>
        <a:defRPr sz="4320" kern="1200">
          <a:solidFill>
            <a:schemeClr val="tx1"/>
          </a:solidFill>
          <a:latin typeface="+mn-lt"/>
          <a:ea typeface="+mn-ea"/>
          <a:cs typeface="+mn-cs"/>
        </a:defRPr>
      </a:lvl4pPr>
      <a:lvl5pPr marL="4937760" indent="-548640" algn="l" defTabSz="2194560" rtl="0" eaLnBrk="1" latinLnBrk="0" hangingPunct="1">
        <a:lnSpc>
          <a:spcPct val="90000"/>
        </a:lnSpc>
        <a:spcBef>
          <a:spcPts val="1200"/>
        </a:spcBef>
        <a:buClr>
          <a:schemeClr val="accent6"/>
        </a:buClr>
        <a:buFont typeface="Wingdings" panose="05000000000000000000" pitchFamily="2" charset="2"/>
        <a:buChar char="q"/>
        <a:defRPr sz="4320" kern="1200">
          <a:solidFill>
            <a:schemeClr val="tx1"/>
          </a:solidFill>
          <a:latin typeface="+mn-lt"/>
          <a:ea typeface="+mn-ea"/>
          <a:cs typeface="+mn-cs"/>
        </a:defRPr>
      </a:lvl5pPr>
      <a:lvl6pPr marL="603504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6pPr>
      <a:lvl7pPr marL="713232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7pPr>
      <a:lvl8pPr marL="822960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8pPr>
      <a:lvl9pPr marL="9326880" indent="-548640" algn="l" defTabSz="2194560" rtl="0" eaLnBrk="1" latinLnBrk="0" hangingPunct="1">
        <a:lnSpc>
          <a:spcPct val="90000"/>
        </a:lnSpc>
        <a:spcBef>
          <a:spcPts val="1200"/>
        </a:spcBef>
        <a:buFont typeface="Arial" panose="020B0604020202020204" pitchFamily="34" charset="0"/>
        <a:buChar char="•"/>
        <a:defRPr sz="4320" kern="1200">
          <a:solidFill>
            <a:schemeClr val="tx1"/>
          </a:solidFill>
          <a:latin typeface="+mn-lt"/>
          <a:ea typeface="+mn-ea"/>
          <a:cs typeface="+mn-cs"/>
        </a:defRPr>
      </a:lvl9pPr>
    </p:bodyStyle>
    <p:otherStyle>
      <a:defPPr>
        <a:defRPr lang="en-US"/>
      </a:defPPr>
      <a:lvl1pPr marL="0" algn="l" defTabSz="2194560" rtl="0" eaLnBrk="1" latinLnBrk="0" hangingPunct="1">
        <a:defRPr sz="4320" kern="1200">
          <a:solidFill>
            <a:schemeClr val="tx1"/>
          </a:solidFill>
          <a:latin typeface="+mn-lt"/>
          <a:ea typeface="+mn-ea"/>
          <a:cs typeface="+mn-cs"/>
        </a:defRPr>
      </a:lvl1pPr>
      <a:lvl2pPr marL="1097280" algn="l" defTabSz="2194560" rtl="0" eaLnBrk="1" latinLnBrk="0" hangingPunct="1">
        <a:defRPr sz="4320" kern="1200">
          <a:solidFill>
            <a:schemeClr val="tx1"/>
          </a:solidFill>
          <a:latin typeface="+mn-lt"/>
          <a:ea typeface="+mn-ea"/>
          <a:cs typeface="+mn-cs"/>
        </a:defRPr>
      </a:lvl2pPr>
      <a:lvl3pPr marL="2194560" algn="l" defTabSz="2194560" rtl="0" eaLnBrk="1" latinLnBrk="0" hangingPunct="1">
        <a:defRPr sz="4320" kern="1200">
          <a:solidFill>
            <a:schemeClr val="tx1"/>
          </a:solidFill>
          <a:latin typeface="+mn-lt"/>
          <a:ea typeface="+mn-ea"/>
          <a:cs typeface="+mn-cs"/>
        </a:defRPr>
      </a:lvl3pPr>
      <a:lvl4pPr marL="3291840" algn="l" defTabSz="2194560" rtl="0" eaLnBrk="1" latinLnBrk="0" hangingPunct="1">
        <a:defRPr sz="4320" kern="1200">
          <a:solidFill>
            <a:schemeClr val="tx1"/>
          </a:solidFill>
          <a:latin typeface="+mn-lt"/>
          <a:ea typeface="+mn-ea"/>
          <a:cs typeface="+mn-cs"/>
        </a:defRPr>
      </a:lvl4pPr>
      <a:lvl5pPr marL="4389120" algn="l" defTabSz="2194560" rtl="0" eaLnBrk="1" latinLnBrk="0" hangingPunct="1">
        <a:defRPr sz="4320" kern="1200">
          <a:solidFill>
            <a:schemeClr val="tx1"/>
          </a:solidFill>
          <a:latin typeface="+mn-lt"/>
          <a:ea typeface="+mn-ea"/>
          <a:cs typeface="+mn-cs"/>
        </a:defRPr>
      </a:lvl5pPr>
      <a:lvl6pPr marL="5486400" algn="l" defTabSz="2194560" rtl="0" eaLnBrk="1" latinLnBrk="0" hangingPunct="1">
        <a:defRPr sz="4320" kern="1200">
          <a:solidFill>
            <a:schemeClr val="tx1"/>
          </a:solidFill>
          <a:latin typeface="+mn-lt"/>
          <a:ea typeface="+mn-ea"/>
          <a:cs typeface="+mn-cs"/>
        </a:defRPr>
      </a:lvl6pPr>
      <a:lvl7pPr marL="6583680" algn="l" defTabSz="2194560" rtl="0" eaLnBrk="1" latinLnBrk="0" hangingPunct="1">
        <a:defRPr sz="4320" kern="1200">
          <a:solidFill>
            <a:schemeClr val="tx1"/>
          </a:solidFill>
          <a:latin typeface="+mn-lt"/>
          <a:ea typeface="+mn-ea"/>
          <a:cs typeface="+mn-cs"/>
        </a:defRPr>
      </a:lvl7pPr>
      <a:lvl8pPr marL="7680960" algn="l" defTabSz="2194560" rtl="0" eaLnBrk="1" latinLnBrk="0" hangingPunct="1">
        <a:defRPr sz="4320" kern="1200">
          <a:solidFill>
            <a:schemeClr val="tx1"/>
          </a:solidFill>
          <a:latin typeface="+mn-lt"/>
          <a:ea typeface="+mn-ea"/>
          <a:cs typeface="+mn-cs"/>
        </a:defRPr>
      </a:lvl8pPr>
      <a:lvl9pPr marL="8778240" algn="l" defTabSz="2194560" rtl="0" eaLnBrk="1" latinLnBrk="0" hangingPunct="1">
        <a:defRPr sz="432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184" userDrawn="1">
          <p15:clr>
            <a:srgbClr val="F26B43"/>
          </p15:clr>
        </p15:guide>
        <p15:guide id="2" pos="92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6.gif"/><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9.gif"/></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12"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png"/><Relationship Id="rId11" Type="http://schemas.openxmlformats.org/officeDocument/2006/relationships/image" Target="../media/image7.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microsoft.com/office/2007/relationships/hdphoto" Target="../media/hdphoto1.wdp"/><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23.gif"/></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24.svg"/><Relationship Id="rId5" Type="http://schemas.openxmlformats.org/officeDocument/2006/relationships/image" Target="../media/image24.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26.jfif"/><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27.jfif"/></Relationships>
</file>

<file path=ppt/slides/_rels/slide13.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1.wdp"/><Relationship Id="rId3" Type="http://schemas.openxmlformats.org/officeDocument/2006/relationships/image" Target="../media/image29.png"/><Relationship Id="rId7" Type="http://schemas.openxmlformats.org/officeDocument/2006/relationships/image" Target="../media/image32.png"/><Relationship Id="rId12" Type="http://schemas.openxmlformats.org/officeDocument/2006/relationships/image" Target="../media/image7.png"/><Relationship Id="rId2" Type="http://schemas.openxmlformats.org/officeDocument/2006/relationships/image" Target="../media/image28.jfif"/><Relationship Id="rId1" Type="http://schemas.openxmlformats.org/officeDocument/2006/relationships/slideLayout" Target="../slideLayouts/slideLayout6.xml"/><Relationship Id="rId6" Type="http://schemas.openxmlformats.org/officeDocument/2006/relationships/image" Target="../media/image31.png"/><Relationship Id="rId11" Type="http://schemas.openxmlformats.org/officeDocument/2006/relationships/image" Target="../media/image34.jfif"/><Relationship Id="rId5" Type="http://schemas.openxmlformats.org/officeDocument/2006/relationships/image" Target="../media/image30.jfif"/><Relationship Id="rId10" Type="http://schemas.microsoft.com/office/2007/relationships/hdphoto" Target="../media/hdphoto4.wdp"/><Relationship Id="rId4" Type="http://schemas.microsoft.com/office/2007/relationships/hdphoto" Target="../media/hdphoto2.wdp"/><Relationship Id="rId9" Type="http://schemas.openxmlformats.org/officeDocument/2006/relationships/image" Target="../media/image33.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gif"/><Relationship Id="rId3" Type="http://schemas.openxmlformats.org/officeDocument/2006/relationships/image" Target="../media/image35.png"/><Relationship Id="rId7" Type="http://schemas.microsoft.com/office/2007/relationships/hdphoto" Target="../media/hdphoto4.wdp"/><Relationship Id="rId12" Type="http://schemas.microsoft.com/office/2007/relationships/hdphoto" Target="../media/hdphoto2.wdp"/><Relationship Id="rId2" Type="http://schemas.openxmlformats.org/officeDocument/2006/relationships/image" Target="../media/image30.jfif"/><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29.png"/><Relationship Id="rId5" Type="http://schemas.openxmlformats.org/officeDocument/2006/relationships/image" Target="../media/image31.png"/><Relationship Id="rId15" Type="http://schemas.microsoft.com/office/2007/relationships/hdphoto" Target="../media/hdphoto1.wdp"/><Relationship Id="rId10" Type="http://schemas.openxmlformats.org/officeDocument/2006/relationships/image" Target="../media/image28.jfif"/><Relationship Id="rId4" Type="http://schemas.microsoft.com/office/2007/relationships/hdphoto" Target="../media/hdphoto3.wdp"/><Relationship Id="rId9" Type="http://schemas.openxmlformats.org/officeDocument/2006/relationships/image" Target="../media/image36.png"/><Relationship Id="rId1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7.png"/><Relationship Id="rId7" Type="http://schemas.openxmlformats.org/officeDocument/2006/relationships/image" Target="../media/image46.png"/><Relationship Id="rId2" Type="http://schemas.openxmlformats.org/officeDocument/2006/relationships/image" Target="../media/image43.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48.png"/><Relationship Id="rId5" Type="http://schemas.openxmlformats.org/officeDocument/2006/relationships/image" Target="../media/image4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52.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25.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370.png"/><Relationship Id="rId7" Type="http://schemas.openxmlformats.org/officeDocument/2006/relationships/image" Target="../media/image410.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400.png"/><Relationship Id="rId11" Type="http://schemas.microsoft.com/office/2007/relationships/hdphoto" Target="../media/hdphoto1.wdp"/><Relationship Id="rId5" Type="http://schemas.openxmlformats.org/officeDocument/2006/relationships/image" Target="../media/image390.png"/><Relationship Id="rId10" Type="http://schemas.openxmlformats.org/officeDocument/2006/relationships/image" Target="../media/image7.png"/><Relationship Id="rId4" Type="http://schemas.openxmlformats.org/officeDocument/2006/relationships/image" Target="../media/image380.png"/><Relationship Id="rId9" Type="http://schemas.openxmlformats.org/officeDocument/2006/relationships/image" Target="../media/image430.png"/></Relationships>
</file>

<file path=ppt/slides/_rels/slide2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254AD-214E-F8F3-19E1-A12786DE094B}"/>
              </a:ext>
            </a:extLst>
          </p:cNvPr>
          <p:cNvSpPr>
            <a:spLocks noGrp="1"/>
          </p:cNvSpPr>
          <p:nvPr>
            <p:ph type="title"/>
          </p:nvPr>
        </p:nvSpPr>
        <p:spPr/>
        <p:txBody>
          <a:bodyPr>
            <a:normAutofit/>
          </a:bodyPr>
          <a:lstStyle/>
          <a:p>
            <a:pPr algn="just"/>
            <a:r>
              <a:rPr lang="en-US" dirty="0"/>
              <a:t>AI Literacy Training Chapter 1: Architecture</a:t>
            </a:r>
          </a:p>
        </p:txBody>
      </p:sp>
      <p:sp>
        <p:nvSpPr>
          <p:cNvPr id="3" name="Text Placeholder 2">
            <a:extLst>
              <a:ext uri="{FF2B5EF4-FFF2-40B4-BE49-F238E27FC236}">
                <a16:creationId xmlns:a16="http://schemas.microsoft.com/office/drawing/2014/main" id="{A5936CD1-1B11-83EB-797F-BCF2439E49A6}"/>
              </a:ext>
            </a:extLst>
          </p:cNvPr>
          <p:cNvSpPr>
            <a:spLocks noGrp="1"/>
          </p:cNvSpPr>
          <p:nvPr>
            <p:ph type="body" idx="1"/>
          </p:nvPr>
        </p:nvSpPr>
        <p:spPr/>
        <p:txBody>
          <a:bodyPr/>
          <a:lstStyle/>
          <a:p>
            <a:r>
              <a:rPr lang="en-US" i="1" dirty="0">
                <a:effectLst>
                  <a:outerShdw blurRad="50800" dist="38100" dir="5400000" algn="t" rotWithShape="0">
                    <a:prstClr val="black">
                      <a:alpha val="40000"/>
                    </a:prstClr>
                  </a:outerShdw>
                </a:effectLst>
              </a:rPr>
              <a:t>What a Large Language Model (LLM) is and how we can understand them better.</a:t>
            </a:r>
          </a:p>
        </p:txBody>
      </p:sp>
      <p:sp>
        <p:nvSpPr>
          <p:cNvPr id="4" name="Date Placeholder 3">
            <a:extLst>
              <a:ext uri="{FF2B5EF4-FFF2-40B4-BE49-F238E27FC236}">
                <a16:creationId xmlns:a16="http://schemas.microsoft.com/office/drawing/2014/main" id="{E28F62AF-C6FA-16ED-07C0-E901EC7A8BE6}"/>
              </a:ext>
            </a:extLst>
          </p:cNvPr>
          <p:cNvSpPr>
            <a:spLocks noGrp="1"/>
          </p:cNvSpPr>
          <p:nvPr>
            <p:ph type="dt" sz="half" idx="10"/>
          </p:nvPr>
        </p:nvSpPr>
        <p:spPr/>
        <p:txBody>
          <a:bodyPr/>
          <a:lstStyle/>
          <a:p>
            <a:pPr algn="r"/>
            <a:r>
              <a:rPr lang="en-US"/>
              <a:t>08/31/2026</a:t>
            </a:r>
            <a:endParaRPr lang="en-US" dirty="0"/>
          </a:p>
        </p:txBody>
      </p:sp>
      <p:sp>
        <p:nvSpPr>
          <p:cNvPr id="5" name="TextBox 4">
            <a:extLst>
              <a:ext uri="{FF2B5EF4-FFF2-40B4-BE49-F238E27FC236}">
                <a16:creationId xmlns:a16="http://schemas.microsoft.com/office/drawing/2014/main" id="{60275C0D-32BA-AA7B-2ECA-DFB81FAC93F9}"/>
              </a:ext>
            </a:extLst>
          </p:cNvPr>
          <p:cNvSpPr txBox="1"/>
          <p:nvPr/>
        </p:nvSpPr>
        <p:spPr>
          <a:xfrm>
            <a:off x="20727695" y="15874425"/>
            <a:ext cx="8533105" cy="584775"/>
          </a:xfrm>
          <a:prstGeom prst="rect">
            <a:avLst/>
          </a:prstGeom>
          <a:noFill/>
        </p:spPr>
        <p:txBody>
          <a:bodyPr wrap="none" rtlCol="0">
            <a:spAutoFit/>
          </a:bodyPr>
          <a:lstStyle/>
          <a:p>
            <a:r>
              <a:rPr lang="en-US" sz="3200" dirty="0">
                <a:solidFill>
                  <a:schemeClr val="tx1">
                    <a:lumMod val="65000"/>
                    <a:lumOff val="35000"/>
                  </a:schemeClr>
                </a:solidFill>
                <a:latin typeface="Agency FB" panose="020B0503020202020204" pitchFamily="34" charset="0"/>
              </a:rPr>
              <a:t>Prepared by Vasileios Kotzamanis with the help of Claude Opus 5</a:t>
            </a:r>
          </a:p>
        </p:txBody>
      </p:sp>
    </p:spTree>
    <p:extLst>
      <p:ext uri="{BB962C8B-B14F-4D97-AF65-F5344CB8AC3E}">
        <p14:creationId xmlns:p14="http://schemas.microsoft.com/office/powerpoint/2010/main" val="3693740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Group 57">
            <a:extLst>
              <a:ext uri="{FF2B5EF4-FFF2-40B4-BE49-F238E27FC236}">
                <a16:creationId xmlns:a16="http://schemas.microsoft.com/office/drawing/2014/main" id="{167CB28C-F58B-B94D-865B-F9817F22202F}"/>
              </a:ext>
            </a:extLst>
          </p:cNvPr>
          <p:cNvGrpSpPr/>
          <p:nvPr/>
        </p:nvGrpSpPr>
        <p:grpSpPr>
          <a:xfrm>
            <a:off x="1363314" y="4464844"/>
            <a:ext cx="26264140" cy="9208817"/>
            <a:chOff x="984980" y="4464846"/>
            <a:chExt cx="26264140" cy="9208817"/>
          </a:xfrm>
        </p:grpSpPr>
        <p:sp>
          <p:nvSpPr>
            <p:cNvPr id="18" name="Rectangle 17">
              <a:extLst>
                <a:ext uri="{FF2B5EF4-FFF2-40B4-BE49-F238E27FC236}">
                  <a16:creationId xmlns:a16="http://schemas.microsoft.com/office/drawing/2014/main" id="{ADF1E59C-5236-4D6A-D666-411D0E01F1BB}"/>
                </a:ext>
              </a:extLst>
            </p:cNvPr>
            <p:cNvSpPr/>
            <p:nvPr/>
          </p:nvSpPr>
          <p:spPr>
            <a:xfrm>
              <a:off x="984980" y="4564728"/>
              <a:ext cx="16863970" cy="9108935"/>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0AB7BEE1-61CB-1657-B882-E54571406EFA}"/>
                </a:ext>
              </a:extLst>
            </p:cNvPr>
            <p:cNvSpPr txBox="1"/>
            <p:nvPr/>
          </p:nvSpPr>
          <p:spPr>
            <a:xfrm>
              <a:off x="1227733" y="4564727"/>
              <a:ext cx="7021474" cy="830997"/>
            </a:xfrm>
            <a:prstGeom prst="rect">
              <a:avLst/>
            </a:prstGeom>
            <a:noFill/>
          </p:spPr>
          <p:txBody>
            <a:bodyPr wrap="none" rtlCol="0">
              <a:spAutoFit/>
            </a:bodyPr>
            <a:lstStyle/>
            <a:p>
              <a:r>
                <a:rPr lang="en-US" sz="4800" b="1" dirty="0">
                  <a:solidFill>
                    <a:schemeClr val="tx2"/>
                  </a:solidFill>
                </a:rPr>
                <a:t>Artificial Intelligence (AI)</a:t>
              </a:r>
            </a:p>
          </p:txBody>
        </p:sp>
        <p:sp>
          <p:nvSpPr>
            <p:cNvPr id="33" name="TextBox 32">
              <a:extLst>
                <a:ext uri="{FF2B5EF4-FFF2-40B4-BE49-F238E27FC236}">
                  <a16:creationId xmlns:a16="http://schemas.microsoft.com/office/drawing/2014/main" id="{871B3F3D-AA8E-DF20-8FB6-A487651958B3}"/>
                </a:ext>
              </a:extLst>
            </p:cNvPr>
            <p:cNvSpPr txBox="1"/>
            <p:nvPr/>
          </p:nvSpPr>
          <p:spPr>
            <a:xfrm>
              <a:off x="1227733" y="5260667"/>
              <a:ext cx="16621217" cy="1200329"/>
            </a:xfrm>
            <a:prstGeom prst="rect">
              <a:avLst/>
            </a:prstGeom>
            <a:noFill/>
          </p:spPr>
          <p:txBody>
            <a:bodyPr wrap="none" rtlCol="0">
              <a:spAutoFit/>
            </a:bodyPr>
            <a:lstStyle/>
            <a:p>
              <a:r>
                <a:rPr lang="en-US" sz="3600" dirty="0"/>
                <a:t>Computational architectures that perform </a:t>
              </a:r>
              <a:r>
                <a:rPr lang="en-US" sz="3600" i="1" dirty="0"/>
                <a:t>goal-directed inference </a:t>
              </a:r>
              <a:r>
                <a:rPr lang="en-US" sz="3600" dirty="0"/>
                <a:t>via heuristic search or</a:t>
              </a:r>
            </a:p>
            <a:p>
              <a:r>
                <a:rPr lang="en-US" sz="3600" b="1" dirty="0"/>
                <a:t>statistical learning</a:t>
              </a:r>
              <a:r>
                <a:rPr lang="en-US" sz="3600" dirty="0"/>
                <a:t>.</a:t>
              </a:r>
            </a:p>
          </p:txBody>
        </p:sp>
        <p:sp>
          <p:nvSpPr>
            <p:cNvPr id="41" name="TextBox 40">
              <a:extLst>
                <a:ext uri="{FF2B5EF4-FFF2-40B4-BE49-F238E27FC236}">
                  <a16:creationId xmlns:a16="http://schemas.microsoft.com/office/drawing/2014/main" id="{AF301AC4-196F-DAB6-2B9D-6FDC6294235A}"/>
                </a:ext>
              </a:extLst>
            </p:cNvPr>
            <p:cNvSpPr txBox="1"/>
            <p:nvPr/>
          </p:nvSpPr>
          <p:spPr>
            <a:xfrm>
              <a:off x="9427542" y="4627814"/>
              <a:ext cx="8622873" cy="584775"/>
            </a:xfrm>
            <a:prstGeom prst="rect">
              <a:avLst/>
            </a:prstGeom>
            <a:noFill/>
          </p:spPr>
          <p:txBody>
            <a:bodyPr wrap="none" rtlCol="0">
              <a:spAutoFit/>
            </a:bodyPr>
            <a:lstStyle/>
            <a:p>
              <a:r>
                <a:rPr lang="en-US" sz="3200" i="1" dirty="0"/>
                <a:t>(e.g., a Roomba, a spam filter, </a:t>
              </a:r>
              <a:r>
                <a:rPr lang="en-US" sz="3200" i="1" dirty="0" err="1"/>
                <a:t>Pokemon</a:t>
              </a:r>
              <a:r>
                <a:rPr lang="en-US" sz="3200" i="1" dirty="0"/>
                <a:t> battle AI)  </a:t>
              </a:r>
            </a:p>
          </p:txBody>
        </p:sp>
        <p:pic>
          <p:nvPicPr>
            <p:cNvPr id="51" name="Picture 50">
              <a:extLst>
                <a:ext uri="{FF2B5EF4-FFF2-40B4-BE49-F238E27FC236}">
                  <a16:creationId xmlns:a16="http://schemas.microsoft.com/office/drawing/2014/main" id="{7E4CAC38-F80D-596E-140D-DBCA18E742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7376" y="4464846"/>
              <a:ext cx="4301744" cy="3979284"/>
            </a:xfrm>
            <a:prstGeom prst="rect">
              <a:avLst/>
            </a:prstGeom>
            <a:ln w="76200">
              <a:solidFill>
                <a:schemeClr val="accent6"/>
              </a:solidFill>
            </a:ln>
          </p:spPr>
        </p:pic>
      </p:grpSp>
      <p:grpSp>
        <p:nvGrpSpPr>
          <p:cNvPr id="59" name="Group 58">
            <a:extLst>
              <a:ext uri="{FF2B5EF4-FFF2-40B4-BE49-F238E27FC236}">
                <a16:creationId xmlns:a16="http://schemas.microsoft.com/office/drawing/2014/main" id="{7CAACACF-CE0A-5DA8-F5F3-FBC1F19738ED}"/>
              </a:ext>
            </a:extLst>
          </p:cNvPr>
          <p:cNvGrpSpPr/>
          <p:nvPr/>
        </p:nvGrpSpPr>
        <p:grpSpPr>
          <a:xfrm>
            <a:off x="2027577" y="6254752"/>
            <a:ext cx="22505447" cy="7418911"/>
            <a:chOff x="2027577" y="6254752"/>
            <a:chExt cx="22505447" cy="7418911"/>
          </a:xfrm>
        </p:grpSpPr>
        <p:sp>
          <p:nvSpPr>
            <p:cNvPr id="20" name="Rectangle 19">
              <a:extLst>
                <a:ext uri="{FF2B5EF4-FFF2-40B4-BE49-F238E27FC236}">
                  <a16:creationId xmlns:a16="http://schemas.microsoft.com/office/drawing/2014/main" id="{213AF29B-1CED-2ABB-AAF9-952C53D17607}"/>
                </a:ext>
              </a:extLst>
            </p:cNvPr>
            <p:cNvSpPr/>
            <p:nvPr/>
          </p:nvSpPr>
          <p:spPr>
            <a:xfrm>
              <a:off x="2027577" y="6582558"/>
              <a:ext cx="15721780" cy="7091105"/>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E1CF3F72-E7C0-0950-AF09-B758F461CF93}"/>
                </a:ext>
              </a:extLst>
            </p:cNvPr>
            <p:cNvSpPr txBox="1"/>
            <p:nvPr/>
          </p:nvSpPr>
          <p:spPr>
            <a:xfrm>
              <a:off x="2114258" y="6606783"/>
              <a:ext cx="6612708" cy="830997"/>
            </a:xfrm>
            <a:prstGeom prst="rect">
              <a:avLst/>
            </a:prstGeom>
            <a:noFill/>
          </p:spPr>
          <p:txBody>
            <a:bodyPr wrap="none" rtlCol="0">
              <a:spAutoFit/>
            </a:bodyPr>
            <a:lstStyle/>
            <a:p>
              <a:r>
                <a:rPr lang="en-US" sz="4800" b="1" dirty="0">
                  <a:solidFill>
                    <a:schemeClr val="tx2"/>
                  </a:solidFill>
                </a:rPr>
                <a:t>Machine Learning (ML)</a:t>
              </a:r>
            </a:p>
          </p:txBody>
        </p:sp>
        <p:sp>
          <p:nvSpPr>
            <p:cNvPr id="35" name="TextBox 34">
              <a:extLst>
                <a:ext uri="{FF2B5EF4-FFF2-40B4-BE49-F238E27FC236}">
                  <a16:creationId xmlns:a16="http://schemas.microsoft.com/office/drawing/2014/main" id="{E62AC7F6-9A33-DB61-4910-C57E691EDBD6}"/>
                </a:ext>
              </a:extLst>
            </p:cNvPr>
            <p:cNvSpPr txBox="1"/>
            <p:nvPr/>
          </p:nvSpPr>
          <p:spPr>
            <a:xfrm>
              <a:off x="2143785" y="7462005"/>
              <a:ext cx="15706223" cy="646331"/>
            </a:xfrm>
            <a:prstGeom prst="rect">
              <a:avLst/>
            </a:prstGeom>
            <a:noFill/>
          </p:spPr>
          <p:txBody>
            <a:bodyPr wrap="none" rtlCol="0">
              <a:spAutoFit/>
            </a:bodyPr>
            <a:lstStyle/>
            <a:p>
              <a:r>
                <a:rPr lang="en-US" sz="3600" dirty="0"/>
                <a:t>Statistical algorithms that perform </a:t>
              </a:r>
              <a:r>
                <a:rPr lang="en-US" sz="3600" b="1" dirty="0"/>
                <a:t>function approximation </a:t>
              </a:r>
              <a:r>
                <a:rPr lang="en-US" sz="3600" dirty="0"/>
                <a:t>through empirical data.</a:t>
              </a:r>
            </a:p>
          </p:txBody>
        </p:sp>
        <p:sp>
          <p:nvSpPr>
            <p:cNvPr id="43" name="TextBox 42">
              <a:extLst>
                <a:ext uri="{FF2B5EF4-FFF2-40B4-BE49-F238E27FC236}">
                  <a16:creationId xmlns:a16="http://schemas.microsoft.com/office/drawing/2014/main" id="{7208979C-8EF7-BBA4-CA4A-720770AB0516}"/>
                </a:ext>
              </a:extLst>
            </p:cNvPr>
            <p:cNvSpPr txBox="1"/>
            <p:nvPr/>
          </p:nvSpPr>
          <p:spPr>
            <a:xfrm>
              <a:off x="9930333" y="6725950"/>
              <a:ext cx="7894212" cy="584775"/>
            </a:xfrm>
            <a:prstGeom prst="rect">
              <a:avLst/>
            </a:prstGeom>
            <a:noFill/>
          </p:spPr>
          <p:txBody>
            <a:bodyPr wrap="none" rtlCol="0">
              <a:spAutoFit/>
            </a:bodyPr>
            <a:lstStyle/>
            <a:p>
              <a:r>
                <a:rPr lang="en-US" sz="3200" i="1" dirty="0"/>
                <a:t>(e.g., Linear Regression, Weather Forecasting)</a:t>
              </a:r>
            </a:p>
          </p:txBody>
        </p:sp>
        <p:pic>
          <p:nvPicPr>
            <p:cNvPr id="53" name="Picture 52">
              <a:extLst>
                <a:ext uri="{FF2B5EF4-FFF2-40B4-BE49-F238E27FC236}">
                  <a16:creationId xmlns:a16="http://schemas.microsoft.com/office/drawing/2014/main" id="{703DD3F1-49A7-814B-30B9-5DAD99E35A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757350" y="6254752"/>
              <a:ext cx="4775674" cy="3180023"/>
            </a:xfrm>
            <a:prstGeom prst="rect">
              <a:avLst/>
            </a:prstGeom>
            <a:ln w="57150">
              <a:solidFill>
                <a:schemeClr val="accent1"/>
              </a:solidFill>
            </a:ln>
          </p:spPr>
        </p:pic>
      </p:grpSp>
      <p:grpSp>
        <p:nvGrpSpPr>
          <p:cNvPr id="60" name="Group 59">
            <a:extLst>
              <a:ext uri="{FF2B5EF4-FFF2-40B4-BE49-F238E27FC236}">
                <a16:creationId xmlns:a16="http://schemas.microsoft.com/office/drawing/2014/main" id="{AD737875-4BB9-0AEC-4D6D-4AC3CDBE8209}"/>
              </a:ext>
            </a:extLst>
          </p:cNvPr>
          <p:cNvGrpSpPr/>
          <p:nvPr/>
        </p:nvGrpSpPr>
        <p:grpSpPr>
          <a:xfrm>
            <a:off x="2641927" y="7455714"/>
            <a:ext cx="23442785" cy="6217948"/>
            <a:chOff x="3089460" y="7455715"/>
            <a:chExt cx="23442785" cy="6217948"/>
          </a:xfrm>
        </p:grpSpPr>
        <p:sp>
          <p:nvSpPr>
            <p:cNvPr id="22" name="Rectangle 21">
              <a:extLst>
                <a:ext uri="{FF2B5EF4-FFF2-40B4-BE49-F238E27FC236}">
                  <a16:creationId xmlns:a16="http://schemas.microsoft.com/office/drawing/2014/main" id="{7043DA8D-AE5B-00F6-D6A1-C792CB1628FD}"/>
                </a:ext>
              </a:extLst>
            </p:cNvPr>
            <p:cNvSpPr/>
            <p:nvPr/>
          </p:nvSpPr>
          <p:spPr>
            <a:xfrm>
              <a:off x="3089460" y="8534791"/>
              <a:ext cx="14659896" cy="5138872"/>
            </a:xfrm>
            <a:prstGeom prst="rect">
              <a:avLst/>
            </a:prstGeom>
            <a:solidFill>
              <a:srgbClr val="00CC9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F7E9A7F5-03D7-8C37-BE20-47D3EC56FFDC}"/>
                </a:ext>
              </a:extLst>
            </p:cNvPr>
            <p:cNvSpPr txBox="1"/>
            <p:nvPr/>
          </p:nvSpPr>
          <p:spPr>
            <a:xfrm>
              <a:off x="3469120" y="8534791"/>
              <a:ext cx="5891356" cy="830997"/>
            </a:xfrm>
            <a:prstGeom prst="rect">
              <a:avLst/>
            </a:prstGeom>
            <a:noFill/>
          </p:spPr>
          <p:txBody>
            <a:bodyPr wrap="none" rtlCol="0">
              <a:spAutoFit/>
            </a:bodyPr>
            <a:lstStyle/>
            <a:p>
              <a:r>
                <a:rPr lang="en-US" sz="4800" b="1" dirty="0">
                  <a:solidFill>
                    <a:schemeClr val="tx2"/>
                  </a:solidFill>
                </a:rPr>
                <a:t>Neural Network (NN)</a:t>
              </a:r>
            </a:p>
          </p:txBody>
        </p:sp>
        <p:sp>
          <p:nvSpPr>
            <p:cNvPr id="37" name="TextBox 36">
              <a:extLst>
                <a:ext uri="{FF2B5EF4-FFF2-40B4-BE49-F238E27FC236}">
                  <a16:creationId xmlns:a16="http://schemas.microsoft.com/office/drawing/2014/main" id="{A6E16564-13FF-EE24-9978-AD9B05B7C97F}"/>
                </a:ext>
              </a:extLst>
            </p:cNvPr>
            <p:cNvSpPr txBox="1"/>
            <p:nvPr/>
          </p:nvSpPr>
          <p:spPr>
            <a:xfrm>
              <a:off x="3469120" y="9434775"/>
              <a:ext cx="13936700" cy="1200329"/>
            </a:xfrm>
            <a:prstGeom prst="rect">
              <a:avLst/>
            </a:prstGeom>
            <a:noFill/>
          </p:spPr>
          <p:txBody>
            <a:bodyPr wrap="none" rtlCol="0">
              <a:spAutoFit/>
            </a:bodyPr>
            <a:lstStyle/>
            <a:p>
              <a:r>
                <a:rPr lang="en-US" sz="3600" dirty="0"/>
                <a:t>Non-linear ML models built from </a:t>
              </a:r>
              <a:r>
                <a:rPr lang="en-US" sz="3600" b="1" dirty="0"/>
                <a:t>layered weighted neurons </a:t>
              </a:r>
              <a:r>
                <a:rPr lang="en-US" sz="3600" dirty="0"/>
                <a:t>and perform</a:t>
              </a:r>
            </a:p>
            <a:p>
              <a:r>
                <a:rPr lang="en-US" sz="3600" dirty="0"/>
                <a:t>function fitting through </a:t>
              </a:r>
              <a:r>
                <a:rPr lang="en-US" sz="3600" b="1" dirty="0"/>
                <a:t>non-linear activation.</a:t>
              </a:r>
            </a:p>
          </p:txBody>
        </p:sp>
        <p:sp>
          <p:nvSpPr>
            <p:cNvPr id="45" name="TextBox 44">
              <a:extLst>
                <a:ext uri="{FF2B5EF4-FFF2-40B4-BE49-F238E27FC236}">
                  <a16:creationId xmlns:a16="http://schemas.microsoft.com/office/drawing/2014/main" id="{3384D1DC-6CD2-CB3A-DDBF-733305F01185}"/>
                </a:ext>
              </a:extLst>
            </p:cNvPr>
            <p:cNvSpPr txBox="1"/>
            <p:nvPr/>
          </p:nvSpPr>
          <p:spPr>
            <a:xfrm>
              <a:off x="10288413" y="8650077"/>
              <a:ext cx="7479740" cy="584775"/>
            </a:xfrm>
            <a:prstGeom prst="rect">
              <a:avLst/>
            </a:prstGeom>
            <a:noFill/>
          </p:spPr>
          <p:txBody>
            <a:bodyPr wrap="none" rtlCol="0">
              <a:spAutoFit/>
            </a:bodyPr>
            <a:lstStyle/>
            <a:p>
              <a:r>
                <a:rPr lang="en-US" sz="3200" i="1" dirty="0"/>
                <a:t>(e.g., Google Translate, Facial Recognition)</a:t>
              </a:r>
            </a:p>
          </p:txBody>
        </p:sp>
        <p:pic>
          <p:nvPicPr>
            <p:cNvPr id="55" name="Picture 54">
              <a:extLst>
                <a:ext uri="{FF2B5EF4-FFF2-40B4-BE49-F238E27FC236}">
                  <a16:creationId xmlns:a16="http://schemas.microsoft.com/office/drawing/2014/main" id="{C0430341-F4B6-F39D-0907-A4CCEA0965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0029631">
              <a:off x="23804657" y="7455715"/>
              <a:ext cx="2727588" cy="5600079"/>
            </a:xfrm>
            <a:prstGeom prst="rect">
              <a:avLst/>
            </a:prstGeom>
            <a:ln w="57150">
              <a:solidFill>
                <a:schemeClr val="accent1"/>
              </a:solidFill>
            </a:ln>
          </p:spPr>
        </p:pic>
      </p:grpSp>
      <p:sp>
        <p:nvSpPr>
          <p:cNvPr id="6" name="Title 5">
            <a:extLst>
              <a:ext uri="{FF2B5EF4-FFF2-40B4-BE49-F238E27FC236}">
                <a16:creationId xmlns:a16="http://schemas.microsoft.com/office/drawing/2014/main" id="{48B783F2-2357-4F3F-2492-109F92C1B6F9}"/>
              </a:ext>
            </a:extLst>
          </p:cNvPr>
          <p:cNvSpPr>
            <a:spLocks noGrp="1"/>
          </p:cNvSpPr>
          <p:nvPr>
            <p:ph type="title"/>
          </p:nvPr>
        </p:nvSpPr>
        <p:spPr/>
        <p:txBody>
          <a:bodyPr/>
          <a:lstStyle/>
          <a:p>
            <a:r>
              <a:rPr lang="en-US" dirty="0"/>
              <a:t>AI as a Family of (Non-Analytical) Methods</a:t>
            </a:r>
          </a:p>
        </p:txBody>
      </p:sp>
      <p:sp>
        <p:nvSpPr>
          <p:cNvPr id="4" name="Footer Placeholder 3">
            <a:extLst>
              <a:ext uri="{FF2B5EF4-FFF2-40B4-BE49-F238E27FC236}">
                <a16:creationId xmlns:a16="http://schemas.microsoft.com/office/drawing/2014/main" id="{1295F4C5-5DF1-3663-6780-43E0E7749F38}"/>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FFB98705-9E09-109E-8CAF-307D55952635}"/>
              </a:ext>
            </a:extLst>
          </p:cNvPr>
          <p:cNvSpPr>
            <a:spLocks noGrp="1"/>
          </p:cNvSpPr>
          <p:nvPr>
            <p:ph type="sldNum" sz="quarter" idx="12"/>
          </p:nvPr>
        </p:nvSpPr>
        <p:spPr/>
        <p:txBody>
          <a:bodyPr/>
          <a:lstStyle/>
          <a:p>
            <a:fld id="{455CB61F-784F-47BE-8E88-4D7DF3343F95}" type="slidenum">
              <a:rPr lang="en-US" smtClean="0"/>
              <a:pPr/>
              <a:t>2</a:t>
            </a:fld>
            <a:endParaRPr lang="en-US" dirty="0"/>
          </a:p>
        </p:txBody>
      </p:sp>
      <p:sp>
        <p:nvSpPr>
          <p:cNvPr id="7" name="TextBox 6">
            <a:extLst>
              <a:ext uri="{FF2B5EF4-FFF2-40B4-BE49-F238E27FC236}">
                <a16:creationId xmlns:a16="http://schemas.microsoft.com/office/drawing/2014/main" id="{AA68B800-C942-8BB8-28C1-10A70E0800D3}"/>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9" name="TextBox 8">
            <a:extLst>
              <a:ext uri="{FF2B5EF4-FFF2-40B4-BE49-F238E27FC236}">
                <a16:creationId xmlns:a16="http://schemas.microsoft.com/office/drawing/2014/main" id="{49FE1CA4-FABB-2657-5899-EED0929D53E3}"/>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1" name="TextBox 10">
            <a:extLst>
              <a:ext uri="{FF2B5EF4-FFF2-40B4-BE49-F238E27FC236}">
                <a16:creationId xmlns:a16="http://schemas.microsoft.com/office/drawing/2014/main" id="{CD053C6F-C20F-E94D-C02E-F045D301B78A}"/>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3" name="TextBox 12">
            <a:extLst>
              <a:ext uri="{FF2B5EF4-FFF2-40B4-BE49-F238E27FC236}">
                <a16:creationId xmlns:a16="http://schemas.microsoft.com/office/drawing/2014/main" id="{8C539E27-83FC-2189-2733-E6A70E08F222}"/>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5" name="TextBox 14">
            <a:extLst>
              <a:ext uri="{FF2B5EF4-FFF2-40B4-BE49-F238E27FC236}">
                <a16:creationId xmlns:a16="http://schemas.microsoft.com/office/drawing/2014/main" id="{CCE676A7-5625-7D27-711C-61EB04C50523}"/>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7" name="TextBox 16">
            <a:extLst>
              <a:ext uri="{FF2B5EF4-FFF2-40B4-BE49-F238E27FC236}">
                <a16:creationId xmlns:a16="http://schemas.microsoft.com/office/drawing/2014/main" id="{254CECB0-C915-8847-F8A9-44C02915BDCD}"/>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sp>
        <p:nvSpPr>
          <p:cNvPr id="24" name="Rectangle 23">
            <a:extLst>
              <a:ext uri="{FF2B5EF4-FFF2-40B4-BE49-F238E27FC236}">
                <a16:creationId xmlns:a16="http://schemas.microsoft.com/office/drawing/2014/main" id="{E2C2A9DA-B47D-2702-496F-81229CDB1457}"/>
              </a:ext>
            </a:extLst>
          </p:cNvPr>
          <p:cNvSpPr/>
          <p:nvPr/>
        </p:nvSpPr>
        <p:spPr>
          <a:xfrm>
            <a:off x="3143372" y="10945087"/>
            <a:ext cx="13657005" cy="2719159"/>
          </a:xfrm>
          <a:prstGeom prst="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Box 30">
            <a:extLst>
              <a:ext uri="{FF2B5EF4-FFF2-40B4-BE49-F238E27FC236}">
                <a16:creationId xmlns:a16="http://schemas.microsoft.com/office/drawing/2014/main" id="{D6032D6D-089E-2F1E-FF41-EDBA49E7CD3E}"/>
              </a:ext>
            </a:extLst>
          </p:cNvPr>
          <p:cNvSpPr txBox="1"/>
          <p:nvPr/>
        </p:nvSpPr>
        <p:spPr>
          <a:xfrm>
            <a:off x="3580167" y="11117564"/>
            <a:ext cx="8303876" cy="830997"/>
          </a:xfrm>
          <a:prstGeom prst="rect">
            <a:avLst/>
          </a:prstGeom>
          <a:noFill/>
        </p:spPr>
        <p:txBody>
          <a:bodyPr wrap="none" rtlCol="0">
            <a:spAutoFit/>
          </a:bodyPr>
          <a:lstStyle/>
          <a:p>
            <a:r>
              <a:rPr lang="en-US" sz="4800" b="1" dirty="0">
                <a:solidFill>
                  <a:schemeClr val="accent3"/>
                </a:solidFill>
              </a:rPr>
              <a:t>Large Language Model (LLM)</a:t>
            </a:r>
          </a:p>
        </p:txBody>
      </p:sp>
      <p:sp>
        <p:nvSpPr>
          <p:cNvPr id="39" name="TextBox 38">
            <a:extLst>
              <a:ext uri="{FF2B5EF4-FFF2-40B4-BE49-F238E27FC236}">
                <a16:creationId xmlns:a16="http://schemas.microsoft.com/office/drawing/2014/main" id="{12CBD87B-0BC6-2363-6742-CC7857EA5ABC}"/>
              </a:ext>
            </a:extLst>
          </p:cNvPr>
          <p:cNvSpPr txBox="1"/>
          <p:nvPr/>
        </p:nvSpPr>
        <p:spPr>
          <a:xfrm>
            <a:off x="3615683" y="12021410"/>
            <a:ext cx="13269658" cy="1200329"/>
          </a:xfrm>
          <a:prstGeom prst="rect">
            <a:avLst/>
          </a:prstGeom>
          <a:noFill/>
        </p:spPr>
        <p:txBody>
          <a:bodyPr wrap="none" rtlCol="0">
            <a:spAutoFit/>
          </a:bodyPr>
          <a:lstStyle/>
          <a:p>
            <a:r>
              <a:rPr lang="en-US" sz="3600" b="1" dirty="0">
                <a:solidFill>
                  <a:schemeClr val="bg2"/>
                </a:solidFill>
              </a:rPr>
              <a:t>Multi-layered</a:t>
            </a:r>
            <a:r>
              <a:rPr lang="en-US" sz="3600" dirty="0">
                <a:solidFill>
                  <a:schemeClr val="bg2"/>
                </a:solidFill>
              </a:rPr>
              <a:t> neural network trained via self-supervision and human</a:t>
            </a:r>
          </a:p>
          <a:p>
            <a:r>
              <a:rPr lang="en-US" sz="3600" dirty="0">
                <a:solidFill>
                  <a:schemeClr val="bg2"/>
                </a:solidFill>
              </a:rPr>
              <a:t>alignment, to predict and generate </a:t>
            </a:r>
            <a:r>
              <a:rPr lang="en-US" sz="3600" b="1" dirty="0">
                <a:solidFill>
                  <a:schemeClr val="bg2"/>
                </a:solidFill>
              </a:rPr>
              <a:t>contextual sequences of text.</a:t>
            </a:r>
          </a:p>
        </p:txBody>
      </p:sp>
      <p:sp>
        <p:nvSpPr>
          <p:cNvPr id="47" name="TextBox 46">
            <a:extLst>
              <a:ext uri="{FF2B5EF4-FFF2-40B4-BE49-F238E27FC236}">
                <a16:creationId xmlns:a16="http://schemas.microsoft.com/office/drawing/2014/main" id="{2B408786-9BFB-C7B8-AB58-EB81885978C6}"/>
              </a:ext>
            </a:extLst>
          </p:cNvPr>
          <p:cNvSpPr txBox="1"/>
          <p:nvPr/>
        </p:nvSpPr>
        <p:spPr>
          <a:xfrm>
            <a:off x="12440382" y="11045057"/>
            <a:ext cx="4437433" cy="584775"/>
          </a:xfrm>
          <a:prstGeom prst="rect">
            <a:avLst/>
          </a:prstGeom>
          <a:noFill/>
        </p:spPr>
        <p:txBody>
          <a:bodyPr wrap="none" rtlCol="0">
            <a:spAutoFit/>
          </a:bodyPr>
          <a:lstStyle/>
          <a:p>
            <a:r>
              <a:rPr lang="en-US" sz="3200" i="1" dirty="0">
                <a:solidFill>
                  <a:schemeClr val="bg2"/>
                </a:solidFill>
              </a:rPr>
              <a:t>(e.g., Chatbots, Copilots )</a:t>
            </a:r>
          </a:p>
        </p:txBody>
      </p:sp>
      <p:pic>
        <p:nvPicPr>
          <p:cNvPr id="57" name="Picture 56">
            <a:extLst>
              <a:ext uri="{FF2B5EF4-FFF2-40B4-BE49-F238E27FC236}">
                <a16:creationId xmlns:a16="http://schemas.microsoft.com/office/drawing/2014/main" id="{B429C09C-4C73-8979-1F67-FD4412B301C2}"/>
              </a:ext>
            </a:extLst>
          </p:cNvPr>
          <p:cNvPicPr>
            <a:picLocks noChangeAspect="1"/>
          </p:cNvPicPr>
          <p:nvPr/>
        </p:nvPicPr>
        <p:blipFill>
          <a:blip r:embed="rId6">
            <a:extLst>
              <a:ext uri="{28A0092B-C50C-407E-A947-70E740481C1C}">
                <a14:useLocalDpi xmlns:a14="http://schemas.microsoft.com/office/drawing/2010/main" val="0"/>
              </a:ext>
            </a:extLst>
          </a:blip>
          <a:srcRect l="-211" t="-489" r="44585" b="59618"/>
          <a:stretch>
            <a:fillRect/>
          </a:stretch>
        </p:blipFill>
        <p:spPr>
          <a:xfrm>
            <a:off x="20366662" y="9716176"/>
            <a:ext cx="6962283" cy="3957485"/>
          </a:xfrm>
          <a:prstGeom prst="rect">
            <a:avLst/>
          </a:prstGeom>
          <a:ln w="57150">
            <a:solidFill>
              <a:schemeClr val="accent6"/>
            </a:solidFill>
          </a:ln>
        </p:spPr>
      </p:pic>
      <p:pic>
        <p:nvPicPr>
          <p:cNvPr id="68" name="Picture 67">
            <a:extLst>
              <a:ext uri="{FF2B5EF4-FFF2-40B4-BE49-F238E27FC236}">
                <a16:creationId xmlns:a16="http://schemas.microsoft.com/office/drawing/2014/main" id="{EE2210F3-4D51-8654-776C-2E7186AF9C56}"/>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00081" y="14448553"/>
            <a:ext cx="1044858" cy="1044858"/>
          </a:xfrm>
          <a:prstGeom prst="rect">
            <a:avLst/>
          </a:prstGeom>
        </p:spPr>
      </p:pic>
      <p:sp>
        <p:nvSpPr>
          <p:cNvPr id="79" name="TextBox 78">
            <a:extLst>
              <a:ext uri="{FF2B5EF4-FFF2-40B4-BE49-F238E27FC236}">
                <a16:creationId xmlns:a16="http://schemas.microsoft.com/office/drawing/2014/main" id="{46F083FB-1B66-B4A5-7985-3FD8DF75A506}"/>
              </a:ext>
            </a:extLst>
          </p:cNvPr>
          <p:cNvSpPr txBox="1"/>
          <p:nvPr/>
        </p:nvSpPr>
        <p:spPr>
          <a:xfrm>
            <a:off x="-762000" y="4902200"/>
            <a:ext cx="184731" cy="369332"/>
          </a:xfrm>
          <a:prstGeom prst="rect">
            <a:avLst/>
          </a:prstGeom>
          <a:noFill/>
        </p:spPr>
        <p:txBody>
          <a:bodyPr wrap="none" rtlCol="0">
            <a:spAutoFit/>
          </a:bodyPr>
          <a:lstStyle/>
          <a:p>
            <a:endParaRPr lang="en-US" dirty="0"/>
          </a:p>
        </p:txBody>
      </p:sp>
      <p:pic>
        <p:nvPicPr>
          <p:cNvPr id="81" name="Picture 80">
            <a:extLst>
              <a:ext uri="{FF2B5EF4-FFF2-40B4-BE49-F238E27FC236}">
                <a16:creationId xmlns:a16="http://schemas.microsoft.com/office/drawing/2014/main" id="{6F0B7B1B-384A-42C5-E7A3-B41FA8118FAC}"/>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873127" y="15374482"/>
            <a:ext cx="1044858" cy="1044858"/>
          </a:xfrm>
          <a:prstGeom prst="rect">
            <a:avLst/>
          </a:prstGeom>
        </p:spPr>
      </p:pic>
      <p:pic>
        <p:nvPicPr>
          <p:cNvPr id="83" name="Picture 82">
            <a:extLst>
              <a:ext uri="{FF2B5EF4-FFF2-40B4-BE49-F238E27FC236}">
                <a16:creationId xmlns:a16="http://schemas.microsoft.com/office/drawing/2014/main" id="{95CB1F4B-1B3B-F0F1-BD53-8D324D35927B}"/>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540720" y="14448553"/>
            <a:ext cx="1044858" cy="1044858"/>
          </a:xfrm>
          <a:prstGeom prst="rect">
            <a:avLst/>
          </a:prstGeom>
        </p:spPr>
      </p:pic>
      <p:pic>
        <p:nvPicPr>
          <p:cNvPr id="85" name="Picture 84">
            <a:extLst>
              <a:ext uri="{FF2B5EF4-FFF2-40B4-BE49-F238E27FC236}">
                <a16:creationId xmlns:a16="http://schemas.microsoft.com/office/drawing/2014/main" id="{54C9B2D0-D2D6-A1E6-6096-655AF488C4D8}"/>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pic>
        <p:nvPicPr>
          <p:cNvPr id="87" name="Picture 86">
            <a:extLst>
              <a:ext uri="{FF2B5EF4-FFF2-40B4-BE49-F238E27FC236}">
                <a16:creationId xmlns:a16="http://schemas.microsoft.com/office/drawing/2014/main" id="{0B13635E-5A46-54BD-64C3-B2E91CBC2A31}"/>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6805150" y="14457686"/>
            <a:ext cx="1044858" cy="1044858"/>
          </a:xfrm>
          <a:prstGeom prst="rect">
            <a:avLst/>
          </a:prstGeom>
        </p:spPr>
      </p:pic>
      <p:pic>
        <p:nvPicPr>
          <p:cNvPr id="91" name="Picture 90">
            <a:extLst>
              <a:ext uri="{FF2B5EF4-FFF2-40B4-BE49-F238E27FC236}">
                <a16:creationId xmlns:a16="http://schemas.microsoft.com/office/drawing/2014/main" id="{7BC43081-5935-6A01-34F2-244875C1E87E}"/>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0366662" y="15374482"/>
            <a:ext cx="1044858" cy="1044858"/>
          </a:xfrm>
          <a:prstGeom prst="rect">
            <a:avLst/>
          </a:prstGeom>
        </p:spPr>
      </p:pic>
    </p:spTree>
    <p:extLst>
      <p:ext uri="{BB962C8B-B14F-4D97-AF65-F5344CB8AC3E}">
        <p14:creationId xmlns:p14="http://schemas.microsoft.com/office/powerpoint/2010/main" val="112229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randombar(horizontal)">
                                      <p:cBhvr>
                                        <p:cTn id="7" dur="500"/>
                                        <p:tgtEl>
                                          <p:spTgt spid="5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randombar(horizontal)">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randombar(horizontal)">
                                      <p:cBhvr>
                                        <p:cTn id="17" dur="500"/>
                                        <p:tgtEl>
                                          <p:spTgt spid="60"/>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randombar(horizontal)">
                                      <p:cBhvr>
                                        <p:cTn id="22" dur="500"/>
                                        <p:tgtEl>
                                          <p:spTgt spid="3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39"/>
                                        </p:tgtEl>
                                        <p:attrNameLst>
                                          <p:attrName>style.visibility</p:attrName>
                                        </p:attrNameLst>
                                      </p:cBhvr>
                                      <p:to>
                                        <p:strVal val="visible"/>
                                      </p:to>
                                    </p:set>
                                    <p:animEffect transition="in" filter="randombar(horizontal)">
                                      <p:cBhvr>
                                        <p:cTn id="25" dur="500"/>
                                        <p:tgtEl>
                                          <p:spTgt spid="39"/>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47"/>
                                        </p:tgtEl>
                                        <p:attrNameLst>
                                          <p:attrName>style.visibility</p:attrName>
                                        </p:attrNameLst>
                                      </p:cBhvr>
                                      <p:to>
                                        <p:strVal val="visible"/>
                                      </p:to>
                                    </p:set>
                                    <p:animEffect transition="in" filter="randombar(horizontal)">
                                      <p:cBhvr>
                                        <p:cTn id="28" dur="500"/>
                                        <p:tgtEl>
                                          <p:spTgt spid="47"/>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randombar(horizontal)">
                                      <p:cBhvr>
                                        <p:cTn id="31" dur="500"/>
                                        <p:tgtEl>
                                          <p:spTgt spid="24"/>
                                        </p:tgtEl>
                                      </p:cBhvr>
                                    </p:animEffect>
                                  </p:childTnLst>
                                </p:cTn>
                              </p:par>
                              <p:par>
                                <p:cTn id="32" presetID="14" presetClass="entr" presetSubtype="10" fill="hold" nodeType="withEffect">
                                  <p:stCondLst>
                                    <p:cond delay="0"/>
                                  </p:stCondLst>
                                  <p:childTnLst>
                                    <p:set>
                                      <p:cBhvr>
                                        <p:cTn id="33" dur="1" fill="hold">
                                          <p:stCondLst>
                                            <p:cond delay="0"/>
                                          </p:stCondLst>
                                        </p:cTn>
                                        <p:tgtEl>
                                          <p:spTgt spid="57"/>
                                        </p:tgtEl>
                                        <p:attrNameLst>
                                          <p:attrName>style.visibility</p:attrName>
                                        </p:attrNameLst>
                                      </p:cBhvr>
                                      <p:to>
                                        <p:strVal val="visible"/>
                                      </p:to>
                                    </p:set>
                                    <p:animEffect transition="in" filter="randombar(horizontal)">
                                      <p:cBhvr>
                                        <p:cTn id="3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p:bldP spid="39" grpId="0"/>
      <p:bldP spid="4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34F9A-E5BF-1316-057A-0F2FECA6EAB9}"/>
            </a:ext>
          </a:extLst>
        </p:cNvPr>
        <p:cNvGrpSpPr/>
        <p:nvPr/>
      </p:nvGrpSpPr>
      <p:grpSpPr>
        <a:xfrm>
          <a:off x="0" y="0"/>
          <a:ext cx="0" cy="0"/>
          <a:chOff x="0" y="0"/>
          <a:chExt cx="0" cy="0"/>
        </a:xfrm>
      </p:grpSpPr>
      <p:pic>
        <p:nvPicPr>
          <p:cNvPr id="14" name="Picture 13">
            <a:extLst>
              <a:ext uri="{FF2B5EF4-FFF2-40B4-BE49-F238E27FC236}">
                <a16:creationId xmlns:a16="http://schemas.microsoft.com/office/drawing/2014/main" id="{E91A782D-F1F8-FC47-6653-96C59054C3FB}"/>
              </a:ext>
            </a:extLst>
          </p:cNvPr>
          <p:cNvPicPr>
            <a:picLocks noChangeAspect="1"/>
          </p:cNvPicPr>
          <p:nvPr/>
        </p:nvPicPr>
        <p:blipFill>
          <a:blip r:embed="rId3">
            <a:extLst>
              <a:ext uri="{28A0092B-C50C-407E-A947-70E740481C1C}">
                <a14:useLocalDpi xmlns:a14="http://schemas.microsoft.com/office/drawing/2010/main" val="0"/>
              </a:ext>
            </a:extLst>
          </a:blip>
          <a:srcRect t="1068" b="1068"/>
          <a:stretch/>
        </p:blipFill>
        <p:spPr>
          <a:xfrm>
            <a:off x="17782733" y="4277032"/>
            <a:ext cx="9037708" cy="10048460"/>
          </a:xfrm>
          <a:prstGeom prst="rect">
            <a:avLst/>
          </a:prstGeom>
        </p:spPr>
      </p:pic>
      <p:pic>
        <p:nvPicPr>
          <p:cNvPr id="10" name="Picture 9">
            <a:extLst>
              <a:ext uri="{FF2B5EF4-FFF2-40B4-BE49-F238E27FC236}">
                <a16:creationId xmlns:a16="http://schemas.microsoft.com/office/drawing/2014/main" id="{89F443E2-EDAE-F4CB-F0D3-59A367A7A178}"/>
              </a:ext>
            </a:extLst>
          </p:cNvPr>
          <p:cNvPicPr>
            <a:picLocks noChangeAspect="1"/>
          </p:cNvPicPr>
          <p:nvPr/>
        </p:nvPicPr>
        <p:blipFill>
          <a:blip r:embed="rId4">
            <a:extLst>
              <a:ext uri="{28A0092B-C50C-407E-A947-70E740481C1C}">
                <a14:useLocalDpi xmlns:a14="http://schemas.microsoft.com/office/drawing/2010/main" val="0"/>
              </a:ext>
            </a:extLst>
          </a:blip>
          <a:srcRect t="4862" b="4862"/>
          <a:stretch/>
        </p:blipFill>
        <p:spPr>
          <a:xfrm>
            <a:off x="1743997" y="4277032"/>
            <a:ext cx="10640937" cy="10048460"/>
          </a:xfrm>
          <a:prstGeom prst="rect">
            <a:avLst/>
          </a:prstGeom>
        </p:spPr>
      </p:pic>
      <p:sp>
        <p:nvSpPr>
          <p:cNvPr id="6" name="Title 5">
            <a:extLst>
              <a:ext uri="{FF2B5EF4-FFF2-40B4-BE49-F238E27FC236}">
                <a16:creationId xmlns:a16="http://schemas.microsoft.com/office/drawing/2014/main" id="{D4ACC037-C125-AE6B-53B4-457CA06178C9}"/>
              </a:ext>
            </a:extLst>
          </p:cNvPr>
          <p:cNvSpPr>
            <a:spLocks noGrp="1"/>
          </p:cNvSpPr>
          <p:nvPr>
            <p:ph type="title"/>
          </p:nvPr>
        </p:nvSpPr>
        <p:spPr/>
        <p:txBody>
          <a:bodyPr/>
          <a:lstStyle/>
          <a:p>
            <a:r>
              <a:rPr lang="en-US" dirty="0"/>
              <a:t>Contextual Text Prediction ≠ Ground Truth</a:t>
            </a:r>
          </a:p>
        </p:txBody>
      </p:sp>
      <p:sp>
        <p:nvSpPr>
          <p:cNvPr id="4" name="Footer Placeholder 3">
            <a:extLst>
              <a:ext uri="{FF2B5EF4-FFF2-40B4-BE49-F238E27FC236}">
                <a16:creationId xmlns:a16="http://schemas.microsoft.com/office/drawing/2014/main" id="{7C544C8E-562F-A7CE-D093-EC15671715E9}"/>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147D862F-0BA7-0609-4B31-56B63E766F32}"/>
              </a:ext>
            </a:extLst>
          </p:cNvPr>
          <p:cNvSpPr>
            <a:spLocks noGrp="1"/>
          </p:cNvSpPr>
          <p:nvPr>
            <p:ph type="sldNum" sz="quarter" idx="12"/>
          </p:nvPr>
        </p:nvSpPr>
        <p:spPr/>
        <p:txBody>
          <a:bodyPr/>
          <a:lstStyle/>
          <a:p>
            <a:fld id="{455CB61F-784F-47BE-8E88-4D7DF3343F95}" type="slidenum">
              <a:rPr lang="en-US" smtClean="0"/>
              <a:pPr/>
              <a:t>3</a:t>
            </a:fld>
            <a:endParaRPr lang="en-US" dirty="0"/>
          </a:p>
        </p:txBody>
      </p:sp>
      <p:sp>
        <p:nvSpPr>
          <p:cNvPr id="3" name="TextBox 2">
            <a:extLst>
              <a:ext uri="{FF2B5EF4-FFF2-40B4-BE49-F238E27FC236}">
                <a16:creationId xmlns:a16="http://schemas.microsoft.com/office/drawing/2014/main" id="{16C2F8E6-4EF5-7583-8260-A13B03F16F6D}"/>
              </a:ext>
            </a:extLst>
          </p:cNvPr>
          <p:cNvSpPr txBox="1"/>
          <p:nvPr/>
        </p:nvSpPr>
        <p:spPr>
          <a:xfrm>
            <a:off x="2011680" y="5821419"/>
            <a:ext cx="25505122" cy="6740307"/>
          </a:xfrm>
          <a:prstGeom prst="rect">
            <a:avLst/>
          </a:prstGeom>
          <a:noFill/>
        </p:spPr>
        <p:txBody>
          <a:bodyPr wrap="square">
            <a:spAutoFit/>
          </a:bodyPr>
          <a:lstStyle/>
          <a:p>
            <a:pPr algn="just"/>
            <a:r>
              <a:rPr lang="en-US" sz="5400" b="0" i="1" dirty="0">
                <a:solidFill>
                  <a:schemeClr val="tx1"/>
                </a:solidFill>
                <a:effectLst/>
                <a:latin typeface="+mn-lt"/>
              </a:rPr>
              <a:t>“A solid aluminum cube </a:t>
            </a:r>
            <a:r>
              <a:rPr lang="en-US" sz="5400" b="1" i="1" dirty="0">
                <a:solidFill>
                  <a:schemeClr val="tx1"/>
                </a:solidFill>
                <a:effectLst/>
                <a:latin typeface="+mn-lt"/>
              </a:rPr>
              <a:t>rests on the flat horizontal floor of a tank filled with water</a:t>
            </a:r>
            <a:r>
              <a:rPr lang="en-US" sz="5400" b="0" i="1" dirty="0">
                <a:solidFill>
                  <a:schemeClr val="tx1"/>
                </a:solidFill>
                <a:effectLst/>
                <a:latin typeface="+mn-lt"/>
              </a:rPr>
              <a:t>. The interface between the </a:t>
            </a:r>
            <a:r>
              <a:rPr lang="en-US" sz="5400" b="1" i="1" dirty="0">
                <a:solidFill>
                  <a:schemeClr val="accent4"/>
                </a:solidFill>
                <a:effectLst/>
                <a:latin typeface="+mn-lt"/>
              </a:rPr>
              <a:t>bottom face of the cube and the tank floor is a perfect, watertight seal</a:t>
            </a:r>
            <a:r>
              <a:rPr lang="en-US" sz="5400" b="1" i="1" dirty="0">
                <a:solidFill>
                  <a:schemeClr val="tx1"/>
                </a:solidFill>
                <a:effectLst/>
                <a:latin typeface="+mn-lt"/>
              </a:rPr>
              <a:t> </a:t>
            </a:r>
            <a:r>
              <a:rPr lang="en-US" sz="5400" b="0" i="1" dirty="0">
                <a:solidFill>
                  <a:schemeClr val="tx1"/>
                </a:solidFill>
                <a:effectLst/>
                <a:latin typeface="+mn-lt"/>
              </a:rPr>
              <a:t>such that no liquid water or moisture can seep or exist underneath the bottom face of the cube.</a:t>
            </a:r>
          </a:p>
          <a:p>
            <a:pPr algn="just"/>
            <a:endParaRPr lang="en-US" sz="5400" i="1" dirty="0"/>
          </a:p>
          <a:p>
            <a:pPr algn="just"/>
            <a:r>
              <a:rPr lang="en-US" sz="5400" b="1" i="1" dirty="0">
                <a:solidFill>
                  <a:schemeClr val="accent1"/>
                </a:solidFill>
                <a:effectLst/>
                <a:latin typeface="+mn-lt"/>
              </a:rPr>
              <a:t>Does the net hydrostatic vertical force exerted by the water on the aluminum cube act upward, downward, or is it zero? </a:t>
            </a:r>
            <a:r>
              <a:rPr lang="en-US" sz="5400" b="0" i="1" dirty="0">
                <a:solidFill>
                  <a:schemeClr val="tx1"/>
                </a:solidFill>
                <a:effectLst/>
                <a:latin typeface="+mn-lt"/>
              </a:rPr>
              <a:t>Explain the exact fluid pressure integration. Be very concise. Answer within 1-2 sentences.”</a:t>
            </a:r>
            <a:endParaRPr lang="en-US" sz="5400" i="1" dirty="0"/>
          </a:p>
        </p:txBody>
      </p:sp>
      <p:sp>
        <p:nvSpPr>
          <p:cNvPr id="16" name="TextBox 15">
            <a:extLst>
              <a:ext uri="{FF2B5EF4-FFF2-40B4-BE49-F238E27FC236}">
                <a16:creationId xmlns:a16="http://schemas.microsoft.com/office/drawing/2014/main" id="{65FA3FA4-E006-1741-03B7-44DF7E9E9D2B}"/>
              </a:ext>
            </a:extLst>
          </p:cNvPr>
          <p:cNvSpPr txBox="1"/>
          <p:nvPr/>
        </p:nvSpPr>
        <p:spPr>
          <a:xfrm>
            <a:off x="763968" y="6170640"/>
            <a:ext cx="12553824" cy="1938992"/>
          </a:xfrm>
          <a:prstGeom prst="rect">
            <a:avLst/>
          </a:prstGeom>
          <a:noFill/>
        </p:spPr>
        <p:txBody>
          <a:bodyPr wrap="square">
            <a:spAutoFit/>
          </a:bodyPr>
          <a:lstStyle/>
          <a:p>
            <a:pPr algn="ctr"/>
            <a:r>
              <a:rPr lang="en-US" sz="6000" b="1" i="1" dirty="0"/>
              <a:t>First Agent’s answer:</a:t>
            </a:r>
          </a:p>
          <a:p>
            <a:pPr algn="ctr"/>
            <a:r>
              <a:rPr lang="en-US" sz="6000" b="1" i="1" dirty="0">
                <a:solidFill>
                  <a:schemeClr val="accent1"/>
                </a:solidFill>
              </a:rPr>
              <a:t>“Net hydrostatic force is zero.”</a:t>
            </a:r>
          </a:p>
        </p:txBody>
      </p:sp>
      <p:sp>
        <p:nvSpPr>
          <p:cNvPr id="19" name="TextBox 18">
            <a:extLst>
              <a:ext uri="{FF2B5EF4-FFF2-40B4-BE49-F238E27FC236}">
                <a16:creationId xmlns:a16="http://schemas.microsoft.com/office/drawing/2014/main" id="{0C66ACF2-0FC4-1EDC-AD87-58A46DD80F14}"/>
              </a:ext>
            </a:extLst>
          </p:cNvPr>
          <p:cNvSpPr txBox="1"/>
          <p:nvPr/>
        </p:nvSpPr>
        <p:spPr>
          <a:xfrm>
            <a:off x="15339934" y="6170640"/>
            <a:ext cx="12553824" cy="1938992"/>
          </a:xfrm>
          <a:prstGeom prst="rect">
            <a:avLst/>
          </a:prstGeom>
          <a:noFill/>
        </p:spPr>
        <p:txBody>
          <a:bodyPr wrap="square">
            <a:spAutoFit/>
          </a:bodyPr>
          <a:lstStyle/>
          <a:p>
            <a:pPr algn="ctr"/>
            <a:r>
              <a:rPr lang="en-US" sz="6000" b="1" i="1" dirty="0"/>
              <a:t>Second Agent’s answer:</a:t>
            </a:r>
          </a:p>
          <a:p>
            <a:pPr algn="ctr"/>
            <a:r>
              <a:rPr lang="en-US" sz="6000" b="1" i="1" dirty="0">
                <a:solidFill>
                  <a:schemeClr val="accent4"/>
                </a:solidFill>
              </a:rPr>
              <a:t>“Net hydrostatic force is downward.”</a:t>
            </a:r>
          </a:p>
        </p:txBody>
      </p:sp>
      <p:sp>
        <p:nvSpPr>
          <p:cNvPr id="21" name="TextBox 20">
            <a:extLst>
              <a:ext uri="{FF2B5EF4-FFF2-40B4-BE49-F238E27FC236}">
                <a16:creationId xmlns:a16="http://schemas.microsoft.com/office/drawing/2014/main" id="{7190E4D5-F95B-A445-9486-A3367F10841C}"/>
              </a:ext>
            </a:extLst>
          </p:cNvPr>
          <p:cNvSpPr txBox="1"/>
          <p:nvPr/>
        </p:nvSpPr>
        <p:spPr>
          <a:xfrm>
            <a:off x="1877839" y="9107415"/>
            <a:ext cx="25505122" cy="4524315"/>
          </a:xfrm>
          <a:prstGeom prst="rect">
            <a:avLst/>
          </a:prstGeom>
          <a:noFill/>
        </p:spPr>
        <p:txBody>
          <a:bodyPr wrap="square">
            <a:spAutoFit/>
          </a:bodyPr>
          <a:lstStyle/>
          <a:p>
            <a:pPr algn="just"/>
            <a:r>
              <a:rPr lang="en-US" sz="4800" dirty="0"/>
              <a:t>The model stumbled because </a:t>
            </a:r>
            <a:r>
              <a:rPr lang="en-US" sz="4800" b="1" dirty="0"/>
              <a:t>it relied on memorized text patterns </a:t>
            </a:r>
            <a:r>
              <a:rPr lang="en-US" sz="4800" dirty="0"/>
              <a:t>rather than calculating the physical forces from first principles. </a:t>
            </a:r>
          </a:p>
          <a:p>
            <a:pPr marL="1143000" lvl="1" indent="-685800" algn="just">
              <a:buFont typeface="Wingdings" panose="05000000000000000000" pitchFamily="2" charset="2"/>
              <a:buChar char="v"/>
            </a:pPr>
            <a:r>
              <a:rPr lang="en-US" sz="4800" b="1" dirty="0"/>
              <a:t>Root Cause: </a:t>
            </a:r>
            <a:r>
              <a:rPr lang="en-US" sz="4800" dirty="0"/>
              <a:t>The model predicted the most common textbook phrasing instead of calculating the actual physics.</a:t>
            </a:r>
          </a:p>
          <a:p>
            <a:pPr marL="1143000" lvl="1" indent="-685800" algn="just">
              <a:buFont typeface="Wingdings" panose="05000000000000000000" pitchFamily="2" charset="2"/>
              <a:buChar char="v"/>
            </a:pPr>
            <a:r>
              <a:rPr lang="en-US" sz="4800" b="1" dirty="0"/>
              <a:t>Inherent LLM Risk: </a:t>
            </a:r>
            <a:r>
              <a:rPr lang="en-US" sz="4800" dirty="0"/>
              <a:t>Probabilistic pattern-matching makes their responses sound entirely confident even when they are </a:t>
            </a:r>
            <a:r>
              <a:rPr lang="en-US" sz="4800" b="1" dirty="0">
                <a:solidFill>
                  <a:schemeClr val="accent1"/>
                </a:solidFill>
              </a:rPr>
              <a:t>fundamentally wrong.</a:t>
            </a:r>
          </a:p>
        </p:txBody>
      </p:sp>
      <p:sp>
        <p:nvSpPr>
          <p:cNvPr id="69" name="TextBox 68">
            <a:extLst>
              <a:ext uri="{FF2B5EF4-FFF2-40B4-BE49-F238E27FC236}">
                <a16:creationId xmlns:a16="http://schemas.microsoft.com/office/drawing/2014/main" id="{7D7C8C5D-1592-C6C9-A20A-3D86E0E94C1F}"/>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71" name="TextBox 70">
            <a:extLst>
              <a:ext uri="{FF2B5EF4-FFF2-40B4-BE49-F238E27FC236}">
                <a16:creationId xmlns:a16="http://schemas.microsoft.com/office/drawing/2014/main" id="{2A6AD3A3-3B1F-3B8E-E90E-2B1DA910DA6C}"/>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73" name="TextBox 72">
            <a:extLst>
              <a:ext uri="{FF2B5EF4-FFF2-40B4-BE49-F238E27FC236}">
                <a16:creationId xmlns:a16="http://schemas.microsoft.com/office/drawing/2014/main" id="{509E1147-9F4C-779C-6B14-DF94BBD5192A}"/>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75" name="TextBox 74">
            <a:extLst>
              <a:ext uri="{FF2B5EF4-FFF2-40B4-BE49-F238E27FC236}">
                <a16:creationId xmlns:a16="http://schemas.microsoft.com/office/drawing/2014/main" id="{EE54EE79-BBBE-1F39-D431-B1874DA7E75D}"/>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77" name="TextBox 76">
            <a:extLst>
              <a:ext uri="{FF2B5EF4-FFF2-40B4-BE49-F238E27FC236}">
                <a16:creationId xmlns:a16="http://schemas.microsoft.com/office/drawing/2014/main" id="{81790C56-F748-FBF2-4BAD-B72373D82479}"/>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79" name="TextBox 78">
            <a:extLst>
              <a:ext uri="{FF2B5EF4-FFF2-40B4-BE49-F238E27FC236}">
                <a16:creationId xmlns:a16="http://schemas.microsoft.com/office/drawing/2014/main" id="{6E250C97-59A0-E536-EF4B-08D6D7D3EF75}"/>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81" name="Picture 80">
            <a:extLst>
              <a:ext uri="{FF2B5EF4-FFF2-40B4-BE49-F238E27FC236}">
                <a16:creationId xmlns:a16="http://schemas.microsoft.com/office/drawing/2014/main" id="{6596A9EA-3154-0024-346F-19CCAF618383}"/>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00081" y="14448553"/>
            <a:ext cx="1044858" cy="1044858"/>
          </a:xfrm>
          <a:prstGeom prst="rect">
            <a:avLst/>
          </a:prstGeom>
        </p:spPr>
      </p:pic>
    </p:spTree>
    <p:extLst>
      <p:ext uri="{BB962C8B-B14F-4D97-AF65-F5344CB8AC3E}">
        <p14:creationId xmlns:p14="http://schemas.microsoft.com/office/powerpoint/2010/main" val="274290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3"/>
                                        </p:tgtEl>
                                      </p:cBhvr>
                                    </p:animEffect>
                                    <p:anim calcmode="lin" valueType="num">
                                      <p:cBhvr>
                                        <p:cTn id="7" dur="1000"/>
                                        <p:tgtEl>
                                          <p:spTgt spid="3"/>
                                        </p:tgtEl>
                                        <p:attrNameLst>
                                          <p:attrName>ppt_x</p:attrName>
                                        </p:attrNameLst>
                                      </p:cBhvr>
                                      <p:tavLst>
                                        <p:tav tm="0">
                                          <p:val>
                                            <p:strVal val="ppt_x"/>
                                          </p:val>
                                        </p:tav>
                                        <p:tav tm="100000">
                                          <p:val>
                                            <p:strVal val="ppt_x"/>
                                          </p:val>
                                        </p:tav>
                                      </p:tavLst>
                                    </p:anim>
                                    <p:anim calcmode="lin" valueType="num">
                                      <p:cBhvr>
                                        <p:cTn id="8" dur="1000"/>
                                        <p:tgtEl>
                                          <p:spTgt spid="3"/>
                                        </p:tgtEl>
                                        <p:attrNameLst>
                                          <p:attrName>ppt_y</p:attrName>
                                        </p:attrNameLst>
                                      </p:cBhvr>
                                      <p:tavLst>
                                        <p:tav tm="0">
                                          <p:val>
                                            <p:strVal val="ppt_y"/>
                                          </p:val>
                                        </p:tav>
                                        <p:tav tm="100000">
                                          <p:val>
                                            <p:strVal val="ppt_y+.1"/>
                                          </p:val>
                                        </p:tav>
                                      </p:tavLst>
                                    </p:anim>
                                    <p:set>
                                      <p:cBhvr>
                                        <p:cTn id="9" dur="1" fill="hold">
                                          <p:stCondLst>
                                            <p:cond delay="999"/>
                                          </p:stCondLst>
                                        </p:cTn>
                                        <p:tgtEl>
                                          <p:spTgt spid="3"/>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xit" presetSubtype="4" fill="hold" nodeType="clickEffect">
                                  <p:stCondLst>
                                    <p:cond delay="0"/>
                                  </p:stCondLst>
                                  <p:childTnLst>
                                    <p:animEffect transition="out" filter="wipe(down)">
                                      <p:cBhvr>
                                        <p:cTn id="20" dur="500"/>
                                        <p:tgtEl>
                                          <p:spTgt spid="10"/>
                                        </p:tgtEl>
                                      </p:cBhvr>
                                    </p:animEffect>
                                    <p:set>
                                      <p:cBhvr>
                                        <p:cTn id="21" dur="1" fill="hold">
                                          <p:stCondLst>
                                            <p:cond delay="499"/>
                                          </p:stCondLst>
                                        </p:cTn>
                                        <p:tgtEl>
                                          <p:spTgt spid="1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down)">
                                      <p:cBhvr>
                                        <p:cTn id="26" dur="500"/>
                                        <p:tgtEl>
                                          <p:spTgt spid="16"/>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xit" presetSubtype="10" fill="hold" nodeType="clickEffect">
                                  <p:stCondLst>
                                    <p:cond delay="0"/>
                                  </p:stCondLst>
                                  <p:childTnLst>
                                    <p:animEffect transition="out" filter="randombar(horizontal)">
                                      <p:cBhvr>
                                        <p:cTn id="36" dur="500"/>
                                        <p:tgtEl>
                                          <p:spTgt spid="14"/>
                                        </p:tgtEl>
                                      </p:cBhvr>
                                    </p:animEffect>
                                    <p:set>
                                      <p:cBhvr>
                                        <p:cTn id="37" dur="1" fill="hold">
                                          <p:stCondLst>
                                            <p:cond delay="499"/>
                                          </p:stCondLst>
                                        </p:cTn>
                                        <p:tgtEl>
                                          <p:spTgt spid="1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wipe(down)">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 calcmode="lin" valueType="num">
                                      <p:cBhvr>
                                        <p:cTn id="47" dur="500" fill="hold"/>
                                        <p:tgtEl>
                                          <p:spTgt spid="21"/>
                                        </p:tgtEl>
                                        <p:attrNameLst>
                                          <p:attrName>ppt_w</p:attrName>
                                        </p:attrNameLst>
                                      </p:cBhvr>
                                      <p:tavLst>
                                        <p:tav tm="0">
                                          <p:val>
                                            <p:fltVal val="0"/>
                                          </p:val>
                                        </p:tav>
                                        <p:tav tm="100000">
                                          <p:val>
                                            <p:strVal val="#ppt_w"/>
                                          </p:val>
                                        </p:tav>
                                      </p:tavLst>
                                    </p:anim>
                                    <p:anim calcmode="lin" valueType="num">
                                      <p:cBhvr>
                                        <p:cTn id="48" dur="500" fill="hold"/>
                                        <p:tgtEl>
                                          <p:spTgt spid="21"/>
                                        </p:tgtEl>
                                        <p:attrNameLst>
                                          <p:attrName>ppt_h</p:attrName>
                                        </p:attrNameLst>
                                      </p:cBhvr>
                                      <p:tavLst>
                                        <p:tav tm="0">
                                          <p:val>
                                            <p:fltVal val="0"/>
                                          </p:val>
                                        </p:tav>
                                        <p:tav tm="100000">
                                          <p:val>
                                            <p:strVal val="#ppt_h"/>
                                          </p:val>
                                        </p:tav>
                                      </p:tavLst>
                                    </p:anim>
                                    <p:animEffect transition="in" filter="fade">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6" grpId="0"/>
      <p:bldP spid="19" grpId="0"/>
      <p:bldP spid="2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D1DAF-4A55-64E6-C06C-7877A849E76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B77128F-9AE7-D3C6-0B6E-CCBAA2A35F2D}"/>
              </a:ext>
            </a:extLst>
          </p:cNvPr>
          <p:cNvSpPr>
            <a:spLocks noGrp="1"/>
          </p:cNvSpPr>
          <p:nvPr>
            <p:ph type="title"/>
          </p:nvPr>
        </p:nvSpPr>
        <p:spPr/>
        <p:txBody>
          <a:bodyPr/>
          <a:lstStyle/>
          <a:p>
            <a:r>
              <a:rPr lang="en-US" dirty="0"/>
              <a:t>Confidently Wrong or Blissfully Ignorant?</a:t>
            </a:r>
          </a:p>
        </p:txBody>
      </p:sp>
      <p:sp>
        <p:nvSpPr>
          <p:cNvPr id="4" name="Footer Placeholder 3">
            <a:extLst>
              <a:ext uri="{FF2B5EF4-FFF2-40B4-BE49-F238E27FC236}">
                <a16:creationId xmlns:a16="http://schemas.microsoft.com/office/drawing/2014/main" id="{CDAE9639-B871-C29A-6241-6CE5F2BA6C9C}"/>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412053DF-D903-D4DF-99A8-8079DA2FF3EE}"/>
              </a:ext>
            </a:extLst>
          </p:cNvPr>
          <p:cNvSpPr>
            <a:spLocks noGrp="1"/>
          </p:cNvSpPr>
          <p:nvPr>
            <p:ph type="sldNum" sz="quarter" idx="12"/>
          </p:nvPr>
        </p:nvSpPr>
        <p:spPr/>
        <p:txBody>
          <a:bodyPr/>
          <a:lstStyle/>
          <a:p>
            <a:fld id="{455CB61F-784F-47BE-8E88-4D7DF3343F95}" type="slidenum">
              <a:rPr lang="en-US" smtClean="0"/>
              <a:pPr/>
              <a:t>4</a:t>
            </a:fld>
            <a:endParaRPr lang="en-US" dirty="0"/>
          </a:p>
        </p:txBody>
      </p:sp>
      <p:sp>
        <p:nvSpPr>
          <p:cNvPr id="3" name="TextBox 2">
            <a:extLst>
              <a:ext uri="{FF2B5EF4-FFF2-40B4-BE49-F238E27FC236}">
                <a16:creationId xmlns:a16="http://schemas.microsoft.com/office/drawing/2014/main" id="{DC5003B8-C960-4392-EEA5-CF923674F875}"/>
              </a:ext>
            </a:extLst>
          </p:cNvPr>
          <p:cNvSpPr txBox="1"/>
          <p:nvPr/>
        </p:nvSpPr>
        <p:spPr>
          <a:xfrm>
            <a:off x="1877839" y="4230700"/>
            <a:ext cx="25505122" cy="830997"/>
          </a:xfrm>
          <a:prstGeom prst="rect">
            <a:avLst/>
          </a:prstGeom>
          <a:noFill/>
        </p:spPr>
        <p:txBody>
          <a:bodyPr wrap="square">
            <a:spAutoFit/>
          </a:bodyPr>
          <a:lstStyle/>
          <a:p>
            <a:pPr algn="just"/>
            <a:r>
              <a:rPr lang="en-US" sz="4800" dirty="0"/>
              <a:t>It depends on the topic’s availability on the </a:t>
            </a:r>
            <a:r>
              <a:rPr lang="en-US" sz="4800" b="1" dirty="0">
                <a:solidFill>
                  <a:schemeClr val="accent6"/>
                </a:solidFill>
              </a:rPr>
              <a:t>Corpus</a:t>
            </a:r>
            <a:r>
              <a:rPr lang="en-US" sz="4800" dirty="0"/>
              <a:t> and the model’s </a:t>
            </a:r>
            <a:r>
              <a:rPr lang="en-US" sz="4800" b="1" dirty="0">
                <a:solidFill>
                  <a:schemeClr val="accent6"/>
                </a:solidFill>
              </a:rPr>
              <a:t>Reliability</a:t>
            </a:r>
            <a:r>
              <a:rPr lang="en-US" sz="4800" dirty="0"/>
              <a:t>.</a:t>
            </a:r>
          </a:p>
        </p:txBody>
      </p:sp>
      <p:sp>
        <p:nvSpPr>
          <p:cNvPr id="8" name="TextBox 7">
            <a:extLst>
              <a:ext uri="{FF2B5EF4-FFF2-40B4-BE49-F238E27FC236}">
                <a16:creationId xmlns:a16="http://schemas.microsoft.com/office/drawing/2014/main" id="{08861C67-8EFC-DB12-3E98-3286B7BD8104}"/>
              </a:ext>
            </a:extLst>
          </p:cNvPr>
          <p:cNvSpPr txBox="1"/>
          <p:nvPr/>
        </p:nvSpPr>
        <p:spPr>
          <a:xfrm>
            <a:off x="1476918" y="12169640"/>
            <a:ext cx="25906043" cy="1569660"/>
          </a:xfrm>
          <a:prstGeom prst="rect">
            <a:avLst/>
          </a:prstGeom>
          <a:noFill/>
        </p:spPr>
        <p:txBody>
          <a:bodyPr wrap="square">
            <a:spAutoFit/>
          </a:bodyPr>
          <a:lstStyle/>
          <a:p>
            <a:pPr marL="1143000" lvl="1" indent="-685800" algn="just">
              <a:buFont typeface="Wingdings" panose="05000000000000000000" pitchFamily="2" charset="2"/>
              <a:buChar char="q"/>
            </a:pPr>
            <a:r>
              <a:rPr lang="en-US" sz="3200" b="1" dirty="0"/>
              <a:t>Corpus: </a:t>
            </a:r>
            <a:r>
              <a:rPr lang="en-US" sz="3200" dirty="0"/>
              <a:t>The general and unstructured collection of training material used to develop an LLM’s baseline knowledge (i.e., training data).</a:t>
            </a:r>
          </a:p>
          <a:p>
            <a:pPr marL="1143000" lvl="1" indent="-685800" algn="just">
              <a:buFont typeface="Wingdings" panose="05000000000000000000" pitchFamily="2" charset="2"/>
              <a:buChar char="q"/>
            </a:pPr>
            <a:r>
              <a:rPr lang="en-US" sz="3200" b="1" dirty="0"/>
              <a:t>Reliability: </a:t>
            </a:r>
            <a:r>
              <a:rPr lang="en-US" sz="3200" dirty="0"/>
              <a:t>A dimension of AI trustworthiness representing the property of an AI system to consistently maintain intended behavior and satisfy performance criteria under expected operational distributions.</a:t>
            </a:r>
          </a:p>
        </p:txBody>
      </p:sp>
      <p:pic>
        <p:nvPicPr>
          <p:cNvPr id="12" name="Picture 11">
            <a:extLst>
              <a:ext uri="{FF2B5EF4-FFF2-40B4-BE49-F238E27FC236}">
                <a16:creationId xmlns:a16="http://schemas.microsoft.com/office/drawing/2014/main" id="{7E010CF6-324E-C838-38FA-7CB6D62F28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51540" y="7010201"/>
            <a:ext cx="3333750" cy="2390775"/>
          </a:xfrm>
          <a:prstGeom prst="rect">
            <a:avLst/>
          </a:prstGeom>
        </p:spPr>
      </p:pic>
      <p:pic>
        <p:nvPicPr>
          <p:cNvPr id="16" name="Picture 15">
            <a:extLst>
              <a:ext uri="{FF2B5EF4-FFF2-40B4-BE49-F238E27FC236}">
                <a16:creationId xmlns:a16="http://schemas.microsoft.com/office/drawing/2014/main" id="{2907F797-F2AF-50FB-9FF0-0487157D59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1776" y="6823577"/>
            <a:ext cx="2447925" cy="2790825"/>
          </a:xfrm>
          <a:prstGeom prst="rect">
            <a:avLst/>
          </a:prstGeom>
        </p:spPr>
      </p:pic>
      <p:pic>
        <p:nvPicPr>
          <p:cNvPr id="21" name="Picture 20">
            <a:extLst>
              <a:ext uri="{FF2B5EF4-FFF2-40B4-BE49-F238E27FC236}">
                <a16:creationId xmlns:a16="http://schemas.microsoft.com/office/drawing/2014/main" id="{6A176EB3-3BF4-EE50-4312-7858B781A9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58890" y="6819599"/>
            <a:ext cx="3324225" cy="2590800"/>
          </a:xfrm>
          <a:prstGeom prst="rect">
            <a:avLst/>
          </a:prstGeom>
        </p:spPr>
      </p:pic>
      <p:sp>
        <p:nvSpPr>
          <p:cNvPr id="28" name="Arrow: Right 27">
            <a:extLst>
              <a:ext uri="{FF2B5EF4-FFF2-40B4-BE49-F238E27FC236}">
                <a16:creationId xmlns:a16="http://schemas.microsoft.com/office/drawing/2014/main" id="{6A47D004-87BB-5CB9-EDE0-92D5FD221486}"/>
              </a:ext>
            </a:extLst>
          </p:cNvPr>
          <p:cNvSpPr/>
          <p:nvPr/>
        </p:nvSpPr>
        <p:spPr>
          <a:xfrm>
            <a:off x="3775587" y="9746834"/>
            <a:ext cx="23473533" cy="358413"/>
          </a:xfrm>
          <a:prstGeom prst="rightArrow">
            <a:avLst/>
          </a:prstGeom>
          <a:solidFill>
            <a:srgbClr val="00866C"/>
          </a:solidFill>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999CE1E-8C6A-0C92-545A-26C0A36C91A2}"/>
              </a:ext>
            </a:extLst>
          </p:cNvPr>
          <p:cNvSpPr txBox="1"/>
          <p:nvPr/>
        </p:nvSpPr>
        <p:spPr>
          <a:xfrm>
            <a:off x="488845" y="8991909"/>
            <a:ext cx="3439593" cy="1569660"/>
          </a:xfrm>
          <a:prstGeom prst="rect">
            <a:avLst/>
          </a:prstGeom>
          <a:noFill/>
        </p:spPr>
        <p:txBody>
          <a:bodyPr wrap="square">
            <a:spAutoFit/>
          </a:bodyPr>
          <a:lstStyle/>
          <a:p>
            <a:pPr algn="ctr"/>
            <a:r>
              <a:rPr lang="en-US" sz="4800" b="1" dirty="0">
                <a:solidFill>
                  <a:schemeClr val="accent4"/>
                </a:solidFill>
              </a:rPr>
              <a:t>Model</a:t>
            </a:r>
          </a:p>
          <a:p>
            <a:pPr algn="ctr"/>
            <a:r>
              <a:rPr lang="en-US" sz="4800" b="1" dirty="0">
                <a:solidFill>
                  <a:schemeClr val="accent4"/>
                </a:solidFill>
              </a:rPr>
              <a:t>Reliability</a:t>
            </a:r>
            <a:endParaRPr lang="en-US" dirty="0">
              <a:solidFill>
                <a:schemeClr val="accent4"/>
              </a:solidFill>
            </a:endParaRPr>
          </a:p>
        </p:txBody>
      </p:sp>
      <p:sp>
        <p:nvSpPr>
          <p:cNvPr id="40" name="Arrow: Right 39">
            <a:extLst>
              <a:ext uri="{FF2B5EF4-FFF2-40B4-BE49-F238E27FC236}">
                <a16:creationId xmlns:a16="http://schemas.microsoft.com/office/drawing/2014/main" id="{0E261C9A-2451-AC40-BA6F-2A09B8BEA3B0}"/>
              </a:ext>
            </a:extLst>
          </p:cNvPr>
          <p:cNvSpPr/>
          <p:nvPr/>
        </p:nvSpPr>
        <p:spPr>
          <a:xfrm flipH="1">
            <a:off x="2011679" y="6214333"/>
            <a:ext cx="22711167" cy="427073"/>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D403144-E7CE-DC49-A776-AD05489D2C8A}"/>
              </a:ext>
            </a:extLst>
          </p:cNvPr>
          <p:cNvSpPr txBox="1"/>
          <p:nvPr/>
        </p:nvSpPr>
        <p:spPr>
          <a:xfrm>
            <a:off x="23894266" y="5194129"/>
            <a:ext cx="4132228" cy="1569660"/>
          </a:xfrm>
          <a:prstGeom prst="rect">
            <a:avLst/>
          </a:prstGeom>
          <a:noFill/>
        </p:spPr>
        <p:txBody>
          <a:bodyPr wrap="square">
            <a:spAutoFit/>
          </a:bodyPr>
          <a:lstStyle/>
          <a:p>
            <a:pPr algn="ctr"/>
            <a:r>
              <a:rPr lang="en-US" sz="4800" b="1" dirty="0">
                <a:solidFill>
                  <a:schemeClr val="accent6"/>
                </a:solidFill>
              </a:rPr>
              <a:t>Corpus</a:t>
            </a:r>
          </a:p>
          <a:p>
            <a:pPr algn="ctr"/>
            <a:r>
              <a:rPr lang="en-US" sz="4800" b="1" dirty="0">
                <a:solidFill>
                  <a:schemeClr val="accent6"/>
                </a:solidFill>
              </a:rPr>
              <a:t>Size</a:t>
            </a:r>
            <a:endParaRPr lang="en-US" dirty="0"/>
          </a:p>
        </p:txBody>
      </p:sp>
      <p:sp>
        <p:nvSpPr>
          <p:cNvPr id="48" name="TextBox 47">
            <a:extLst>
              <a:ext uri="{FF2B5EF4-FFF2-40B4-BE49-F238E27FC236}">
                <a16:creationId xmlns:a16="http://schemas.microsoft.com/office/drawing/2014/main" id="{F386B085-ADB2-AA4B-4789-F313B354BC23}"/>
              </a:ext>
            </a:extLst>
          </p:cNvPr>
          <p:cNvSpPr txBox="1"/>
          <p:nvPr/>
        </p:nvSpPr>
        <p:spPr>
          <a:xfrm>
            <a:off x="2940283" y="5421372"/>
            <a:ext cx="5910910" cy="830997"/>
          </a:xfrm>
          <a:prstGeom prst="rect">
            <a:avLst/>
          </a:prstGeom>
          <a:noFill/>
        </p:spPr>
        <p:txBody>
          <a:bodyPr wrap="square">
            <a:spAutoFit/>
          </a:bodyPr>
          <a:lstStyle/>
          <a:p>
            <a:r>
              <a:rPr lang="en-US" sz="4800" i="1" dirty="0"/>
              <a:t>Common Knowledge</a:t>
            </a:r>
            <a:endParaRPr lang="en-US" i="1" dirty="0"/>
          </a:p>
        </p:txBody>
      </p:sp>
      <p:sp>
        <p:nvSpPr>
          <p:cNvPr id="50" name="TextBox 49">
            <a:extLst>
              <a:ext uri="{FF2B5EF4-FFF2-40B4-BE49-F238E27FC236}">
                <a16:creationId xmlns:a16="http://schemas.microsoft.com/office/drawing/2014/main" id="{BB485225-8151-1A31-04D0-2EEE0CDC73BF}"/>
              </a:ext>
            </a:extLst>
          </p:cNvPr>
          <p:cNvSpPr txBox="1"/>
          <p:nvPr/>
        </p:nvSpPr>
        <p:spPr>
          <a:xfrm>
            <a:off x="12701207" y="5504027"/>
            <a:ext cx="3439593" cy="830997"/>
          </a:xfrm>
          <a:prstGeom prst="rect">
            <a:avLst/>
          </a:prstGeom>
          <a:noFill/>
        </p:spPr>
        <p:txBody>
          <a:bodyPr wrap="square">
            <a:spAutoFit/>
          </a:bodyPr>
          <a:lstStyle/>
          <a:p>
            <a:r>
              <a:rPr lang="en-US" sz="4800" i="1" dirty="0"/>
              <a:t>Niche Topics</a:t>
            </a:r>
            <a:endParaRPr lang="en-US" i="1" dirty="0"/>
          </a:p>
        </p:txBody>
      </p:sp>
      <p:sp>
        <p:nvSpPr>
          <p:cNvPr id="54" name="TextBox 53">
            <a:extLst>
              <a:ext uri="{FF2B5EF4-FFF2-40B4-BE49-F238E27FC236}">
                <a16:creationId xmlns:a16="http://schemas.microsoft.com/office/drawing/2014/main" id="{DDFFB10D-753B-B09D-1ECE-6EE5276B6E33}"/>
              </a:ext>
            </a:extLst>
          </p:cNvPr>
          <p:cNvSpPr txBox="1"/>
          <p:nvPr/>
        </p:nvSpPr>
        <p:spPr>
          <a:xfrm>
            <a:off x="20049470" y="5464551"/>
            <a:ext cx="4993291" cy="830997"/>
          </a:xfrm>
          <a:prstGeom prst="rect">
            <a:avLst/>
          </a:prstGeom>
          <a:noFill/>
        </p:spPr>
        <p:txBody>
          <a:bodyPr wrap="square">
            <a:spAutoFit/>
          </a:bodyPr>
          <a:lstStyle/>
          <a:p>
            <a:r>
              <a:rPr lang="en-US" sz="4800" i="1" dirty="0"/>
              <a:t>Obscure/Unknown</a:t>
            </a:r>
            <a:endParaRPr lang="en-US" i="1" dirty="0"/>
          </a:p>
        </p:txBody>
      </p:sp>
      <p:sp>
        <p:nvSpPr>
          <p:cNvPr id="62" name="TextBox 61">
            <a:extLst>
              <a:ext uri="{FF2B5EF4-FFF2-40B4-BE49-F238E27FC236}">
                <a16:creationId xmlns:a16="http://schemas.microsoft.com/office/drawing/2014/main" id="{69FA4A85-EF09-170F-EB4E-73BE34227DAF}"/>
              </a:ext>
            </a:extLst>
          </p:cNvPr>
          <p:cNvSpPr txBox="1"/>
          <p:nvPr/>
        </p:nvSpPr>
        <p:spPr>
          <a:xfrm>
            <a:off x="3483723" y="10136897"/>
            <a:ext cx="4134895" cy="1446550"/>
          </a:xfrm>
          <a:prstGeom prst="rect">
            <a:avLst/>
          </a:prstGeom>
          <a:noFill/>
        </p:spPr>
        <p:txBody>
          <a:bodyPr wrap="square">
            <a:spAutoFit/>
          </a:bodyPr>
          <a:lstStyle/>
          <a:p>
            <a:pPr algn="ctr"/>
            <a:r>
              <a:rPr lang="en-US" sz="4400" b="1" dirty="0"/>
              <a:t>Confidently</a:t>
            </a:r>
          </a:p>
          <a:p>
            <a:pPr algn="ctr"/>
            <a:r>
              <a:rPr lang="en-US" sz="4400" b="1" dirty="0"/>
              <a:t>Correct</a:t>
            </a:r>
            <a:endParaRPr lang="en-US" sz="1600" b="1" dirty="0"/>
          </a:p>
        </p:txBody>
      </p:sp>
      <p:sp>
        <p:nvSpPr>
          <p:cNvPr id="64" name="TextBox 63">
            <a:extLst>
              <a:ext uri="{FF2B5EF4-FFF2-40B4-BE49-F238E27FC236}">
                <a16:creationId xmlns:a16="http://schemas.microsoft.com/office/drawing/2014/main" id="{BDA51DE8-E594-9199-E7E8-2DC9FEF5A35F}"/>
              </a:ext>
            </a:extLst>
          </p:cNvPr>
          <p:cNvSpPr txBox="1"/>
          <p:nvPr/>
        </p:nvSpPr>
        <p:spPr>
          <a:xfrm>
            <a:off x="12562952" y="10137944"/>
            <a:ext cx="4134895" cy="1446550"/>
          </a:xfrm>
          <a:prstGeom prst="rect">
            <a:avLst/>
          </a:prstGeom>
          <a:noFill/>
        </p:spPr>
        <p:txBody>
          <a:bodyPr wrap="square">
            <a:spAutoFit/>
          </a:bodyPr>
          <a:lstStyle/>
          <a:p>
            <a:pPr algn="ctr"/>
            <a:r>
              <a:rPr lang="en-US" sz="4400" b="1" dirty="0"/>
              <a:t>Confidently</a:t>
            </a:r>
          </a:p>
          <a:p>
            <a:pPr algn="ctr"/>
            <a:r>
              <a:rPr lang="en-US" sz="4400" b="1" dirty="0"/>
              <a:t>Wrong</a:t>
            </a:r>
            <a:endParaRPr lang="en-US" sz="1600" b="1" dirty="0"/>
          </a:p>
        </p:txBody>
      </p:sp>
      <p:sp>
        <p:nvSpPr>
          <p:cNvPr id="66" name="TextBox 65">
            <a:extLst>
              <a:ext uri="{FF2B5EF4-FFF2-40B4-BE49-F238E27FC236}">
                <a16:creationId xmlns:a16="http://schemas.microsoft.com/office/drawing/2014/main" id="{09C3185C-9884-36BD-CF10-C6118C511AF2}"/>
              </a:ext>
            </a:extLst>
          </p:cNvPr>
          <p:cNvSpPr txBox="1"/>
          <p:nvPr/>
        </p:nvSpPr>
        <p:spPr>
          <a:xfrm>
            <a:off x="20587951" y="10105247"/>
            <a:ext cx="4134895" cy="1446550"/>
          </a:xfrm>
          <a:prstGeom prst="rect">
            <a:avLst/>
          </a:prstGeom>
          <a:noFill/>
        </p:spPr>
        <p:txBody>
          <a:bodyPr wrap="square">
            <a:spAutoFit/>
          </a:bodyPr>
          <a:lstStyle/>
          <a:p>
            <a:pPr algn="ctr"/>
            <a:r>
              <a:rPr lang="en-US" sz="4400" b="1" dirty="0"/>
              <a:t>Blissfully</a:t>
            </a:r>
            <a:br>
              <a:rPr lang="en-US" sz="4400" b="1" dirty="0"/>
            </a:br>
            <a:r>
              <a:rPr lang="en-US" sz="4400" b="1" dirty="0"/>
              <a:t>Ignorant</a:t>
            </a:r>
            <a:endParaRPr lang="en-US" sz="1600" b="1" dirty="0"/>
          </a:p>
        </p:txBody>
      </p:sp>
      <p:sp>
        <p:nvSpPr>
          <p:cNvPr id="92" name="TextBox 91">
            <a:extLst>
              <a:ext uri="{FF2B5EF4-FFF2-40B4-BE49-F238E27FC236}">
                <a16:creationId xmlns:a16="http://schemas.microsoft.com/office/drawing/2014/main" id="{C9483239-0A6A-D0E9-6280-B51067DE0DA6}"/>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94" name="TextBox 93">
            <a:extLst>
              <a:ext uri="{FF2B5EF4-FFF2-40B4-BE49-F238E27FC236}">
                <a16:creationId xmlns:a16="http://schemas.microsoft.com/office/drawing/2014/main" id="{9E639FB6-16E6-D2E5-D65D-488C0FCD9684}"/>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96" name="TextBox 95">
            <a:extLst>
              <a:ext uri="{FF2B5EF4-FFF2-40B4-BE49-F238E27FC236}">
                <a16:creationId xmlns:a16="http://schemas.microsoft.com/office/drawing/2014/main" id="{D1B09B5E-CBD4-2DB5-054B-631A16505F97}"/>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98" name="TextBox 97">
            <a:extLst>
              <a:ext uri="{FF2B5EF4-FFF2-40B4-BE49-F238E27FC236}">
                <a16:creationId xmlns:a16="http://schemas.microsoft.com/office/drawing/2014/main" id="{A16B7704-B9C9-F532-27FA-6EC3903D9934}"/>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00" name="TextBox 99">
            <a:extLst>
              <a:ext uri="{FF2B5EF4-FFF2-40B4-BE49-F238E27FC236}">
                <a16:creationId xmlns:a16="http://schemas.microsoft.com/office/drawing/2014/main" id="{7978DBEB-8933-6197-5980-6B8B10EC20D2}"/>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02" name="TextBox 101">
            <a:extLst>
              <a:ext uri="{FF2B5EF4-FFF2-40B4-BE49-F238E27FC236}">
                <a16:creationId xmlns:a16="http://schemas.microsoft.com/office/drawing/2014/main" id="{B1DAF6A2-7B17-73DE-80BA-A3B5A35AC738}"/>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104" name="Picture 103">
            <a:extLst>
              <a:ext uri="{FF2B5EF4-FFF2-40B4-BE49-F238E27FC236}">
                <a16:creationId xmlns:a16="http://schemas.microsoft.com/office/drawing/2014/main" id="{4B3A9CCF-38CC-15BE-5EEC-D83632286235}"/>
              </a:ext>
            </a:extLst>
          </p:cNvPr>
          <p:cNvPicPr>
            <a:picLocks noChangeAspect="1"/>
          </p:cNvPicPr>
          <p:nvPr/>
        </p:nvPicPr>
        <p:blipFill>
          <a:blip r:embed="rId6">
            <a:extLst>
              <a:ext uri="{BEBA8EAE-BF5A-486C-A8C5-ECC9F3942E4B}">
                <a14:imgProps xmlns:a14="http://schemas.microsoft.com/office/drawing/2010/main">
                  <a14:imgLayer r:embed="rId7">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00081" y="14448553"/>
            <a:ext cx="1044858" cy="1044858"/>
          </a:xfrm>
          <a:prstGeom prst="rect">
            <a:avLst/>
          </a:prstGeom>
        </p:spPr>
      </p:pic>
    </p:spTree>
    <p:extLst>
      <p:ext uri="{BB962C8B-B14F-4D97-AF65-F5344CB8AC3E}">
        <p14:creationId xmlns:p14="http://schemas.microsoft.com/office/powerpoint/2010/main" val="395363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1000"/>
                                        <p:tgtEl>
                                          <p:spTgt spid="48"/>
                                        </p:tgtEl>
                                      </p:cBhvr>
                                    </p:animEffect>
                                    <p:anim calcmode="lin" valueType="num">
                                      <p:cBhvr>
                                        <p:cTn id="8" dur="1000" fill="hold"/>
                                        <p:tgtEl>
                                          <p:spTgt spid="48"/>
                                        </p:tgtEl>
                                        <p:attrNameLst>
                                          <p:attrName>ppt_x</p:attrName>
                                        </p:attrNameLst>
                                      </p:cBhvr>
                                      <p:tavLst>
                                        <p:tav tm="0">
                                          <p:val>
                                            <p:strVal val="#ppt_x"/>
                                          </p:val>
                                        </p:tav>
                                        <p:tav tm="100000">
                                          <p:val>
                                            <p:strVal val="#ppt_x"/>
                                          </p:val>
                                        </p:tav>
                                      </p:tavLst>
                                    </p:anim>
                                    <p:anim calcmode="lin" valueType="num">
                                      <p:cBhvr>
                                        <p:cTn id="9" dur="1000" fill="hold"/>
                                        <p:tgtEl>
                                          <p:spTgt spid="4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1000"/>
                                        <p:tgtEl>
                                          <p:spTgt spid="40"/>
                                        </p:tgtEl>
                                      </p:cBhvr>
                                    </p:animEffect>
                                    <p:anim calcmode="lin" valueType="num">
                                      <p:cBhvr>
                                        <p:cTn id="13" dur="1000" fill="hold"/>
                                        <p:tgtEl>
                                          <p:spTgt spid="40"/>
                                        </p:tgtEl>
                                        <p:attrNameLst>
                                          <p:attrName>ppt_x</p:attrName>
                                        </p:attrNameLst>
                                      </p:cBhvr>
                                      <p:tavLst>
                                        <p:tav tm="0">
                                          <p:val>
                                            <p:strVal val="#ppt_x"/>
                                          </p:val>
                                        </p:tav>
                                        <p:tav tm="100000">
                                          <p:val>
                                            <p:strVal val="#ppt_x"/>
                                          </p:val>
                                        </p:tav>
                                      </p:tavLst>
                                    </p:anim>
                                    <p:anim calcmode="lin" valueType="num">
                                      <p:cBhvr>
                                        <p:cTn id="14" dur="1000" fill="hold"/>
                                        <p:tgtEl>
                                          <p:spTgt spid="4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1000"/>
                                        <p:tgtEl>
                                          <p:spTgt spid="50"/>
                                        </p:tgtEl>
                                      </p:cBhvr>
                                    </p:animEffect>
                                    <p:anim calcmode="lin" valueType="num">
                                      <p:cBhvr>
                                        <p:cTn id="18" dur="1000" fill="hold"/>
                                        <p:tgtEl>
                                          <p:spTgt spid="50"/>
                                        </p:tgtEl>
                                        <p:attrNameLst>
                                          <p:attrName>ppt_x</p:attrName>
                                        </p:attrNameLst>
                                      </p:cBhvr>
                                      <p:tavLst>
                                        <p:tav tm="0">
                                          <p:val>
                                            <p:strVal val="#ppt_x"/>
                                          </p:val>
                                        </p:tav>
                                        <p:tav tm="100000">
                                          <p:val>
                                            <p:strVal val="#ppt_x"/>
                                          </p:val>
                                        </p:tav>
                                      </p:tavLst>
                                    </p:anim>
                                    <p:anim calcmode="lin" valueType="num">
                                      <p:cBhvr>
                                        <p:cTn id="19" dur="1000" fill="hold"/>
                                        <p:tgtEl>
                                          <p:spTgt spid="5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1000"/>
                                        <p:tgtEl>
                                          <p:spTgt spid="54"/>
                                        </p:tgtEl>
                                      </p:cBhvr>
                                    </p:animEffect>
                                    <p:anim calcmode="lin" valueType="num">
                                      <p:cBhvr>
                                        <p:cTn id="23" dur="1000" fill="hold"/>
                                        <p:tgtEl>
                                          <p:spTgt spid="54"/>
                                        </p:tgtEl>
                                        <p:attrNameLst>
                                          <p:attrName>ppt_x</p:attrName>
                                        </p:attrNameLst>
                                      </p:cBhvr>
                                      <p:tavLst>
                                        <p:tav tm="0">
                                          <p:val>
                                            <p:strVal val="#ppt_x"/>
                                          </p:val>
                                        </p:tav>
                                        <p:tav tm="100000">
                                          <p:val>
                                            <p:strVal val="#ppt_x"/>
                                          </p:val>
                                        </p:tav>
                                      </p:tavLst>
                                    </p:anim>
                                    <p:anim calcmode="lin" valueType="num">
                                      <p:cBhvr>
                                        <p:cTn id="24" dur="1000" fill="hold"/>
                                        <p:tgtEl>
                                          <p:spTgt spid="5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fade">
                                      <p:cBhvr>
                                        <p:cTn id="27" dur="1000"/>
                                        <p:tgtEl>
                                          <p:spTgt spid="44"/>
                                        </p:tgtEl>
                                      </p:cBhvr>
                                    </p:animEffect>
                                    <p:anim calcmode="lin" valueType="num">
                                      <p:cBhvr>
                                        <p:cTn id="28" dur="1000" fill="hold"/>
                                        <p:tgtEl>
                                          <p:spTgt spid="44"/>
                                        </p:tgtEl>
                                        <p:attrNameLst>
                                          <p:attrName>ppt_x</p:attrName>
                                        </p:attrNameLst>
                                      </p:cBhvr>
                                      <p:tavLst>
                                        <p:tav tm="0">
                                          <p:val>
                                            <p:strVal val="#ppt_x"/>
                                          </p:val>
                                        </p:tav>
                                        <p:tav tm="100000">
                                          <p:val>
                                            <p:strVal val="#ppt_x"/>
                                          </p:val>
                                        </p:tav>
                                      </p:tavLst>
                                    </p:anim>
                                    <p:anim calcmode="lin" valueType="num">
                                      <p:cBhvr>
                                        <p:cTn id="2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p:cTn id="41" dur="500" fill="hold"/>
                                        <p:tgtEl>
                                          <p:spTgt spid="21"/>
                                        </p:tgtEl>
                                        <p:attrNameLst>
                                          <p:attrName>ppt_w</p:attrName>
                                        </p:attrNameLst>
                                      </p:cBhvr>
                                      <p:tavLst>
                                        <p:tav tm="0">
                                          <p:val>
                                            <p:fltVal val="0"/>
                                          </p:val>
                                        </p:tav>
                                        <p:tav tm="100000">
                                          <p:val>
                                            <p:strVal val="#ppt_w"/>
                                          </p:val>
                                        </p:tav>
                                      </p:tavLst>
                                    </p:anim>
                                    <p:anim calcmode="lin" valueType="num">
                                      <p:cBhvr>
                                        <p:cTn id="42" dur="500" fill="hold"/>
                                        <p:tgtEl>
                                          <p:spTgt spid="21"/>
                                        </p:tgtEl>
                                        <p:attrNameLst>
                                          <p:attrName>ppt_h</p:attrName>
                                        </p:attrNameLst>
                                      </p:cBhvr>
                                      <p:tavLst>
                                        <p:tav tm="0">
                                          <p:val>
                                            <p:fltVal val="0"/>
                                          </p:val>
                                        </p:tav>
                                        <p:tav tm="100000">
                                          <p:val>
                                            <p:strVal val="#ppt_h"/>
                                          </p:val>
                                        </p:tav>
                                      </p:tavLst>
                                    </p:anim>
                                    <p:animEffect transition="in" filter="fade">
                                      <p:cBhvr>
                                        <p:cTn id="43" dur="500"/>
                                        <p:tgtEl>
                                          <p:spTgt spid="21"/>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nodeType="click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p:cTn id="48" dur="500" fill="hold"/>
                                        <p:tgtEl>
                                          <p:spTgt spid="12"/>
                                        </p:tgtEl>
                                        <p:attrNameLst>
                                          <p:attrName>ppt_w</p:attrName>
                                        </p:attrNameLst>
                                      </p:cBhvr>
                                      <p:tavLst>
                                        <p:tav tm="0">
                                          <p:val>
                                            <p:fltVal val="0"/>
                                          </p:val>
                                        </p:tav>
                                        <p:tav tm="100000">
                                          <p:val>
                                            <p:strVal val="#ppt_w"/>
                                          </p:val>
                                        </p:tav>
                                      </p:tavLst>
                                    </p:anim>
                                    <p:anim calcmode="lin" valueType="num">
                                      <p:cBhvr>
                                        <p:cTn id="49" dur="500" fill="hold"/>
                                        <p:tgtEl>
                                          <p:spTgt spid="12"/>
                                        </p:tgtEl>
                                        <p:attrNameLst>
                                          <p:attrName>ppt_h</p:attrName>
                                        </p:attrNameLst>
                                      </p:cBhvr>
                                      <p:tavLst>
                                        <p:tav tm="0">
                                          <p:val>
                                            <p:fltVal val="0"/>
                                          </p:val>
                                        </p:tav>
                                        <p:tav tm="100000">
                                          <p:val>
                                            <p:strVal val="#ppt_h"/>
                                          </p:val>
                                        </p:tav>
                                      </p:tavLst>
                                    </p:anim>
                                    <p:animEffect transition="in" filter="fade">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62"/>
                                        </p:tgtEl>
                                        <p:attrNameLst>
                                          <p:attrName>style.visibility</p:attrName>
                                        </p:attrNameLst>
                                      </p:cBhvr>
                                      <p:to>
                                        <p:strVal val="visible"/>
                                      </p:to>
                                    </p:set>
                                    <p:animEffect transition="in" filter="fade">
                                      <p:cBhvr>
                                        <p:cTn id="55" dur="1000"/>
                                        <p:tgtEl>
                                          <p:spTgt spid="62"/>
                                        </p:tgtEl>
                                      </p:cBhvr>
                                    </p:animEffect>
                                    <p:anim calcmode="lin" valueType="num">
                                      <p:cBhvr>
                                        <p:cTn id="56" dur="1000" fill="hold"/>
                                        <p:tgtEl>
                                          <p:spTgt spid="62"/>
                                        </p:tgtEl>
                                        <p:attrNameLst>
                                          <p:attrName>ppt_x</p:attrName>
                                        </p:attrNameLst>
                                      </p:cBhvr>
                                      <p:tavLst>
                                        <p:tav tm="0">
                                          <p:val>
                                            <p:strVal val="#ppt_x"/>
                                          </p:val>
                                        </p:tav>
                                        <p:tav tm="100000">
                                          <p:val>
                                            <p:strVal val="#ppt_x"/>
                                          </p:val>
                                        </p:tav>
                                      </p:tavLst>
                                    </p:anim>
                                    <p:anim calcmode="lin" valueType="num">
                                      <p:cBhvr>
                                        <p:cTn id="57" dur="1000" fill="hold"/>
                                        <p:tgtEl>
                                          <p:spTgt spid="62"/>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fade">
                                      <p:cBhvr>
                                        <p:cTn id="60" dur="1000"/>
                                        <p:tgtEl>
                                          <p:spTgt spid="64"/>
                                        </p:tgtEl>
                                      </p:cBhvr>
                                    </p:animEffect>
                                    <p:anim calcmode="lin" valueType="num">
                                      <p:cBhvr>
                                        <p:cTn id="61" dur="1000" fill="hold"/>
                                        <p:tgtEl>
                                          <p:spTgt spid="64"/>
                                        </p:tgtEl>
                                        <p:attrNameLst>
                                          <p:attrName>ppt_x</p:attrName>
                                        </p:attrNameLst>
                                      </p:cBhvr>
                                      <p:tavLst>
                                        <p:tav tm="0">
                                          <p:val>
                                            <p:strVal val="#ppt_x"/>
                                          </p:val>
                                        </p:tav>
                                        <p:tav tm="100000">
                                          <p:val>
                                            <p:strVal val="#ppt_x"/>
                                          </p:val>
                                        </p:tav>
                                      </p:tavLst>
                                    </p:anim>
                                    <p:anim calcmode="lin" valueType="num">
                                      <p:cBhvr>
                                        <p:cTn id="62" dur="1000" fill="hold"/>
                                        <p:tgtEl>
                                          <p:spTgt spid="64"/>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animEffect transition="in" filter="fade">
                                      <p:cBhvr>
                                        <p:cTn id="65" dur="1000"/>
                                        <p:tgtEl>
                                          <p:spTgt spid="66"/>
                                        </p:tgtEl>
                                      </p:cBhvr>
                                    </p:animEffect>
                                    <p:anim calcmode="lin" valueType="num">
                                      <p:cBhvr>
                                        <p:cTn id="66" dur="1000" fill="hold"/>
                                        <p:tgtEl>
                                          <p:spTgt spid="66"/>
                                        </p:tgtEl>
                                        <p:attrNameLst>
                                          <p:attrName>ppt_x</p:attrName>
                                        </p:attrNameLst>
                                      </p:cBhvr>
                                      <p:tavLst>
                                        <p:tav tm="0">
                                          <p:val>
                                            <p:strVal val="#ppt_x"/>
                                          </p:val>
                                        </p:tav>
                                        <p:tav tm="100000">
                                          <p:val>
                                            <p:strVal val="#ppt_x"/>
                                          </p:val>
                                        </p:tav>
                                      </p:tavLst>
                                    </p:anim>
                                    <p:anim calcmode="lin" valueType="num">
                                      <p:cBhvr>
                                        <p:cTn id="67" dur="1000" fill="hold"/>
                                        <p:tgtEl>
                                          <p:spTgt spid="66"/>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1000"/>
                                        <p:tgtEl>
                                          <p:spTgt spid="28"/>
                                        </p:tgtEl>
                                      </p:cBhvr>
                                    </p:animEffect>
                                    <p:anim calcmode="lin" valueType="num">
                                      <p:cBhvr>
                                        <p:cTn id="71" dur="1000" fill="hold"/>
                                        <p:tgtEl>
                                          <p:spTgt spid="28"/>
                                        </p:tgtEl>
                                        <p:attrNameLst>
                                          <p:attrName>ppt_x</p:attrName>
                                        </p:attrNameLst>
                                      </p:cBhvr>
                                      <p:tavLst>
                                        <p:tav tm="0">
                                          <p:val>
                                            <p:strVal val="#ppt_x"/>
                                          </p:val>
                                        </p:tav>
                                        <p:tav tm="100000">
                                          <p:val>
                                            <p:strVal val="#ppt_x"/>
                                          </p:val>
                                        </p:tav>
                                      </p:tavLst>
                                    </p:anim>
                                    <p:anim calcmode="lin" valueType="num">
                                      <p:cBhvr>
                                        <p:cTn id="72" dur="1000" fill="hold"/>
                                        <p:tgtEl>
                                          <p:spTgt spid="28"/>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1000"/>
                                        <p:tgtEl>
                                          <p:spTgt spid="32"/>
                                        </p:tgtEl>
                                      </p:cBhvr>
                                    </p:animEffect>
                                    <p:anim calcmode="lin" valueType="num">
                                      <p:cBhvr>
                                        <p:cTn id="76" dur="1000" fill="hold"/>
                                        <p:tgtEl>
                                          <p:spTgt spid="32"/>
                                        </p:tgtEl>
                                        <p:attrNameLst>
                                          <p:attrName>ppt_x</p:attrName>
                                        </p:attrNameLst>
                                      </p:cBhvr>
                                      <p:tavLst>
                                        <p:tav tm="0">
                                          <p:val>
                                            <p:strVal val="#ppt_x"/>
                                          </p:val>
                                        </p:tav>
                                        <p:tav tm="100000">
                                          <p:val>
                                            <p:strVal val="#ppt_x"/>
                                          </p:val>
                                        </p:tav>
                                      </p:tavLst>
                                    </p:anim>
                                    <p:anim calcmode="lin" valueType="num">
                                      <p:cBhvr>
                                        <p:cTn id="77"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2" grpId="0"/>
      <p:bldP spid="40" grpId="0" animBg="1"/>
      <p:bldP spid="44" grpId="0"/>
      <p:bldP spid="48" grpId="0"/>
      <p:bldP spid="50" grpId="0"/>
      <p:bldP spid="54" grpId="0"/>
      <p:bldP spid="62" grpId="0"/>
      <p:bldP spid="64" grpId="0"/>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07626-097C-C094-BD8E-3A77AC11E50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5401AA5-5FEA-52E7-6466-58D3C68CB573}"/>
              </a:ext>
            </a:extLst>
          </p:cNvPr>
          <p:cNvSpPr>
            <a:spLocks noGrp="1"/>
          </p:cNvSpPr>
          <p:nvPr>
            <p:ph type="title"/>
          </p:nvPr>
        </p:nvSpPr>
        <p:spPr>
          <a:xfrm>
            <a:off x="2011680" y="1779764"/>
            <a:ext cx="25656294" cy="2277888"/>
          </a:xfrm>
        </p:spPr>
        <p:txBody>
          <a:bodyPr>
            <a:normAutofit/>
          </a:bodyPr>
          <a:lstStyle/>
          <a:p>
            <a:r>
              <a:rPr lang="en-US" dirty="0"/>
              <a:t>More Terminology</a:t>
            </a:r>
          </a:p>
        </p:txBody>
      </p:sp>
      <p:sp>
        <p:nvSpPr>
          <p:cNvPr id="4" name="Footer Placeholder 3">
            <a:extLst>
              <a:ext uri="{FF2B5EF4-FFF2-40B4-BE49-F238E27FC236}">
                <a16:creationId xmlns:a16="http://schemas.microsoft.com/office/drawing/2014/main" id="{33C9F687-5EB7-2E29-5C2F-7C18A6F1246A}"/>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B37E2F4A-C040-8352-6A6D-984AC750E8FC}"/>
              </a:ext>
            </a:extLst>
          </p:cNvPr>
          <p:cNvSpPr>
            <a:spLocks noGrp="1"/>
          </p:cNvSpPr>
          <p:nvPr>
            <p:ph type="sldNum" sz="quarter" idx="12"/>
          </p:nvPr>
        </p:nvSpPr>
        <p:spPr/>
        <p:txBody>
          <a:bodyPr/>
          <a:lstStyle/>
          <a:p>
            <a:fld id="{455CB61F-784F-47BE-8E88-4D7DF3343F95}" type="slidenum">
              <a:rPr lang="en-US" smtClean="0"/>
              <a:pPr/>
              <a:t>5</a:t>
            </a:fld>
            <a:endParaRPr lang="en-US" dirty="0"/>
          </a:p>
        </p:txBody>
      </p:sp>
      <p:grpSp>
        <p:nvGrpSpPr>
          <p:cNvPr id="44" name="Group 43">
            <a:extLst>
              <a:ext uri="{FF2B5EF4-FFF2-40B4-BE49-F238E27FC236}">
                <a16:creationId xmlns:a16="http://schemas.microsoft.com/office/drawing/2014/main" id="{77D386F1-3844-EABB-5170-CDF493406E22}"/>
              </a:ext>
            </a:extLst>
          </p:cNvPr>
          <p:cNvGrpSpPr/>
          <p:nvPr/>
        </p:nvGrpSpPr>
        <p:grpSpPr>
          <a:xfrm>
            <a:off x="890802" y="4494373"/>
            <a:ext cx="1120878" cy="1120878"/>
            <a:chOff x="2035278" y="5207590"/>
            <a:chExt cx="1120878" cy="1120878"/>
          </a:xfrm>
        </p:grpSpPr>
        <p:sp>
          <p:nvSpPr>
            <p:cNvPr id="41" name="Oval 40">
              <a:extLst>
                <a:ext uri="{FF2B5EF4-FFF2-40B4-BE49-F238E27FC236}">
                  <a16:creationId xmlns:a16="http://schemas.microsoft.com/office/drawing/2014/main" id="{F15DECD2-15DB-C6D5-068A-2E2309A9BD46}"/>
                </a:ext>
              </a:extLst>
            </p:cNvPr>
            <p:cNvSpPr/>
            <p:nvPr/>
          </p:nvSpPr>
          <p:spPr>
            <a:xfrm>
              <a:off x="2035278" y="5207590"/>
              <a:ext cx="1120878" cy="1120878"/>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5E3BB867-AB96-E117-91D0-988993B025D6}"/>
                </a:ext>
              </a:extLst>
            </p:cNvPr>
            <p:cNvPicPr>
              <a:picLocks noChangeAspect="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2207721" y="5436574"/>
              <a:ext cx="703119" cy="665019"/>
            </a:xfrm>
            <a:prstGeom prst="rect">
              <a:avLst/>
            </a:prstGeom>
          </p:spPr>
        </p:pic>
      </p:grpSp>
      <p:sp>
        <p:nvSpPr>
          <p:cNvPr id="46" name="TextBox 45">
            <a:extLst>
              <a:ext uri="{FF2B5EF4-FFF2-40B4-BE49-F238E27FC236}">
                <a16:creationId xmlns:a16="http://schemas.microsoft.com/office/drawing/2014/main" id="{0701F491-FD1D-6108-C891-553D5226EFBE}"/>
              </a:ext>
            </a:extLst>
          </p:cNvPr>
          <p:cNvSpPr txBox="1"/>
          <p:nvPr/>
        </p:nvSpPr>
        <p:spPr>
          <a:xfrm>
            <a:off x="1766364" y="4642868"/>
            <a:ext cx="25656294" cy="1754326"/>
          </a:xfrm>
          <a:prstGeom prst="rect">
            <a:avLst/>
          </a:prstGeom>
          <a:noFill/>
        </p:spPr>
        <p:txBody>
          <a:bodyPr wrap="square">
            <a:spAutoFit/>
          </a:bodyPr>
          <a:lstStyle/>
          <a:p>
            <a:pPr marL="1143000" lvl="1" indent="-685800" algn="just">
              <a:lnSpc>
                <a:spcPct val="100000"/>
              </a:lnSpc>
              <a:buFont typeface="Wingdings" panose="05000000000000000000" pitchFamily="2" charset="2"/>
              <a:buChar char="q"/>
            </a:pPr>
            <a:r>
              <a:rPr lang="en-US" sz="4000" b="1" dirty="0">
                <a:solidFill>
                  <a:schemeClr val="accent6"/>
                </a:solidFill>
              </a:rPr>
              <a:t>Training</a:t>
            </a:r>
            <a:r>
              <a:rPr lang="en-US" sz="4000" b="1" baseline="30000" dirty="0"/>
              <a:t>(Empirical Risk Minimization-ERM)</a:t>
            </a:r>
            <a:r>
              <a:rPr lang="en-US" sz="4000" dirty="0"/>
              <a:t>: The computational phase where parameters are iteratively updated via backpropagation and Stochastic Gradient Descent (SGD) to minimize an empirical loss function.</a:t>
            </a:r>
            <a:br>
              <a:rPr lang="en-US" sz="4400" dirty="0"/>
            </a:br>
            <a:r>
              <a:rPr lang="en-US" sz="2800" dirty="0">
                <a:solidFill>
                  <a:schemeClr val="accent4"/>
                </a:solidFill>
              </a:rPr>
              <a:t>(</a:t>
            </a:r>
            <a:r>
              <a:rPr lang="en-US" sz="2800" i="1" dirty="0">
                <a:solidFill>
                  <a:schemeClr val="accent4"/>
                </a:solidFill>
              </a:rPr>
              <a:t>Hint: Deep Learning → Gradient Based Optimization).</a:t>
            </a:r>
            <a:endParaRPr lang="en-US" sz="4400" i="1" dirty="0">
              <a:solidFill>
                <a:schemeClr val="accent4"/>
              </a:solidFill>
            </a:endParaRPr>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F7E44775-55D1-FC1E-5E21-13D19824DA8B}"/>
                  </a:ext>
                </a:extLst>
              </p:cNvPr>
              <p:cNvSpPr txBox="1"/>
              <p:nvPr/>
            </p:nvSpPr>
            <p:spPr>
              <a:xfrm>
                <a:off x="2011680" y="11926390"/>
                <a:ext cx="25859849" cy="1416991"/>
              </a:xfrm>
              <a:prstGeom prst="rect">
                <a:avLst/>
              </a:prstGeom>
              <a:noFill/>
            </p:spPr>
            <p:txBody>
              <a:bodyPr wrap="square">
                <a:spAutoFit/>
              </a:bodyPr>
              <a:lstStyle/>
              <a:p>
                <a:pPr marL="1143000" lvl="1" indent="-685800" algn="just">
                  <a:lnSpc>
                    <a:spcPct val="100000"/>
                  </a:lnSpc>
                  <a:buFont typeface="Wingdings" panose="05000000000000000000" pitchFamily="2" charset="2"/>
                  <a:buChar char="q"/>
                </a:pPr>
                <a:r>
                  <a:rPr lang="en-US" sz="4000" b="1" dirty="0">
                    <a:solidFill>
                      <a:schemeClr val="accent6"/>
                    </a:solidFill>
                  </a:rPr>
                  <a:t>Inference</a:t>
                </a:r>
                <a:r>
                  <a:rPr lang="en-US" sz="4000" dirty="0"/>
                  <a:t> </a:t>
                </a:r>
                <a:r>
                  <a:rPr lang="en-US" sz="4000" b="1" baseline="30000" dirty="0"/>
                  <a:t>(Autoregressive Decoding) </a:t>
                </a:r>
                <a:r>
                  <a:rPr lang="en-US" sz="4000" dirty="0"/>
                  <a:t>: The model execution phase where an input token sequence, </a:t>
                </a:r>
                <a14:m>
                  <m:oMath xmlns:m="http://schemas.openxmlformats.org/officeDocument/2006/math">
                    <m:sSub>
                      <m:sSubPr>
                        <m:ctrlPr>
                          <a:rPr lang="en-US" sz="4000" b="1">
                            <a:latin typeface="Cambria Math" panose="02040503050406030204" pitchFamily="18" charset="0"/>
                          </a:rPr>
                        </m:ctrlPr>
                      </m:sSubPr>
                      <m:e>
                        <m:r>
                          <a:rPr lang="en-US" sz="4000" b="1">
                            <a:latin typeface="Cambria Math" panose="02040503050406030204" pitchFamily="18" charset="0"/>
                          </a:rPr>
                          <m:t>𝐱</m:t>
                        </m:r>
                      </m:e>
                      <m:sub>
                        <m:d>
                          <m:dPr>
                            <m:begChr m:val="{"/>
                            <m:endChr m:val="}"/>
                            <m:ctrlPr>
                              <a:rPr lang="en-US" sz="4000" i="1">
                                <a:latin typeface="Cambria Math" panose="02040503050406030204" pitchFamily="18" charset="0"/>
                              </a:rPr>
                            </m:ctrlPr>
                          </m:dPr>
                          <m:e>
                            <m:r>
                              <a:rPr lang="en-US" sz="4000" i="1">
                                <a:latin typeface="Cambria Math" panose="02040503050406030204" pitchFamily="18" charset="0"/>
                              </a:rPr>
                              <m:t>1:</m:t>
                            </m:r>
                            <m:r>
                              <a:rPr lang="en-US" sz="4000" i="1">
                                <a:latin typeface="Cambria Math" panose="02040503050406030204" pitchFamily="18" charset="0"/>
                              </a:rPr>
                              <m:t>𝑘</m:t>
                            </m:r>
                          </m:e>
                        </m:d>
                      </m:sub>
                    </m:sSub>
                    <m:r>
                      <a:rPr lang="en-US" sz="4000">
                        <a:latin typeface="Cambria Math" panose="02040503050406030204" pitchFamily="18" charset="0"/>
                      </a:rPr>
                      <m:t>,</m:t>
                    </m:r>
                  </m:oMath>
                </a14:m>
                <a:r>
                  <a:rPr lang="en-US" sz="4000" dirty="0"/>
                  <a:t> is evaluated across the static weights (parameters) to evaluate </a:t>
                </a:r>
                <a14:m>
                  <m:oMath xmlns:m="http://schemas.openxmlformats.org/officeDocument/2006/math">
                    <m:r>
                      <a:rPr lang="en-US" sz="4000" i="1">
                        <a:latin typeface="Cambria Math" panose="02040503050406030204" pitchFamily="18" charset="0"/>
                      </a:rPr>
                      <m:t>𝑃</m:t>
                    </m:r>
                    <m:r>
                      <a:rPr lang="en-US" sz="4000" i="1">
                        <a:latin typeface="Cambria Math" panose="02040503050406030204" pitchFamily="18" charset="0"/>
                      </a:rPr>
                      <m:t>(</m:t>
                    </m:r>
                    <m:sSub>
                      <m:sSubPr>
                        <m:ctrlPr>
                          <a:rPr lang="en-US" sz="4000" b="1">
                            <a:latin typeface="Cambria Math" panose="02040503050406030204" pitchFamily="18" charset="0"/>
                          </a:rPr>
                        </m:ctrlPr>
                      </m:sSubPr>
                      <m:e>
                        <m:r>
                          <a:rPr lang="en-US" sz="4000" b="1">
                            <a:latin typeface="Cambria Math" panose="02040503050406030204" pitchFamily="18" charset="0"/>
                          </a:rPr>
                          <m:t>𝐱</m:t>
                        </m:r>
                      </m:e>
                      <m:sub>
                        <m:d>
                          <m:dPr>
                            <m:begChr m:val="{"/>
                            <m:endChr m:val="}"/>
                            <m:ctrlPr>
                              <a:rPr lang="en-US" sz="4000" i="1">
                                <a:latin typeface="Cambria Math" panose="02040503050406030204" pitchFamily="18" charset="0"/>
                              </a:rPr>
                            </m:ctrlPr>
                          </m:dPr>
                          <m:e>
                            <m:r>
                              <a:rPr lang="en-US" sz="4000" i="1">
                                <a:latin typeface="Cambria Math" panose="02040503050406030204" pitchFamily="18" charset="0"/>
                              </a:rPr>
                              <m:t>𝑘</m:t>
                            </m:r>
                            <m:r>
                              <a:rPr lang="en-US" sz="4000" i="1">
                                <a:latin typeface="Cambria Math" panose="02040503050406030204" pitchFamily="18" charset="0"/>
                              </a:rPr>
                              <m:t>+1:</m:t>
                            </m:r>
                            <m:r>
                              <a:rPr lang="en-US" sz="4000" i="1">
                                <a:latin typeface="Cambria Math" panose="02040503050406030204" pitchFamily="18" charset="0"/>
                              </a:rPr>
                              <m:t>𝑗</m:t>
                            </m:r>
                          </m:e>
                        </m:d>
                      </m:sub>
                    </m:sSub>
                    <m:r>
                      <a:rPr lang="en-US" sz="4000" b="1" i="1">
                        <a:latin typeface="Cambria Math" panose="02040503050406030204" pitchFamily="18" charset="0"/>
                      </a:rPr>
                      <m:t>|</m:t>
                    </m:r>
                    <m:sSub>
                      <m:sSubPr>
                        <m:ctrlPr>
                          <a:rPr lang="en-US" sz="4000" b="1">
                            <a:latin typeface="Cambria Math" panose="02040503050406030204" pitchFamily="18" charset="0"/>
                          </a:rPr>
                        </m:ctrlPr>
                      </m:sSubPr>
                      <m:e>
                        <m:r>
                          <a:rPr lang="en-US" sz="4000" b="1">
                            <a:latin typeface="Cambria Math" panose="02040503050406030204" pitchFamily="18" charset="0"/>
                          </a:rPr>
                          <m:t>𝐱</m:t>
                        </m:r>
                      </m:e>
                      <m:sub>
                        <m:d>
                          <m:dPr>
                            <m:begChr m:val="{"/>
                            <m:endChr m:val="}"/>
                            <m:ctrlPr>
                              <a:rPr lang="en-US" sz="4000" i="1">
                                <a:latin typeface="Cambria Math" panose="02040503050406030204" pitchFamily="18" charset="0"/>
                              </a:rPr>
                            </m:ctrlPr>
                          </m:dPr>
                          <m:e>
                            <m:r>
                              <a:rPr lang="en-US" sz="4000" i="1">
                                <a:latin typeface="Cambria Math" panose="02040503050406030204" pitchFamily="18" charset="0"/>
                              </a:rPr>
                              <m:t>1:</m:t>
                            </m:r>
                            <m:r>
                              <a:rPr lang="en-US" sz="4000" i="1">
                                <a:latin typeface="Cambria Math" panose="02040503050406030204" pitchFamily="18" charset="0"/>
                              </a:rPr>
                              <m:t>𝑘</m:t>
                            </m:r>
                          </m:e>
                        </m:d>
                      </m:sub>
                    </m:sSub>
                    <m:r>
                      <a:rPr lang="en-US" sz="4000" b="1">
                        <a:latin typeface="Cambria Math" panose="02040503050406030204" pitchFamily="18" charset="0"/>
                      </a:rPr>
                      <m:t>)</m:t>
                    </m:r>
                  </m:oMath>
                </a14:m>
                <a:r>
                  <a:rPr lang="en-US" sz="4000" dirty="0"/>
                  <a:t>, generating sequential output tokens. </a:t>
                </a:r>
                <a:r>
                  <a:rPr lang="en-US" sz="2800" dirty="0">
                    <a:solidFill>
                      <a:schemeClr val="accent4"/>
                    </a:solidFill>
                  </a:rPr>
                  <a:t>(</a:t>
                </a:r>
                <a:r>
                  <a:rPr lang="en-US" sz="2800" i="1" dirty="0">
                    <a:solidFill>
                      <a:schemeClr val="accent4"/>
                    </a:solidFill>
                  </a:rPr>
                  <a:t>Hint: Word by word prediction.</a:t>
                </a:r>
                <a14:m>
                  <m:oMath xmlns:m="http://schemas.openxmlformats.org/officeDocument/2006/math">
                    <m:r>
                      <a:rPr lang="en-US" sz="2800" i="1">
                        <a:solidFill>
                          <a:schemeClr val="accent4"/>
                        </a:solidFill>
                        <a:latin typeface="Cambria Math" panose="02040503050406030204" pitchFamily="18" charset="0"/>
                      </a:rPr>
                      <m:t>)</m:t>
                    </m:r>
                  </m:oMath>
                </a14:m>
                <a:endParaRPr lang="en-US" sz="2800" i="1" dirty="0">
                  <a:solidFill>
                    <a:schemeClr val="accent4"/>
                  </a:solidFill>
                </a:endParaRPr>
              </a:p>
            </p:txBody>
          </p:sp>
        </mc:Choice>
        <mc:Fallback xmlns="">
          <p:sp>
            <p:nvSpPr>
              <p:cNvPr id="51" name="TextBox 50">
                <a:extLst>
                  <a:ext uri="{FF2B5EF4-FFF2-40B4-BE49-F238E27FC236}">
                    <a16:creationId xmlns:a16="http://schemas.microsoft.com/office/drawing/2014/main" id="{F7E44775-55D1-FC1E-5E21-13D19824DA8B}"/>
                  </a:ext>
                </a:extLst>
              </p:cNvPr>
              <p:cNvSpPr txBox="1">
                <a:spLocks noRot="1" noChangeAspect="1" noMove="1" noResize="1" noEditPoints="1" noAdjustHandles="1" noChangeArrowheads="1" noChangeShapeType="1" noTextEdit="1"/>
              </p:cNvSpPr>
              <p:nvPr/>
            </p:nvSpPr>
            <p:spPr>
              <a:xfrm>
                <a:off x="2011680" y="11926390"/>
                <a:ext cx="25859849" cy="1416991"/>
              </a:xfrm>
              <a:prstGeom prst="rect">
                <a:avLst/>
              </a:prstGeom>
              <a:blipFill>
                <a:blip r:embed="rId4"/>
                <a:stretch>
                  <a:fillRect t="-7725" r="-825" b="-13734"/>
                </a:stretch>
              </a:blipFill>
            </p:spPr>
            <p:txBody>
              <a:bodyPr/>
              <a:lstStyle/>
              <a:p>
                <a:r>
                  <a:rPr lang="en-US">
                    <a:noFill/>
                  </a:rPr>
                  <a:t> </a:t>
                </a:r>
              </a:p>
            </p:txBody>
          </p:sp>
        </mc:Fallback>
      </mc:AlternateContent>
      <p:grpSp>
        <p:nvGrpSpPr>
          <p:cNvPr id="61" name="Group 60">
            <a:extLst>
              <a:ext uri="{FF2B5EF4-FFF2-40B4-BE49-F238E27FC236}">
                <a16:creationId xmlns:a16="http://schemas.microsoft.com/office/drawing/2014/main" id="{1B257CED-0795-0214-65AE-3274A8885D29}"/>
              </a:ext>
            </a:extLst>
          </p:cNvPr>
          <p:cNvGrpSpPr/>
          <p:nvPr/>
        </p:nvGrpSpPr>
        <p:grpSpPr>
          <a:xfrm>
            <a:off x="890802" y="7918010"/>
            <a:ext cx="26740736" cy="2016475"/>
            <a:chOff x="890802" y="6508511"/>
            <a:chExt cx="26740736" cy="2016475"/>
          </a:xfrm>
        </p:grpSpPr>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98468658-3C65-168E-981F-7915648FB160}"/>
                    </a:ext>
                  </a:extLst>
                </p:cNvPr>
                <p:cNvSpPr txBox="1"/>
                <p:nvPr/>
              </p:nvSpPr>
              <p:spPr>
                <a:xfrm>
                  <a:off x="1975244" y="6677108"/>
                  <a:ext cx="25656294" cy="1847878"/>
                </a:xfrm>
                <a:prstGeom prst="rect">
                  <a:avLst/>
                </a:prstGeom>
                <a:noFill/>
              </p:spPr>
              <p:txBody>
                <a:bodyPr wrap="square">
                  <a:spAutoFit/>
                </a:bodyPr>
                <a:lstStyle/>
                <a:p>
                  <a:pPr marL="1143000" lvl="1" indent="-685800" algn="just">
                    <a:lnSpc>
                      <a:spcPct val="100000"/>
                    </a:lnSpc>
                    <a:buFont typeface="Wingdings" panose="05000000000000000000" pitchFamily="2" charset="2"/>
                    <a:buChar char="q"/>
                  </a:pPr>
                  <a:r>
                    <a:rPr lang="en-US" sz="4000" b="1" dirty="0">
                      <a:solidFill>
                        <a:schemeClr val="accent6"/>
                      </a:solidFill>
                    </a:rPr>
                    <a:t>Prompt</a:t>
                  </a:r>
                  <a:r>
                    <a:rPr lang="en-US" sz="4000" b="1" baseline="30000" dirty="0"/>
                    <a:t>(Conditioning Sequence)</a:t>
                  </a:r>
                  <a:r>
                    <a:rPr lang="en-US" sz="4000" dirty="0"/>
                    <a:t>: The initial input token sequence, </a:t>
                  </a:r>
                  <a14:m>
                    <m:oMath xmlns:m="http://schemas.openxmlformats.org/officeDocument/2006/math">
                      <m:sSub>
                        <m:sSubPr>
                          <m:ctrlPr>
                            <a:rPr lang="en-US" sz="4000" b="1" i="0" smtClean="0">
                              <a:latin typeface="Cambria Math" panose="02040503050406030204" pitchFamily="18" charset="0"/>
                            </a:rPr>
                          </m:ctrlPr>
                        </m:sSubPr>
                        <m:e>
                          <m:r>
                            <a:rPr lang="en-US" sz="4000" b="1" i="0" smtClean="0">
                              <a:latin typeface="Cambria Math" panose="02040503050406030204" pitchFamily="18" charset="0"/>
                            </a:rPr>
                            <m:t>𝐱</m:t>
                          </m:r>
                        </m:e>
                        <m:sub>
                          <m:d>
                            <m:dPr>
                              <m:begChr m:val="{"/>
                              <m:endChr m:val="}"/>
                              <m:ctrlPr>
                                <a:rPr lang="en-US" sz="4000" b="0" i="1" smtClean="0">
                                  <a:latin typeface="Cambria Math" panose="02040503050406030204" pitchFamily="18" charset="0"/>
                                </a:rPr>
                              </m:ctrlPr>
                            </m:dPr>
                            <m:e>
                              <m:r>
                                <a:rPr lang="en-US" sz="4000" b="0" i="1" smtClean="0">
                                  <a:latin typeface="Cambria Math" panose="02040503050406030204" pitchFamily="18" charset="0"/>
                                </a:rPr>
                                <m:t>1:</m:t>
                              </m:r>
                              <m:r>
                                <a:rPr lang="en-US" sz="4000" b="0" i="1" smtClean="0">
                                  <a:latin typeface="Cambria Math" panose="02040503050406030204" pitchFamily="18" charset="0"/>
                                </a:rPr>
                                <m:t>𝑘</m:t>
                              </m:r>
                            </m:e>
                          </m:d>
                        </m:sub>
                      </m:sSub>
                      <m:r>
                        <a:rPr lang="en-US" sz="4000" b="0" i="0" smtClean="0">
                          <a:latin typeface="Cambria Math" panose="02040503050406030204" pitchFamily="18" charset="0"/>
                        </a:rPr>
                        <m:t>,</m:t>
                      </m:r>
                    </m:oMath>
                  </a14:m>
                  <a:r>
                    <a:rPr lang="en-US" sz="4000" dirty="0"/>
                    <a:t> passed to the model to condition its autoregressive predictive distribution, </a:t>
                  </a:r>
                  <a14:m>
                    <m:oMath xmlns:m="http://schemas.openxmlformats.org/officeDocument/2006/math">
                      <m:r>
                        <a:rPr lang="en-US" sz="4000" b="0" i="1" smtClean="0">
                          <a:latin typeface="Cambria Math" panose="02040503050406030204" pitchFamily="18" charset="0"/>
                        </a:rPr>
                        <m:t>𝑃</m:t>
                      </m:r>
                      <m:r>
                        <a:rPr lang="en-US" sz="4000" b="0" i="1" smtClean="0">
                          <a:latin typeface="Cambria Math" panose="02040503050406030204" pitchFamily="18" charset="0"/>
                        </a:rPr>
                        <m:t>(</m:t>
                      </m:r>
                      <m:sSub>
                        <m:sSubPr>
                          <m:ctrlPr>
                            <a:rPr lang="en-US" sz="4000" b="1">
                              <a:latin typeface="Cambria Math" panose="02040503050406030204" pitchFamily="18" charset="0"/>
                            </a:rPr>
                          </m:ctrlPr>
                        </m:sSubPr>
                        <m:e>
                          <m:r>
                            <a:rPr lang="en-US" sz="4000" b="1">
                              <a:latin typeface="Cambria Math" panose="02040503050406030204" pitchFamily="18" charset="0"/>
                            </a:rPr>
                            <m:t>𝐱</m:t>
                          </m:r>
                        </m:e>
                        <m:sub>
                          <m:d>
                            <m:dPr>
                              <m:begChr m:val="{"/>
                              <m:endChr m:val="}"/>
                              <m:ctrlPr>
                                <a:rPr lang="en-US" sz="4000" b="0" i="1" smtClean="0">
                                  <a:latin typeface="Cambria Math" panose="02040503050406030204" pitchFamily="18" charset="0"/>
                                </a:rPr>
                              </m:ctrlPr>
                            </m:dPr>
                            <m:e>
                              <m:r>
                                <a:rPr lang="en-US" sz="4000" b="0" i="1" smtClean="0">
                                  <a:latin typeface="Cambria Math" panose="02040503050406030204" pitchFamily="18" charset="0"/>
                                </a:rPr>
                                <m:t>𝑘</m:t>
                              </m:r>
                              <m:r>
                                <a:rPr lang="en-US" sz="4000" b="0" i="1" smtClean="0">
                                  <a:latin typeface="Cambria Math" panose="02040503050406030204" pitchFamily="18" charset="0"/>
                                </a:rPr>
                                <m:t>+1:</m:t>
                              </m:r>
                              <m:r>
                                <a:rPr lang="en-US" sz="4000" b="0" i="1" smtClean="0">
                                  <a:latin typeface="Cambria Math" panose="02040503050406030204" pitchFamily="18" charset="0"/>
                                </a:rPr>
                                <m:t>𝑗</m:t>
                              </m:r>
                            </m:e>
                          </m:d>
                        </m:sub>
                      </m:sSub>
                      <m:r>
                        <a:rPr lang="en-US" sz="4000" b="1" i="1" smtClean="0">
                          <a:latin typeface="Cambria Math" panose="02040503050406030204" pitchFamily="18" charset="0"/>
                        </a:rPr>
                        <m:t>|</m:t>
                      </m:r>
                      <m:sSub>
                        <m:sSubPr>
                          <m:ctrlPr>
                            <a:rPr lang="en-US" sz="4000" b="1">
                              <a:latin typeface="Cambria Math" panose="02040503050406030204" pitchFamily="18" charset="0"/>
                            </a:rPr>
                          </m:ctrlPr>
                        </m:sSubPr>
                        <m:e>
                          <m:r>
                            <a:rPr lang="en-US" sz="4000" b="1">
                              <a:latin typeface="Cambria Math" panose="02040503050406030204" pitchFamily="18" charset="0"/>
                            </a:rPr>
                            <m:t>𝐱</m:t>
                          </m:r>
                        </m:e>
                        <m:sub>
                          <m:d>
                            <m:dPr>
                              <m:begChr m:val="{"/>
                              <m:endChr m:val="}"/>
                              <m:ctrlPr>
                                <a:rPr lang="en-US" sz="4000" b="0" i="1" smtClean="0">
                                  <a:latin typeface="Cambria Math" panose="02040503050406030204" pitchFamily="18" charset="0"/>
                                </a:rPr>
                              </m:ctrlPr>
                            </m:dPr>
                            <m:e>
                              <m:r>
                                <a:rPr lang="en-US" sz="4000" b="0" i="1" smtClean="0">
                                  <a:latin typeface="Cambria Math" panose="02040503050406030204" pitchFamily="18" charset="0"/>
                                </a:rPr>
                                <m:t>1</m:t>
                              </m:r>
                              <m:r>
                                <a:rPr lang="en-US" sz="4000" i="1">
                                  <a:latin typeface="Cambria Math" panose="02040503050406030204" pitchFamily="18" charset="0"/>
                                </a:rPr>
                                <m:t>:</m:t>
                              </m:r>
                              <m:r>
                                <a:rPr lang="en-US" sz="4000" b="0" i="1" smtClean="0">
                                  <a:latin typeface="Cambria Math" panose="02040503050406030204" pitchFamily="18" charset="0"/>
                                </a:rPr>
                                <m:t>𝑘</m:t>
                              </m:r>
                            </m:e>
                          </m:d>
                        </m:sub>
                      </m:sSub>
                      <m:r>
                        <a:rPr lang="en-US" sz="4000" b="1" i="0" smtClean="0">
                          <a:solidFill>
                            <a:schemeClr val="tx1"/>
                          </a:solidFill>
                          <a:latin typeface="Cambria Math" panose="02040503050406030204" pitchFamily="18" charset="0"/>
                        </a:rPr>
                        <m:t>)</m:t>
                      </m:r>
                    </m:oMath>
                  </a14:m>
                  <a:r>
                    <a:rPr lang="en-US" sz="4000" dirty="0">
                      <a:solidFill>
                        <a:schemeClr val="tx1"/>
                      </a:solidFill>
                    </a:rPr>
                    <a:t>, determining the probability distribution over all possible subsequent tokens. </a:t>
                  </a:r>
                  <a:r>
                    <a:rPr lang="en-US" sz="2800" dirty="0">
                      <a:solidFill>
                        <a:schemeClr val="accent4"/>
                      </a:solidFill>
                    </a:rPr>
                    <a:t>(</a:t>
                  </a:r>
                  <a:r>
                    <a:rPr lang="en-US" sz="2800" i="1" dirty="0">
                      <a:solidFill>
                        <a:schemeClr val="accent4"/>
                      </a:solidFill>
                    </a:rPr>
                    <a:t>Hint: Session→ Conditional Distribution of Current &amp; Previous Prompts).</a:t>
                  </a:r>
                  <a:endParaRPr lang="en-US" sz="2800" dirty="0">
                    <a:solidFill>
                      <a:schemeClr val="accent4"/>
                    </a:solidFill>
                  </a:endParaRPr>
                </a:p>
              </p:txBody>
            </p:sp>
          </mc:Choice>
          <mc:Fallback xmlns="">
            <p:sp>
              <p:nvSpPr>
                <p:cNvPr id="53" name="TextBox 52">
                  <a:extLst>
                    <a:ext uri="{FF2B5EF4-FFF2-40B4-BE49-F238E27FC236}">
                      <a16:creationId xmlns:a16="http://schemas.microsoft.com/office/drawing/2014/main" id="{98468658-3C65-168E-981F-7915648FB160}"/>
                    </a:ext>
                  </a:extLst>
                </p:cNvPr>
                <p:cNvSpPr txBox="1">
                  <a:spLocks noRot="1" noChangeAspect="1" noMove="1" noResize="1" noEditPoints="1" noAdjustHandles="1" noChangeArrowheads="1" noChangeShapeType="1" noTextEdit="1"/>
                </p:cNvSpPr>
                <p:nvPr/>
              </p:nvSpPr>
              <p:spPr>
                <a:xfrm>
                  <a:off x="1975244" y="6677108"/>
                  <a:ext cx="25656294" cy="1847878"/>
                </a:xfrm>
                <a:prstGeom prst="rect">
                  <a:avLst/>
                </a:prstGeom>
                <a:blipFill>
                  <a:blip r:embed="rId5"/>
                  <a:stretch>
                    <a:fillRect t="-5941" r="-855" b="-8581"/>
                  </a:stretch>
                </a:blipFill>
              </p:spPr>
              <p:txBody>
                <a:bodyPr/>
                <a:lstStyle/>
                <a:p>
                  <a:r>
                    <a:rPr lang="en-US">
                      <a:noFill/>
                    </a:rPr>
                    <a:t> </a:t>
                  </a:r>
                </a:p>
              </p:txBody>
            </p:sp>
          </mc:Fallback>
        </mc:AlternateContent>
        <p:grpSp>
          <p:nvGrpSpPr>
            <p:cNvPr id="56" name="Group 55">
              <a:extLst>
                <a:ext uri="{FF2B5EF4-FFF2-40B4-BE49-F238E27FC236}">
                  <a16:creationId xmlns:a16="http://schemas.microsoft.com/office/drawing/2014/main" id="{AAE421FA-20B3-624D-BC3F-04509588DC3B}"/>
                </a:ext>
              </a:extLst>
            </p:cNvPr>
            <p:cNvGrpSpPr/>
            <p:nvPr/>
          </p:nvGrpSpPr>
          <p:grpSpPr>
            <a:xfrm>
              <a:off x="890802" y="6508511"/>
              <a:ext cx="1120878" cy="1120878"/>
              <a:chOff x="854365" y="6749289"/>
              <a:chExt cx="1120878" cy="1120878"/>
            </a:xfrm>
          </p:grpSpPr>
          <p:sp>
            <p:nvSpPr>
              <p:cNvPr id="48" name="Oval 47">
                <a:extLst>
                  <a:ext uri="{FF2B5EF4-FFF2-40B4-BE49-F238E27FC236}">
                    <a16:creationId xmlns:a16="http://schemas.microsoft.com/office/drawing/2014/main" id="{3B0CFC1C-6B9D-0197-D220-CD8E84A5C47C}"/>
                  </a:ext>
                </a:extLst>
              </p:cNvPr>
              <p:cNvSpPr/>
              <p:nvPr/>
            </p:nvSpPr>
            <p:spPr>
              <a:xfrm>
                <a:off x="854365" y="6749289"/>
                <a:ext cx="1120878" cy="1120878"/>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5" name="Picture 54">
                <a:extLst>
                  <a:ext uri="{FF2B5EF4-FFF2-40B4-BE49-F238E27FC236}">
                    <a16:creationId xmlns:a16="http://schemas.microsoft.com/office/drawing/2014/main" id="{0DFE4E69-A2A3-E7CD-97FA-10DB6DF5C1C7}"/>
                  </a:ext>
                </a:extLst>
              </p:cNvPr>
              <p:cNvPicPr>
                <a:picLocks noChangeAspect="1"/>
              </p:cNvPicPr>
              <p:nvPr/>
            </p:nvPicPr>
            <p:blipFill>
              <a:blip r:embed="rId6">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63245" y="6871947"/>
                <a:ext cx="875562" cy="875562"/>
              </a:xfrm>
              <a:prstGeom prst="rect">
                <a:avLst/>
              </a:prstGeom>
            </p:spPr>
          </p:pic>
        </p:grpSp>
      </p:gr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9DD5FB98-3371-6186-48A0-D1645B1DF425}"/>
                  </a:ext>
                </a:extLst>
              </p:cNvPr>
              <p:cNvSpPr txBox="1"/>
              <p:nvPr/>
            </p:nvSpPr>
            <p:spPr>
              <a:xfrm>
                <a:off x="1975244" y="10198664"/>
                <a:ext cx="25656294" cy="1379608"/>
              </a:xfrm>
              <a:prstGeom prst="rect">
                <a:avLst/>
              </a:prstGeom>
              <a:noFill/>
            </p:spPr>
            <p:txBody>
              <a:bodyPr wrap="square">
                <a:spAutoFit/>
              </a:bodyPr>
              <a:lstStyle/>
              <a:p>
                <a:pPr marL="1143000" lvl="1" indent="-685800" algn="just">
                  <a:lnSpc>
                    <a:spcPct val="100000"/>
                  </a:lnSpc>
                  <a:buFont typeface="Wingdings" panose="05000000000000000000" pitchFamily="2" charset="2"/>
                  <a:buChar char="q"/>
                </a:pPr>
                <a:r>
                  <a:rPr lang="en-US" sz="4000" b="1" dirty="0">
                    <a:solidFill>
                      <a:schemeClr val="accent6"/>
                    </a:solidFill>
                  </a:rPr>
                  <a:t>Context Window</a:t>
                </a:r>
                <a:r>
                  <a:rPr lang="en-US" sz="4000" b="1" baseline="30000" dirty="0"/>
                  <a:t>(Sequence Length) </a:t>
                </a:r>
                <a:r>
                  <a:rPr lang="en-US" sz="4000" dirty="0"/>
                  <a:t>: The maximum number of tokens, </a:t>
                </a:r>
                <a14:m>
                  <m:oMath xmlns:m="http://schemas.openxmlformats.org/officeDocument/2006/math">
                    <m:sSub>
                      <m:sSubPr>
                        <m:ctrlPr>
                          <a:rPr lang="en-US" sz="4000" b="1" i="0">
                            <a:solidFill>
                              <a:schemeClr val="tx1"/>
                            </a:solidFill>
                            <a:latin typeface="Cambria Math" panose="02040503050406030204" pitchFamily="18" charset="0"/>
                          </a:rPr>
                        </m:ctrlPr>
                      </m:sSubPr>
                      <m:e>
                        <m:r>
                          <a:rPr lang="en-US" sz="4000" b="1" i="0">
                            <a:solidFill>
                              <a:schemeClr val="tx1"/>
                            </a:solidFill>
                            <a:latin typeface="Cambria Math" panose="02040503050406030204" pitchFamily="18" charset="0"/>
                          </a:rPr>
                          <m:t>𝐱</m:t>
                        </m:r>
                      </m:e>
                      <m:sub>
                        <m:d>
                          <m:dPr>
                            <m:begChr m:val="{"/>
                            <m:endChr m:val="}"/>
                            <m:ctrlPr>
                              <a:rPr lang="en-US" sz="4000" i="1">
                                <a:solidFill>
                                  <a:schemeClr val="tx1"/>
                                </a:solidFill>
                                <a:latin typeface="Cambria Math" panose="02040503050406030204" pitchFamily="18" charset="0"/>
                              </a:rPr>
                            </m:ctrlPr>
                          </m:dPr>
                          <m:e>
                            <m:r>
                              <a:rPr lang="en-US" sz="4000" i="1">
                                <a:solidFill>
                                  <a:schemeClr val="tx1"/>
                                </a:solidFill>
                                <a:latin typeface="Cambria Math" panose="02040503050406030204" pitchFamily="18" charset="0"/>
                              </a:rPr>
                              <m:t>1:</m:t>
                            </m:r>
                            <m:sSub>
                              <m:sSubPr>
                                <m:ctrlPr>
                                  <a:rPr lang="en-US" sz="4000" i="1">
                                    <a:solidFill>
                                      <a:schemeClr val="tx1"/>
                                    </a:solidFill>
                                    <a:latin typeface="Cambria Math" panose="02040503050406030204" pitchFamily="18" charset="0"/>
                                  </a:rPr>
                                </m:ctrlPr>
                              </m:sSubPr>
                              <m:e>
                                <m:r>
                                  <a:rPr lang="en-US" sz="4000" i="1">
                                    <a:solidFill>
                                      <a:schemeClr val="tx1"/>
                                    </a:solidFill>
                                    <a:latin typeface="Cambria Math" panose="02040503050406030204" pitchFamily="18" charset="0"/>
                                  </a:rPr>
                                  <m:t>𝑘</m:t>
                                </m:r>
                              </m:e>
                              <m:sub>
                                <m:r>
                                  <a:rPr lang="en-US" sz="4000" b="0" i="1" smtClean="0">
                                    <a:solidFill>
                                      <a:schemeClr val="tx1"/>
                                    </a:solidFill>
                                    <a:latin typeface="Cambria Math" panose="02040503050406030204" pitchFamily="18" charset="0"/>
                                  </a:rPr>
                                  <m:t>𝑚𝑎𝑥</m:t>
                                </m:r>
                              </m:sub>
                            </m:sSub>
                          </m:e>
                        </m:d>
                      </m:sub>
                    </m:sSub>
                  </m:oMath>
                </a14:m>
                <a:r>
                  <a:rPr lang="en-US" sz="4000" dirty="0">
                    <a:solidFill>
                      <a:schemeClr val="tx1"/>
                    </a:solidFill>
                  </a:rPr>
                  <a:t>, the model can process in a single pass. </a:t>
                </a:r>
                <a:r>
                  <a:rPr lang="en-US" sz="4000" dirty="0"/>
                  <a:t>Limited by VRAM in runtime. Compute grows non-linearly </a:t>
                </a:r>
                <a14:m>
                  <m:oMath xmlns:m="http://schemas.openxmlformats.org/officeDocument/2006/math">
                    <m:r>
                      <a:rPr lang="en-US" sz="4000" b="0" i="1" smtClean="0">
                        <a:latin typeface="Cambria Math" panose="02040503050406030204" pitchFamily="18" charset="0"/>
                      </a:rPr>
                      <m:t>𝑂</m:t>
                    </m:r>
                    <m:r>
                      <a:rPr lang="en-US" sz="4000" b="0" i="1" smtClean="0">
                        <a:latin typeface="Cambria Math" panose="02040503050406030204" pitchFamily="18" charset="0"/>
                      </a:rPr>
                      <m:t>(</m:t>
                    </m:r>
                    <m:sSubSup>
                      <m:sSubSupPr>
                        <m:ctrlPr>
                          <a:rPr lang="en-US" sz="4000" b="0" i="1" smtClean="0">
                            <a:latin typeface="Cambria Math" panose="02040503050406030204" pitchFamily="18" charset="0"/>
                          </a:rPr>
                        </m:ctrlPr>
                      </m:sSubSupPr>
                      <m:e>
                        <m:r>
                          <a:rPr lang="en-US" sz="4000" b="0" i="1" smtClean="0">
                            <a:latin typeface="Cambria Math" panose="02040503050406030204" pitchFamily="18" charset="0"/>
                          </a:rPr>
                          <m:t>𝑘</m:t>
                        </m:r>
                      </m:e>
                      <m:sub>
                        <m:r>
                          <a:rPr lang="en-US" sz="4000" b="0" i="1" smtClean="0">
                            <a:latin typeface="Cambria Math" panose="02040503050406030204" pitchFamily="18" charset="0"/>
                          </a:rPr>
                          <m:t>𝑚𝑎𝑥</m:t>
                        </m:r>
                      </m:sub>
                      <m:sup>
                        <m:r>
                          <a:rPr lang="en-US" sz="4000" b="0" i="0" smtClean="0">
                            <a:latin typeface="Cambria Math" panose="02040503050406030204" pitchFamily="18" charset="0"/>
                          </a:rPr>
                          <m:t>2</m:t>
                        </m:r>
                      </m:sup>
                    </m:sSubSup>
                    <m:r>
                      <a:rPr lang="en-US" sz="4000" b="0" i="0" smtClean="0">
                        <a:solidFill>
                          <a:schemeClr val="tx1"/>
                        </a:solidFill>
                        <a:latin typeface="Cambria Math" panose="02040503050406030204" pitchFamily="18" charset="0"/>
                      </a:rPr>
                      <m:t>)</m:t>
                    </m:r>
                  </m:oMath>
                </a14:m>
                <a:r>
                  <a:rPr lang="en-US" sz="4000" dirty="0">
                    <a:solidFill>
                      <a:schemeClr val="tx1"/>
                    </a:solidFill>
                  </a:rPr>
                  <a:t>. </a:t>
                </a:r>
                <a:r>
                  <a:rPr lang="en-US" sz="2800" dirty="0">
                    <a:solidFill>
                      <a:schemeClr val="accent4"/>
                    </a:solidFill>
                  </a:rPr>
                  <a:t>(</a:t>
                </a:r>
                <a:r>
                  <a:rPr lang="en-US" sz="2800" i="1" dirty="0">
                    <a:solidFill>
                      <a:schemeClr val="accent4"/>
                    </a:solidFill>
                  </a:rPr>
                  <a:t>Hint: Higher </a:t>
                </a:r>
                <a14:m>
                  <m:oMath xmlns:m="http://schemas.openxmlformats.org/officeDocument/2006/math">
                    <m:sSub>
                      <m:sSubPr>
                        <m:ctrlPr>
                          <a:rPr lang="en-US" sz="2800" i="1">
                            <a:solidFill>
                              <a:schemeClr val="accent4"/>
                            </a:solidFill>
                            <a:latin typeface="Cambria Math" panose="02040503050406030204" pitchFamily="18" charset="0"/>
                          </a:rPr>
                        </m:ctrlPr>
                      </m:sSubPr>
                      <m:e>
                        <m:r>
                          <a:rPr lang="en-US" sz="2800" i="1">
                            <a:solidFill>
                              <a:schemeClr val="accent4"/>
                            </a:solidFill>
                            <a:latin typeface="Cambria Math" panose="02040503050406030204" pitchFamily="18" charset="0"/>
                          </a:rPr>
                          <m:t>𝑘</m:t>
                        </m:r>
                      </m:e>
                      <m:sub>
                        <m:r>
                          <a:rPr lang="en-US" sz="2800" i="1">
                            <a:solidFill>
                              <a:schemeClr val="accent4"/>
                            </a:solidFill>
                            <a:latin typeface="Cambria Math" panose="02040503050406030204" pitchFamily="18" charset="0"/>
                          </a:rPr>
                          <m:t>𝑚𝑎𝑥</m:t>
                        </m:r>
                      </m:sub>
                    </m:sSub>
                  </m:oMath>
                </a14:m>
                <a:r>
                  <a:rPr lang="en-US" sz="2800" i="1" dirty="0">
                    <a:solidFill>
                      <a:schemeClr val="accent4"/>
                    </a:solidFill>
                  </a:rPr>
                  <a:t> → Lower Response Speed</a:t>
                </a:r>
                <a14:m>
                  <m:oMath xmlns:m="http://schemas.openxmlformats.org/officeDocument/2006/math">
                    <m:r>
                      <a:rPr lang="en-US" sz="2800" b="0" i="1" smtClean="0">
                        <a:solidFill>
                          <a:schemeClr val="accent4"/>
                        </a:solidFill>
                        <a:latin typeface="Cambria Math" panose="02040503050406030204" pitchFamily="18" charset="0"/>
                      </a:rPr>
                      <m:t>)</m:t>
                    </m:r>
                  </m:oMath>
                </a14:m>
                <a:r>
                  <a:rPr lang="en-US" sz="2800" dirty="0">
                    <a:solidFill>
                      <a:schemeClr val="accent4"/>
                    </a:solidFill>
                  </a:rPr>
                  <a:t>.</a:t>
                </a:r>
              </a:p>
            </p:txBody>
          </p:sp>
        </mc:Choice>
        <mc:Fallback xmlns="">
          <p:sp>
            <p:nvSpPr>
              <p:cNvPr id="60" name="TextBox 59">
                <a:extLst>
                  <a:ext uri="{FF2B5EF4-FFF2-40B4-BE49-F238E27FC236}">
                    <a16:creationId xmlns:a16="http://schemas.microsoft.com/office/drawing/2014/main" id="{9DD5FB98-3371-6186-48A0-D1645B1DF425}"/>
                  </a:ext>
                </a:extLst>
              </p:cNvPr>
              <p:cNvSpPr txBox="1">
                <a:spLocks noRot="1" noChangeAspect="1" noMove="1" noResize="1" noEditPoints="1" noAdjustHandles="1" noChangeArrowheads="1" noChangeShapeType="1" noTextEdit="1"/>
              </p:cNvSpPr>
              <p:nvPr/>
            </p:nvSpPr>
            <p:spPr>
              <a:xfrm>
                <a:off x="1975244" y="10198664"/>
                <a:ext cx="25656294" cy="1379608"/>
              </a:xfrm>
              <a:prstGeom prst="rect">
                <a:avLst/>
              </a:prstGeom>
              <a:blipFill>
                <a:blip r:embed="rId7"/>
                <a:stretch>
                  <a:fillRect t="-7965" r="-855" b="-18584"/>
                </a:stretch>
              </a:blipFill>
            </p:spPr>
            <p:txBody>
              <a:bodyPr/>
              <a:lstStyle/>
              <a:p>
                <a:r>
                  <a:rPr lang="en-US">
                    <a:noFill/>
                  </a:rPr>
                  <a:t> </a:t>
                </a:r>
              </a:p>
            </p:txBody>
          </p:sp>
        </mc:Fallback>
      </mc:AlternateContent>
      <p:grpSp>
        <p:nvGrpSpPr>
          <p:cNvPr id="68" name="Group 67">
            <a:extLst>
              <a:ext uri="{FF2B5EF4-FFF2-40B4-BE49-F238E27FC236}">
                <a16:creationId xmlns:a16="http://schemas.microsoft.com/office/drawing/2014/main" id="{329846E4-B8CC-42F6-FCF0-0634BE59F354}"/>
              </a:ext>
            </a:extLst>
          </p:cNvPr>
          <p:cNvGrpSpPr/>
          <p:nvPr/>
        </p:nvGrpSpPr>
        <p:grpSpPr>
          <a:xfrm>
            <a:off x="890802" y="6425688"/>
            <a:ext cx="26531856" cy="1569237"/>
            <a:chOff x="890802" y="6549249"/>
            <a:chExt cx="26531856" cy="1569237"/>
          </a:xfrm>
        </p:grpSpPr>
        <p:sp>
          <p:nvSpPr>
            <p:cNvPr id="58" name="TextBox 57">
              <a:extLst>
                <a:ext uri="{FF2B5EF4-FFF2-40B4-BE49-F238E27FC236}">
                  <a16:creationId xmlns:a16="http://schemas.microsoft.com/office/drawing/2014/main" id="{1FF97CB1-C27B-5C2A-7794-D6A45B93DB4F}"/>
                </a:ext>
              </a:extLst>
            </p:cNvPr>
            <p:cNvSpPr txBox="1"/>
            <p:nvPr/>
          </p:nvSpPr>
          <p:spPr>
            <a:xfrm>
              <a:off x="1902370" y="6795047"/>
              <a:ext cx="25520288" cy="1323439"/>
            </a:xfrm>
            <a:prstGeom prst="rect">
              <a:avLst/>
            </a:prstGeom>
            <a:noFill/>
          </p:spPr>
          <p:txBody>
            <a:bodyPr wrap="square">
              <a:spAutoFit/>
            </a:bodyPr>
            <a:lstStyle/>
            <a:p>
              <a:pPr marL="1143000" lvl="1" indent="-685800" algn="just">
                <a:lnSpc>
                  <a:spcPct val="100000"/>
                </a:lnSpc>
                <a:buFont typeface="Wingdings" panose="05000000000000000000" pitchFamily="2" charset="2"/>
                <a:buChar char="q"/>
              </a:pPr>
              <a:r>
                <a:rPr lang="en-US" sz="4000" b="1" dirty="0">
                  <a:solidFill>
                    <a:schemeClr val="accent6"/>
                  </a:solidFill>
                </a:rPr>
                <a:t>Knowledge Cutoff</a:t>
              </a:r>
              <a:r>
                <a:rPr lang="en-US" sz="4000" dirty="0"/>
                <a:t> </a:t>
              </a:r>
              <a:r>
                <a:rPr lang="en-US" sz="4000" b="1" baseline="30000" dirty="0"/>
                <a:t>(Temporal Distribution Boundary) </a:t>
              </a:r>
              <a:r>
                <a:rPr lang="en-US" sz="4000" dirty="0"/>
                <a:t>: The last date of training corpus, defining the temporal limit of the model's parametric knowledge. </a:t>
              </a:r>
              <a:r>
                <a:rPr lang="en-US" sz="2800" dirty="0">
                  <a:solidFill>
                    <a:schemeClr val="accent4"/>
                  </a:solidFill>
                </a:rPr>
                <a:t>(</a:t>
              </a:r>
              <a:r>
                <a:rPr lang="en-US" sz="2800" i="1" dirty="0">
                  <a:solidFill>
                    <a:schemeClr val="accent4"/>
                  </a:solidFill>
                </a:rPr>
                <a:t>Hint: Ask the model, “What’s your knowledge cutoff date?”).</a:t>
              </a:r>
              <a:endParaRPr lang="en-US" sz="4400" i="1" dirty="0">
                <a:solidFill>
                  <a:schemeClr val="accent4"/>
                </a:solidFill>
              </a:endParaRPr>
            </a:p>
          </p:txBody>
        </p:sp>
        <p:grpSp>
          <p:nvGrpSpPr>
            <p:cNvPr id="67" name="Group 66">
              <a:extLst>
                <a:ext uri="{FF2B5EF4-FFF2-40B4-BE49-F238E27FC236}">
                  <a16:creationId xmlns:a16="http://schemas.microsoft.com/office/drawing/2014/main" id="{3711F66A-F31C-8273-9CA1-1A7DEAF815CA}"/>
                </a:ext>
              </a:extLst>
            </p:cNvPr>
            <p:cNvGrpSpPr/>
            <p:nvPr/>
          </p:nvGrpSpPr>
          <p:grpSpPr>
            <a:xfrm>
              <a:off x="890802" y="6549249"/>
              <a:ext cx="1120878" cy="1120878"/>
              <a:chOff x="890802" y="6549249"/>
              <a:chExt cx="1120878" cy="1120878"/>
            </a:xfrm>
          </p:grpSpPr>
          <p:sp>
            <p:nvSpPr>
              <p:cNvPr id="63" name="Oval 62">
                <a:extLst>
                  <a:ext uri="{FF2B5EF4-FFF2-40B4-BE49-F238E27FC236}">
                    <a16:creationId xmlns:a16="http://schemas.microsoft.com/office/drawing/2014/main" id="{42DD22E5-5674-FAA3-65A6-90077083EA91}"/>
                  </a:ext>
                </a:extLst>
              </p:cNvPr>
              <p:cNvSpPr/>
              <p:nvPr/>
            </p:nvSpPr>
            <p:spPr>
              <a:xfrm>
                <a:off x="890802" y="6549249"/>
                <a:ext cx="1120878" cy="1120878"/>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6" name="Picture 65">
                <a:extLst>
                  <a:ext uri="{FF2B5EF4-FFF2-40B4-BE49-F238E27FC236}">
                    <a16:creationId xmlns:a16="http://schemas.microsoft.com/office/drawing/2014/main" id="{3DC45123-FEF1-BBBC-68E7-5EF24DA5EFC0}"/>
                  </a:ext>
                </a:extLst>
              </p:cNvPr>
              <p:cNvPicPr>
                <a:picLocks noChangeAspect="1"/>
              </p:cNvPicPr>
              <p:nvPr/>
            </p:nvPicPr>
            <p:blipFill>
              <a:blip r:embed="rId8">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63245" y="6689408"/>
                <a:ext cx="811334" cy="811334"/>
              </a:xfrm>
              <a:prstGeom prst="rect">
                <a:avLst/>
              </a:prstGeom>
            </p:spPr>
          </p:pic>
        </p:grpSp>
      </p:grpSp>
      <p:grpSp>
        <p:nvGrpSpPr>
          <p:cNvPr id="75" name="Group 74">
            <a:extLst>
              <a:ext uri="{FF2B5EF4-FFF2-40B4-BE49-F238E27FC236}">
                <a16:creationId xmlns:a16="http://schemas.microsoft.com/office/drawing/2014/main" id="{D249A674-6699-2820-90F0-F46881F4EBEA}"/>
              </a:ext>
            </a:extLst>
          </p:cNvPr>
          <p:cNvGrpSpPr/>
          <p:nvPr/>
        </p:nvGrpSpPr>
        <p:grpSpPr>
          <a:xfrm>
            <a:off x="908473" y="10062007"/>
            <a:ext cx="1120878" cy="1120878"/>
            <a:chOff x="867829" y="10836562"/>
            <a:chExt cx="1120878" cy="1120878"/>
          </a:xfrm>
        </p:grpSpPr>
        <p:sp>
          <p:nvSpPr>
            <p:cNvPr id="70" name="Oval 69">
              <a:extLst>
                <a:ext uri="{FF2B5EF4-FFF2-40B4-BE49-F238E27FC236}">
                  <a16:creationId xmlns:a16="http://schemas.microsoft.com/office/drawing/2014/main" id="{DD0AFCA9-6574-B407-5D32-D18F86652A19}"/>
                </a:ext>
              </a:extLst>
            </p:cNvPr>
            <p:cNvSpPr/>
            <p:nvPr/>
          </p:nvSpPr>
          <p:spPr>
            <a:xfrm>
              <a:off x="867829" y="10836562"/>
              <a:ext cx="1120878" cy="1120878"/>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A0FBFE4F-2C60-5D6A-37E1-9A72867BB70D}"/>
                </a:ext>
              </a:extLst>
            </p:cNvPr>
            <p:cNvPicPr>
              <a:picLocks noChangeAspect="1"/>
            </p:cNvPicPr>
            <p:nvPr/>
          </p:nvPicPr>
          <p:blipFill>
            <a:blip r:embed="rId9">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002110" y="10940436"/>
              <a:ext cx="852316" cy="852316"/>
            </a:xfrm>
            <a:prstGeom prst="rect">
              <a:avLst/>
            </a:prstGeom>
          </p:spPr>
        </p:pic>
      </p:grpSp>
      <p:grpSp>
        <p:nvGrpSpPr>
          <p:cNvPr id="81" name="Group 80">
            <a:extLst>
              <a:ext uri="{FF2B5EF4-FFF2-40B4-BE49-F238E27FC236}">
                <a16:creationId xmlns:a16="http://schemas.microsoft.com/office/drawing/2014/main" id="{09061160-A54F-0577-8D62-ACF766D7508E}"/>
              </a:ext>
            </a:extLst>
          </p:cNvPr>
          <p:cNvGrpSpPr/>
          <p:nvPr/>
        </p:nvGrpSpPr>
        <p:grpSpPr>
          <a:xfrm>
            <a:off x="908473" y="11711243"/>
            <a:ext cx="1120878" cy="1120878"/>
            <a:chOff x="977024" y="12054741"/>
            <a:chExt cx="1120878" cy="1120878"/>
          </a:xfrm>
        </p:grpSpPr>
        <p:sp>
          <p:nvSpPr>
            <p:cNvPr id="77" name="Oval 76">
              <a:extLst>
                <a:ext uri="{FF2B5EF4-FFF2-40B4-BE49-F238E27FC236}">
                  <a16:creationId xmlns:a16="http://schemas.microsoft.com/office/drawing/2014/main" id="{32CBDE82-DBDE-82D4-4B66-A9F8FBB7E2D7}"/>
                </a:ext>
              </a:extLst>
            </p:cNvPr>
            <p:cNvSpPr/>
            <p:nvPr/>
          </p:nvSpPr>
          <p:spPr>
            <a:xfrm>
              <a:off x="977024" y="12054741"/>
              <a:ext cx="1120878" cy="1120878"/>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0" name="Picture 79">
              <a:extLst>
                <a:ext uri="{FF2B5EF4-FFF2-40B4-BE49-F238E27FC236}">
                  <a16:creationId xmlns:a16="http://schemas.microsoft.com/office/drawing/2014/main" id="{53363BFF-A19F-069C-98CD-A9236D11966D}"/>
                </a:ext>
              </a:extLst>
            </p:cNvPr>
            <p:cNvPicPr>
              <a:picLocks noChangeAspect="1"/>
            </p:cNvPicPr>
            <p:nvPr/>
          </p:nvPicPr>
          <p:blipFill>
            <a:blip r:embed="rId10">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1114364" y="12179447"/>
              <a:ext cx="892355" cy="892355"/>
            </a:xfrm>
            <a:prstGeom prst="rect">
              <a:avLst/>
            </a:prstGeom>
          </p:spPr>
        </p:pic>
      </p:grpSp>
      <p:sp>
        <p:nvSpPr>
          <p:cNvPr id="107" name="TextBox 106">
            <a:extLst>
              <a:ext uri="{FF2B5EF4-FFF2-40B4-BE49-F238E27FC236}">
                <a16:creationId xmlns:a16="http://schemas.microsoft.com/office/drawing/2014/main" id="{E8F69846-7F3B-5563-64C3-57C71744A78D}"/>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09" name="TextBox 108">
            <a:extLst>
              <a:ext uri="{FF2B5EF4-FFF2-40B4-BE49-F238E27FC236}">
                <a16:creationId xmlns:a16="http://schemas.microsoft.com/office/drawing/2014/main" id="{FAAFB19B-A6F9-71C8-AC89-59D85D60C9E9}"/>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11" name="TextBox 110">
            <a:extLst>
              <a:ext uri="{FF2B5EF4-FFF2-40B4-BE49-F238E27FC236}">
                <a16:creationId xmlns:a16="http://schemas.microsoft.com/office/drawing/2014/main" id="{86C612B1-E151-C607-A9FF-E21560A7874C}"/>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13" name="TextBox 112">
            <a:extLst>
              <a:ext uri="{FF2B5EF4-FFF2-40B4-BE49-F238E27FC236}">
                <a16:creationId xmlns:a16="http://schemas.microsoft.com/office/drawing/2014/main" id="{5E54746C-0E87-6652-C192-97CEFA0C4D89}"/>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15" name="TextBox 114">
            <a:extLst>
              <a:ext uri="{FF2B5EF4-FFF2-40B4-BE49-F238E27FC236}">
                <a16:creationId xmlns:a16="http://schemas.microsoft.com/office/drawing/2014/main" id="{DCD213CA-EB64-9255-BA13-4A868E8637A0}"/>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17" name="TextBox 116">
            <a:extLst>
              <a:ext uri="{FF2B5EF4-FFF2-40B4-BE49-F238E27FC236}">
                <a16:creationId xmlns:a16="http://schemas.microsoft.com/office/drawing/2014/main" id="{51E4027B-991B-7544-9633-56F6115DFDD2}"/>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119" name="Picture 118">
            <a:extLst>
              <a:ext uri="{FF2B5EF4-FFF2-40B4-BE49-F238E27FC236}">
                <a16:creationId xmlns:a16="http://schemas.microsoft.com/office/drawing/2014/main" id="{9F20D219-7B26-CBB6-7137-75183E65D76A}"/>
              </a:ext>
            </a:extLst>
          </p:cNvPr>
          <p:cNvPicPr>
            <a:picLocks noChangeAspect="1"/>
          </p:cNvPicPr>
          <p:nvPr/>
        </p:nvPicPr>
        <p:blipFill>
          <a:blip r:embed="rId11">
            <a:extLst>
              <a:ext uri="{BEBA8EAE-BF5A-486C-A8C5-ECC9F3942E4B}">
                <a14:imgProps xmlns:a14="http://schemas.microsoft.com/office/drawing/2010/main">
                  <a14:imgLayer r:embed="rId12">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2300081" y="14448553"/>
            <a:ext cx="1044858" cy="1044858"/>
          </a:xfrm>
          <a:prstGeom prst="rect">
            <a:avLst/>
          </a:prstGeom>
        </p:spPr>
      </p:pic>
    </p:spTree>
    <p:extLst>
      <p:ext uri="{BB962C8B-B14F-4D97-AF65-F5344CB8AC3E}">
        <p14:creationId xmlns:p14="http://schemas.microsoft.com/office/powerpoint/2010/main" val="174377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500"/>
                                        <p:tgtEl>
                                          <p:spTgt spid="46"/>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fade">
                                      <p:cBhvr>
                                        <p:cTn id="15" dur="500"/>
                                        <p:tgtEl>
                                          <p:spTgt spid="6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fade">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5"/>
                                        </p:tgtEl>
                                        <p:attrNameLst>
                                          <p:attrName>style.visibility</p:attrName>
                                        </p:attrNameLst>
                                      </p:cBhvr>
                                      <p:to>
                                        <p:strVal val="visible"/>
                                      </p:to>
                                    </p:set>
                                    <p:animEffect transition="in" filter="fade">
                                      <p:cBhvr>
                                        <p:cTn id="25" dur="500"/>
                                        <p:tgtEl>
                                          <p:spTgt spid="7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500"/>
                                        <p:tgtEl>
                                          <p:spTgt spid="6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1"/>
                                        </p:tgtEl>
                                        <p:attrNameLst>
                                          <p:attrName>style.visibility</p:attrName>
                                        </p:attrNameLst>
                                      </p:cBhvr>
                                      <p:to>
                                        <p:strVal val="visible"/>
                                      </p:to>
                                    </p:set>
                                    <p:animEffect transition="in" filter="fade">
                                      <p:cBhvr>
                                        <p:cTn id="33" dur="500"/>
                                        <p:tgtEl>
                                          <p:spTgt spid="8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1"/>
                                        </p:tgtEl>
                                        <p:attrNameLst>
                                          <p:attrName>style.visibility</p:attrName>
                                        </p:attrNameLst>
                                      </p:cBhvr>
                                      <p:to>
                                        <p:strVal val="visible"/>
                                      </p:to>
                                    </p:set>
                                    <p:animEffect transition="in" filter="fade">
                                      <p:cBhvr>
                                        <p:cTn id="3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1" grpId="0"/>
      <p:bldP spid="6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3AC67-1B98-F7B4-FCD6-72DE1DE4493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5092B73-0928-C287-6B46-B51D33C258D2}"/>
              </a:ext>
            </a:extLst>
          </p:cNvPr>
          <p:cNvSpPr>
            <a:spLocks noGrp="1"/>
          </p:cNvSpPr>
          <p:nvPr>
            <p:ph type="title"/>
          </p:nvPr>
        </p:nvSpPr>
        <p:spPr>
          <a:xfrm>
            <a:off x="2011680" y="1779764"/>
            <a:ext cx="25656294" cy="2277888"/>
          </a:xfrm>
        </p:spPr>
        <p:txBody>
          <a:bodyPr>
            <a:normAutofit/>
          </a:bodyPr>
          <a:lstStyle/>
          <a:p>
            <a:r>
              <a:rPr lang="en-US" dirty="0"/>
              <a:t>Large </a:t>
            </a:r>
            <a:r>
              <a:rPr lang="en-US" dirty="0">
                <a:solidFill>
                  <a:schemeClr val="accent5"/>
                </a:solidFill>
              </a:rPr>
              <a:t>(Corpus) </a:t>
            </a:r>
            <a:r>
              <a:rPr lang="en-US" dirty="0"/>
              <a:t>✔ Language </a:t>
            </a:r>
            <a:r>
              <a:rPr lang="en-US" dirty="0">
                <a:solidFill>
                  <a:schemeClr val="accent5"/>
                </a:solidFill>
              </a:rPr>
              <a:t>(Text) </a:t>
            </a:r>
            <a:r>
              <a:rPr lang="en-US" dirty="0"/>
              <a:t>✔ Model </a:t>
            </a:r>
            <a:r>
              <a:rPr lang="en-US" b="1" dirty="0"/>
              <a:t>?</a:t>
            </a:r>
          </a:p>
        </p:txBody>
      </p:sp>
      <p:sp>
        <p:nvSpPr>
          <p:cNvPr id="4" name="Footer Placeholder 3">
            <a:extLst>
              <a:ext uri="{FF2B5EF4-FFF2-40B4-BE49-F238E27FC236}">
                <a16:creationId xmlns:a16="http://schemas.microsoft.com/office/drawing/2014/main" id="{119982DC-3F9C-1275-124E-8A3C11090CE9}"/>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7070566F-1D11-8A92-011C-EC02DCA7CBD7}"/>
              </a:ext>
            </a:extLst>
          </p:cNvPr>
          <p:cNvSpPr>
            <a:spLocks noGrp="1"/>
          </p:cNvSpPr>
          <p:nvPr>
            <p:ph type="sldNum" sz="quarter" idx="12"/>
          </p:nvPr>
        </p:nvSpPr>
        <p:spPr/>
        <p:txBody>
          <a:bodyPr/>
          <a:lstStyle/>
          <a:p>
            <a:fld id="{455CB61F-784F-47BE-8E88-4D7DF3343F95}" type="slidenum">
              <a:rPr lang="en-US" smtClean="0"/>
              <a:pPr/>
              <a:t>6</a:t>
            </a:fld>
            <a:endParaRPr lang="en-US" dirty="0"/>
          </a:p>
        </p:txBody>
      </p:sp>
      <p:sp>
        <p:nvSpPr>
          <p:cNvPr id="10" name="TextBox 9">
            <a:extLst>
              <a:ext uri="{FF2B5EF4-FFF2-40B4-BE49-F238E27FC236}">
                <a16:creationId xmlns:a16="http://schemas.microsoft.com/office/drawing/2014/main" id="{03CF2BC0-B062-AD97-B468-96D50E5FDE77}"/>
              </a:ext>
            </a:extLst>
          </p:cNvPr>
          <p:cNvSpPr txBox="1"/>
          <p:nvPr/>
        </p:nvSpPr>
        <p:spPr>
          <a:xfrm>
            <a:off x="1877839" y="4562407"/>
            <a:ext cx="25505122" cy="830997"/>
          </a:xfrm>
          <a:prstGeom prst="rect">
            <a:avLst/>
          </a:prstGeom>
          <a:noFill/>
        </p:spPr>
        <p:txBody>
          <a:bodyPr wrap="square">
            <a:spAutoFit/>
          </a:bodyPr>
          <a:lstStyle/>
          <a:p>
            <a:pPr algn="just"/>
            <a:r>
              <a:rPr lang="en-US" sz="4800" b="1" dirty="0">
                <a:solidFill>
                  <a:schemeClr val="accent6"/>
                </a:solidFill>
              </a:rPr>
              <a:t>Model </a:t>
            </a:r>
            <a:r>
              <a:rPr lang="en-US" sz="4800" dirty="0"/>
              <a:t>is the </a:t>
            </a:r>
            <a:r>
              <a:rPr lang="en-US" sz="4800" i="1" dirty="0"/>
              <a:t>package</a:t>
            </a:r>
            <a:r>
              <a:rPr lang="en-US" sz="4800" dirty="0"/>
              <a:t> that consists of </a:t>
            </a:r>
            <a:r>
              <a:rPr lang="en-US" sz="4800" b="1" dirty="0">
                <a:solidFill>
                  <a:schemeClr val="accent4"/>
                </a:solidFill>
              </a:rPr>
              <a:t>the parameters </a:t>
            </a:r>
            <a:r>
              <a:rPr lang="en-US" sz="4800" dirty="0"/>
              <a:t>and </a:t>
            </a:r>
            <a:r>
              <a:rPr lang="en-US" sz="4800" b="1" dirty="0"/>
              <a:t>a program </a:t>
            </a:r>
            <a:r>
              <a:rPr lang="en-US" sz="4800" dirty="0"/>
              <a:t>that processes said parameters.</a:t>
            </a:r>
          </a:p>
        </p:txBody>
      </p:sp>
      <p:sp>
        <p:nvSpPr>
          <p:cNvPr id="19" name="Rectangle: Rounded Corners 18">
            <a:extLst>
              <a:ext uri="{FF2B5EF4-FFF2-40B4-BE49-F238E27FC236}">
                <a16:creationId xmlns:a16="http://schemas.microsoft.com/office/drawing/2014/main" id="{E1441FD7-9C71-34B6-EEFA-D1BD8446E4EA}"/>
              </a:ext>
            </a:extLst>
          </p:cNvPr>
          <p:cNvSpPr/>
          <p:nvPr/>
        </p:nvSpPr>
        <p:spPr>
          <a:xfrm>
            <a:off x="2733247" y="5986963"/>
            <a:ext cx="10864767" cy="3741805"/>
          </a:xfrm>
          <a:prstGeom prst="roundRect">
            <a:avLst/>
          </a:prstGeom>
          <a:solidFill>
            <a:schemeClr val="accent2">
              <a:lumMod val="20000"/>
              <a:lumOff val="80000"/>
              <a:alpha val="50000"/>
            </a:schemeClr>
          </a:solidFill>
          <a:ln w="66675" cmpd="sng">
            <a:solidFill>
              <a:schemeClr val="accent6"/>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tx1"/>
                </a:solidFill>
              </a:rPr>
              <a:t>Parameters</a:t>
            </a:r>
          </a:p>
          <a:p>
            <a:pPr algn="ctr"/>
            <a:r>
              <a:rPr lang="en-US" sz="4400" i="1" dirty="0">
                <a:solidFill>
                  <a:schemeClr val="tx1"/>
                </a:solidFill>
              </a:rPr>
              <a:t>(a long array of numbers)</a:t>
            </a:r>
          </a:p>
          <a:p>
            <a:pPr algn="ctr"/>
            <a:r>
              <a:rPr lang="en-US" sz="4400" dirty="0">
                <a:solidFill>
                  <a:schemeClr val="tx1"/>
                </a:solidFill>
              </a:rPr>
              <a:t>[-0.0412		0.9037		0.1188		-1.2740</a:t>
            </a:r>
          </a:p>
          <a:p>
            <a:pPr algn="ctr"/>
            <a:r>
              <a:rPr lang="en-US" sz="4400" dirty="0">
                <a:solidFill>
                  <a:schemeClr val="tx1"/>
                </a:solidFill>
              </a:rPr>
              <a:t>0.0006		0.4451		-0.3319		0.7702</a:t>
            </a:r>
          </a:p>
          <a:p>
            <a:pPr algn="ctr"/>
            <a:r>
              <a:rPr lang="en-US" sz="4400" dirty="0">
                <a:solidFill>
                  <a:schemeClr val="tx1"/>
                </a:solidFill>
              </a:rPr>
              <a:t>….]</a:t>
            </a:r>
            <a:endParaRPr lang="en-US" sz="4400" i="1" dirty="0">
              <a:solidFill>
                <a:schemeClr val="tx1"/>
              </a:solidFill>
            </a:endParaRPr>
          </a:p>
        </p:txBody>
      </p:sp>
      <p:sp>
        <p:nvSpPr>
          <p:cNvPr id="22" name="Rectangle: Rounded Corners 21">
            <a:extLst>
              <a:ext uri="{FF2B5EF4-FFF2-40B4-BE49-F238E27FC236}">
                <a16:creationId xmlns:a16="http://schemas.microsoft.com/office/drawing/2014/main" id="{FE8D846F-4AC6-03E9-249B-D87901398547}"/>
              </a:ext>
            </a:extLst>
          </p:cNvPr>
          <p:cNvSpPr/>
          <p:nvPr/>
        </p:nvSpPr>
        <p:spPr>
          <a:xfrm>
            <a:off x="15662786" y="5963066"/>
            <a:ext cx="10864767" cy="3741805"/>
          </a:xfrm>
          <a:prstGeom prst="roundRect">
            <a:avLst/>
          </a:prstGeom>
          <a:solidFill>
            <a:schemeClr val="bg1">
              <a:lumMod val="85000"/>
            </a:schemeClr>
          </a:solidFill>
          <a:ln w="698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dirty="0">
                <a:solidFill>
                  <a:schemeClr val="tx1"/>
                </a:solidFill>
              </a:rPr>
              <a:t>Program</a:t>
            </a:r>
            <a:endParaRPr lang="en-US" sz="5400" dirty="0">
              <a:solidFill>
                <a:schemeClr val="tx1"/>
              </a:solidFill>
            </a:endParaRPr>
          </a:p>
          <a:p>
            <a:pPr algn="ctr"/>
            <a:r>
              <a:rPr lang="en-US" sz="4400" i="1" dirty="0">
                <a:solidFill>
                  <a:schemeClr val="tx1"/>
                </a:solidFill>
              </a:rPr>
              <a:t>(the processing algorithm)</a:t>
            </a:r>
          </a:p>
          <a:p>
            <a:pPr marL="742950" indent="-742950" algn="ctr">
              <a:buFont typeface="+mj-lt"/>
              <a:buAutoNum type="arabicPeriod"/>
            </a:pPr>
            <a:r>
              <a:rPr lang="en-US" sz="4400" dirty="0">
                <a:solidFill>
                  <a:schemeClr val="tx1"/>
                </a:solidFill>
              </a:rPr>
              <a:t>Read Parameters into </a:t>
            </a:r>
            <a:r>
              <a:rPr lang="en-US" sz="4400" b="1" dirty="0">
                <a:solidFill>
                  <a:schemeClr val="tx1"/>
                </a:solidFill>
              </a:rPr>
              <a:t>Memory</a:t>
            </a:r>
          </a:p>
          <a:p>
            <a:pPr marL="742950" indent="-742950" algn="ctr">
              <a:buFont typeface="+mj-lt"/>
              <a:buAutoNum type="arabicPeriod"/>
            </a:pPr>
            <a:r>
              <a:rPr lang="en-US" sz="4400" b="1" dirty="0">
                <a:solidFill>
                  <a:schemeClr val="tx1"/>
                </a:solidFill>
              </a:rPr>
              <a:t>Network</a:t>
            </a:r>
            <a:r>
              <a:rPr lang="en-US" sz="4400" dirty="0">
                <a:solidFill>
                  <a:schemeClr val="tx1"/>
                </a:solidFill>
              </a:rPr>
              <a:t> multiplies against token vectors</a:t>
            </a:r>
          </a:p>
          <a:p>
            <a:pPr marL="742950" indent="-742950" algn="ctr">
              <a:buFont typeface="+mj-lt"/>
              <a:buAutoNum type="arabicPeriod"/>
            </a:pPr>
            <a:r>
              <a:rPr lang="en-US" sz="4400" dirty="0">
                <a:solidFill>
                  <a:schemeClr val="tx1"/>
                </a:solidFill>
              </a:rPr>
              <a:t>Output: Probability distribution per </a:t>
            </a:r>
            <a:r>
              <a:rPr lang="en-US" sz="4400" b="1" dirty="0">
                <a:solidFill>
                  <a:schemeClr val="tx1"/>
                </a:solidFill>
              </a:rPr>
              <a:t>Token</a:t>
            </a:r>
            <a:r>
              <a:rPr lang="en-US" sz="4400" dirty="0">
                <a:solidFill>
                  <a:schemeClr val="tx1"/>
                </a:solidFill>
              </a:rPr>
              <a:t> </a:t>
            </a:r>
          </a:p>
        </p:txBody>
      </p:sp>
      <p:sp>
        <p:nvSpPr>
          <p:cNvPr id="24" name="TextBox 23">
            <a:extLst>
              <a:ext uri="{FF2B5EF4-FFF2-40B4-BE49-F238E27FC236}">
                <a16:creationId xmlns:a16="http://schemas.microsoft.com/office/drawing/2014/main" id="{319BFF41-1572-EC23-5359-1E7B582B2419}"/>
              </a:ext>
            </a:extLst>
          </p:cNvPr>
          <p:cNvSpPr txBox="1"/>
          <p:nvPr/>
        </p:nvSpPr>
        <p:spPr>
          <a:xfrm>
            <a:off x="2011680" y="9990129"/>
            <a:ext cx="25371281" cy="3283591"/>
          </a:xfrm>
          <a:prstGeom prst="rect">
            <a:avLst/>
          </a:prstGeom>
          <a:noFill/>
        </p:spPr>
        <p:txBody>
          <a:bodyPr wrap="square">
            <a:spAutoFit/>
          </a:bodyPr>
          <a:lstStyle/>
          <a:p>
            <a:pPr marL="1143000" lvl="1" indent="-685800" algn="just">
              <a:lnSpc>
                <a:spcPct val="150000"/>
              </a:lnSpc>
              <a:buFont typeface="Wingdings" panose="05000000000000000000" pitchFamily="2" charset="2"/>
              <a:buChar char="q"/>
            </a:pPr>
            <a:r>
              <a:rPr lang="en-US" sz="4800" dirty="0"/>
              <a:t>Parameters: Also called weights. Represents model size (e.g., Qwen 32B). </a:t>
            </a:r>
            <a:r>
              <a:rPr lang="en-US" sz="4800" b="1" dirty="0"/>
              <a:t>Set in training.</a:t>
            </a:r>
          </a:p>
          <a:p>
            <a:pPr marL="1143000" lvl="1" indent="-685800" algn="just">
              <a:lnSpc>
                <a:spcPct val="150000"/>
              </a:lnSpc>
              <a:buFont typeface="Wingdings" panose="05000000000000000000" pitchFamily="2" charset="2"/>
              <a:buChar char="q"/>
            </a:pPr>
            <a:r>
              <a:rPr lang="en-US" sz="4800" b="1" dirty="0">
                <a:solidFill>
                  <a:schemeClr val="accent1"/>
                </a:solidFill>
              </a:rPr>
              <a:t>Token: The fundamental unit of text (word or piece of  word) processed by the model.</a:t>
            </a:r>
            <a:endParaRPr lang="en-US" sz="4800" b="1" dirty="0"/>
          </a:p>
          <a:p>
            <a:pPr marL="1143000" lvl="1" indent="-685800" algn="just">
              <a:lnSpc>
                <a:spcPct val="150000"/>
              </a:lnSpc>
              <a:buFont typeface="Wingdings" panose="05000000000000000000" pitchFamily="2" charset="2"/>
              <a:buChar char="q"/>
            </a:pPr>
            <a:r>
              <a:rPr lang="en-US" sz="4800" dirty="0"/>
              <a:t>Network: The </a:t>
            </a:r>
            <a:r>
              <a:rPr lang="en-US" sz="4800" b="1" dirty="0"/>
              <a:t>layered architecture </a:t>
            </a:r>
            <a:r>
              <a:rPr lang="en-US" sz="4800" dirty="0"/>
              <a:t>performing weighted sums and non-linear transformations.</a:t>
            </a:r>
          </a:p>
        </p:txBody>
      </p:sp>
      <p:sp>
        <p:nvSpPr>
          <p:cNvPr id="57" name="TextBox 56">
            <a:extLst>
              <a:ext uri="{FF2B5EF4-FFF2-40B4-BE49-F238E27FC236}">
                <a16:creationId xmlns:a16="http://schemas.microsoft.com/office/drawing/2014/main" id="{EEAE16BF-32E8-D763-30A3-D0EC5B18DA9A}"/>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59" name="TextBox 58">
            <a:extLst>
              <a:ext uri="{FF2B5EF4-FFF2-40B4-BE49-F238E27FC236}">
                <a16:creationId xmlns:a16="http://schemas.microsoft.com/office/drawing/2014/main" id="{7F5A8C82-EC26-2A94-66E6-2C90C0F50567}"/>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61" name="TextBox 60">
            <a:extLst>
              <a:ext uri="{FF2B5EF4-FFF2-40B4-BE49-F238E27FC236}">
                <a16:creationId xmlns:a16="http://schemas.microsoft.com/office/drawing/2014/main" id="{496DC3D4-349D-24C4-286C-011325238B1C}"/>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65" name="TextBox 64">
            <a:extLst>
              <a:ext uri="{FF2B5EF4-FFF2-40B4-BE49-F238E27FC236}">
                <a16:creationId xmlns:a16="http://schemas.microsoft.com/office/drawing/2014/main" id="{049AEAE4-F6D6-7235-B904-400AD06AD035}"/>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68" name="TextBox 67">
            <a:extLst>
              <a:ext uri="{FF2B5EF4-FFF2-40B4-BE49-F238E27FC236}">
                <a16:creationId xmlns:a16="http://schemas.microsoft.com/office/drawing/2014/main" id="{7132B476-57BB-F025-3087-9EBB5C6DF183}"/>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70" name="TextBox 69">
            <a:extLst>
              <a:ext uri="{FF2B5EF4-FFF2-40B4-BE49-F238E27FC236}">
                <a16:creationId xmlns:a16="http://schemas.microsoft.com/office/drawing/2014/main" id="{187A7FDC-F550-B279-77A7-25D482523A1C}"/>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74" name="Picture 73">
            <a:extLst>
              <a:ext uri="{FF2B5EF4-FFF2-40B4-BE49-F238E27FC236}">
                <a16:creationId xmlns:a16="http://schemas.microsoft.com/office/drawing/2014/main" id="{7A39D7D7-FD7C-0D60-7CBB-DB3603028493}"/>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873127" y="15374482"/>
            <a:ext cx="1044858" cy="1044858"/>
          </a:xfrm>
          <a:prstGeom prst="rect">
            <a:avLst/>
          </a:prstGeom>
        </p:spPr>
      </p:pic>
    </p:spTree>
    <p:extLst>
      <p:ext uri="{BB962C8B-B14F-4D97-AF65-F5344CB8AC3E}">
        <p14:creationId xmlns:p14="http://schemas.microsoft.com/office/powerpoint/2010/main" val="1022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arn(inVertical)">
                                      <p:cBhvr>
                                        <p:cTn id="7" dur="500"/>
                                        <p:tgtEl>
                                          <p:spTgt spid="1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barn(inVertical)">
                                      <p:cBhvr>
                                        <p:cTn id="10" dur="5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1000"/>
                                        <p:tgtEl>
                                          <p:spTgt spid="24"/>
                                        </p:tgtEl>
                                      </p:cBhvr>
                                    </p:animEffect>
                                    <p:anim calcmode="lin" valueType="num">
                                      <p:cBhvr>
                                        <p:cTn id="16" dur="1000" fill="hold"/>
                                        <p:tgtEl>
                                          <p:spTgt spid="24"/>
                                        </p:tgtEl>
                                        <p:attrNameLst>
                                          <p:attrName>ppt_x</p:attrName>
                                        </p:attrNameLst>
                                      </p:cBhvr>
                                      <p:tavLst>
                                        <p:tav tm="0">
                                          <p:val>
                                            <p:strVal val="#ppt_x"/>
                                          </p:val>
                                        </p:tav>
                                        <p:tav tm="100000">
                                          <p:val>
                                            <p:strVal val="#ppt_x"/>
                                          </p:val>
                                        </p:tav>
                                      </p:tavLst>
                                    </p:anim>
                                    <p:anim calcmode="lin" valueType="num">
                                      <p:cBhvr>
                                        <p:cTn id="1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P spid="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98807-C43B-2732-76DE-227E0D57D4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93639DB-2722-3B85-E2CF-78F7C6CE414D}"/>
              </a:ext>
            </a:extLst>
          </p:cNvPr>
          <p:cNvSpPr>
            <a:spLocks noGrp="1"/>
          </p:cNvSpPr>
          <p:nvPr>
            <p:ph type="title"/>
          </p:nvPr>
        </p:nvSpPr>
        <p:spPr>
          <a:xfrm>
            <a:off x="2011680" y="1779764"/>
            <a:ext cx="25656294" cy="2277888"/>
          </a:xfrm>
        </p:spPr>
        <p:txBody>
          <a:bodyPr>
            <a:normAutofit/>
          </a:bodyPr>
          <a:lstStyle/>
          <a:p>
            <a:r>
              <a:rPr lang="en-US" dirty="0"/>
              <a:t>Setting the Parameters (Static Weights)</a:t>
            </a:r>
          </a:p>
        </p:txBody>
      </p:sp>
      <p:sp>
        <p:nvSpPr>
          <p:cNvPr id="4" name="Footer Placeholder 3">
            <a:extLst>
              <a:ext uri="{FF2B5EF4-FFF2-40B4-BE49-F238E27FC236}">
                <a16:creationId xmlns:a16="http://schemas.microsoft.com/office/drawing/2014/main" id="{4CAB6535-DCDF-D35C-3D9A-E3E059262B63}"/>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390E01EC-E777-03CE-02AB-18CCC22D47C2}"/>
              </a:ext>
            </a:extLst>
          </p:cNvPr>
          <p:cNvSpPr>
            <a:spLocks noGrp="1"/>
          </p:cNvSpPr>
          <p:nvPr>
            <p:ph type="sldNum" sz="quarter" idx="12"/>
          </p:nvPr>
        </p:nvSpPr>
        <p:spPr/>
        <p:txBody>
          <a:bodyPr/>
          <a:lstStyle/>
          <a:p>
            <a:fld id="{455CB61F-784F-47BE-8E88-4D7DF3343F95}" type="slidenum">
              <a:rPr lang="en-US" smtClean="0"/>
              <a:pPr/>
              <a:t>7</a:t>
            </a:fld>
            <a:endParaRPr lang="en-US" dirty="0"/>
          </a:p>
        </p:txBody>
      </p:sp>
      <p:sp>
        <p:nvSpPr>
          <p:cNvPr id="3" name="TextBox 2">
            <a:extLst>
              <a:ext uri="{FF2B5EF4-FFF2-40B4-BE49-F238E27FC236}">
                <a16:creationId xmlns:a16="http://schemas.microsoft.com/office/drawing/2014/main" id="{9CBA21FF-2D96-433E-7053-E6E61A246849}"/>
              </a:ext>
            </a:extLst>
          </p:cNvPr>
          <p:cNvSpPr txBox="1"/>
          <p:nvPr/>
        </p:nvSpPr>
        <p:spPr>
          <a:xfrm>
            <a:off x="921100" y="9830468"/>
            <a:ext cx="27251389" cy="3477875"/>
          </a:xfrm>
          <a:prstGeom prst="rect">
            <a:avLst/>
          </a:prstGeom>
          <a:noFill/>
        </p:spPr>
        <p:txBody>
          <a:bodyPr wrap="square">
            <a:spAutoFit/>
          </a:bodyPr>
          <a:lstStyle/>
          <a:p>
            <a:pPr marL="914400" indent="-914400" algn="just">
              <a:buFont typeface="+mj-lt"/>
              <a:buAutoNum type="arabicPeriod"/>
            </a:pPr>
            <a:r>
              <a:rPr lang="en-US" sz="4400" b="1" dirty="0"/>
              <a:t>Unsupervised Training</a:t>
            </a:r>
            <a:r>
              <a:rPr lang="en-US" sz="4400" dirty="0"/>
              <a:t>: The model processes the massive corpus (trillions of unlabeled tokens) with the </a:t>
            </a:r>
            <a:r>
              <a:rPr lang="en-US" sz="4400" i="1" dirty="0"/>
              <a:t>objective of correctly predicting the next word </a:t>
            </a:r>
            <a:r>
              <a:rPr lang="en-US" sz="4400" dirty="0"/>
              <a:t>(token) in a sentence. This step sets the </a:t>
            </a:r>
            <a:r>
              <a:rPr lang="en-US" sz="4400" b="1" dirty="0">
                <a:solidFill>
                  <a:schemeClr val="accent4"/>
                </a:solidFill>
              </a:rPr>
              <a:t>baseline values </a:t>
            </a:r>
            <a:r>
              <a:rPr lang="en-US" sz="4400" dirty="0"/>
              <a:t>of all the parameters.</a:t>
            </a:r>
          </a:p>
          <a:p>
            <a:pPr marL="914400" indent="-914400" algn="just">
              <a:buFont typeface="+mj-lt"/>
              <a:buAutoNum type="arabicPeriod"/>
            </a:pPr>
            <a:endParaRPr lang="en-US" sz="4400" dirty="0"/>
          </a:p>
          <a:p>
            <a:pPr marL="914400" indent="-914400" algn="just">
              <a:buFont typeface="+mj-lt"/>
              <a:buAutoNum type="arabicPeriod"/>
            </a:pPr>
            <a:r>
              <a:rPr lang="en-US" sz="4400" b="1" dirty="0"/>
              <a:t>Human Alignment</a:t>
            </a:r>
            <a:r>
              <a:rPr lang="en-US" sz="4400" dirty="0"/>
              <a:t>: Human experts rank and rate model responses against the same prompt. </a:t>
            </a:r>
            <a:r>
              <a:rPr lang="en-US" sz="4400" i="1" dirty="0"/>
              <a:t>The model adjusts the weights</a:t>
            </a:r>
            <a:r>
              <a:rPr lang="en-US" sz="4400" dirty="0"/>
              <a:t> to </a:t>
            </a:r>
            <a:r>
              <a:rPr lang="en-US" sz="4400" b="1" dirty="0">
                <a:solidFill>
                  <a:schemeClr val="accent6"/>
                </a:solidFill>
              </a:rPr>
              <a:t>increase the probability of high-quality responses</a:t>
            </a:r>
            <a:r>
              <a:rPr lang="en-US" sz="4400" dirty="0"/>
              <a:t>. This is done in a fraction of the training data (&lt;1%).</a:t>
            </a:r>
          </a:p>
        </p:txBody>
      </p:sp>
      <p:sp>
        <p:nvSpPr>
          <p:cNvPr id="8" name="Rectangle: Rounded Corners 7">
            <a:extLst>
              <a:ext uri="{FF2B5EF4-FFF2-40B4-BE49-F238E27FC236}">
                <a16:creationId xmlns:a16="http://schemas.microsoft.com/office/drawing/2014/main" id="{F05B5F0D-716B-489C-D374-3B8B8D11E717}"/>
              </a:ext>
            </a:extLst>
          </p:cNvPr>
          <p:cNvSpPr/>
          <p:nvPr/>
        </p:nvSpPr>
        <p:spPr>
          <a:xfrm>
            <a:off x="2372048" y="7290381"/>
            <a:ext cx="3903526" cy="1458142"/>
          </a:xfrm>
          <a:prstGeom prst="roundRect">
            <a:avLst/>
          </a:prstGeom>
          <a:solidFill>
            <a:schemeClr val="bg1">
              <a:lumMod val="85000"/>
              <a:alpha val="50000"/>
            </a:schemeClr>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Read Corpus</a:t>
            </a:r>
            <a:endParaRPr lang="en-US" sz="2800" i="1" dirty="0">
              <a:solidFill>
                <a:schemeClr val="tx1"/>
              </a:solidFill>
            </a:endParaRPr>
          </a:p>
        </p:txBody>
      </p:sp>
      <p:cxnSp>
        <p:nvCxnSpPr>
          <p:cNvPr id="14" name="Straight Arrow Connector 13">
            <a:extLst>
              <a:ext uri="{FF2B5EF4-FFF2-40B4-BE49-F238E27FC236}">
                <a16:creationId xmlns:a16="http://schemas.microsoft.com/office/drawing/2014/main" id="{7A9D5C9F-A3E8-6E83-D637-46C558EC73A8}"/>
              </a:ext>
            </a:extLst>
          </p:cNvPr>
          <p:cNvCxnSpPr>
            <a:cxnSpLocks/>
            <a:stCxn id="8" idx="3"/>
            <a:endCxn id="16" idx="1"/>
          </p:cNvCxnSpPr>
          <p:nvPr/>
        </p:nvCxnSpPr>
        <p:spPr>
          <a:xfrm flipV="1">
            <a:off x="6275574" y="8010272"/>
            <a:ext cx="1133821" cy="9180"/>
          </a:xfrm>
          <a:prstGeom prst="straightConnector1">
            <a:avLst/>
          </a:prstGeom>
          <a:ln w="762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7F391018-F8F9-3BFF-7043-2845CC495F50}"/>
              </a:ext>
            </a:extLst>
          </p:cNvPr>
          <p:cNvSpPr/>
          <p:nvPr/>
        </p:nvSpPr>
        <p:spPr>
          <a:xfrm>
            <a:off x="7409395" y="7281201"/>
            <a:ext cx="3903526" cy="1458142"/>
          </a:xfrm>
          <a:prstGeom prst="roundRect">
            <a:avLst/>
          </a:prstGeom>
          <a:solidFill>
            <a:schemeClr val="bg1">
              <a:lumMod val="85000"/>
              <a:alpha val="50000"/>
            </a:schemeClr>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Predict Token</a:t>
            </a:r>
            <a:endParaRPr lang="en-US" sz="2800" i="1" dirty="0">
              <a:solidFill>
                <a:schemeClr val="tx1"/>
              </a:solidFill>
            </a:endParaRPr>
          </a:p>
        </p:txBody>
      </p:sp>
      <p:cxnSp>
        <p:nvCxnSpPr>
          <p:cNvPr id="23" name="Straight Arrow Connector 22">
            <a:extLst>
              <a:ext uri="{FF2B5EF4-FFF2-40B4-BE49-F238E27FC236}">
                <a16:creationId xmlns:a16="http://schemas.microsoft.com/office/drawing/2014/main" id="{D04D4F5E-9EF4-7025-42DF-73A3F45A5530}"/>
              </a:ext>
            </a:extLst>
          </p:cNvPr>
          <p:cNvCxnSpPr>
            <a:cxnSpLocks/>
            <a:stCxn id="16" idx="3"/>
            <a:endCxn id="27" idx="1"/>
          </p:cNvCxnSpPr>
          <p:nvPr/>
        </p:nvCxnSpPr>
        <p:spPr>
          <a:xfrm>
            <a:off x="11312921" y="8010272"/>
            <a:ext cx="1133822" cy="283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1984C629-961C-008E-7340-0AF5BA09AA88}"/>
              </a:ext>
            </a:extLst>
          </p:cNvPr>
          <p:cNvSpPr/>
          <p:nvPr/>
        </p:nvSpPr>
        <p:spPr>
          <a:xfrm>
            <a:off x="12446743" y="7284031"/>
            <a:ext cx="4200104" cy="1458142"/>
          </a:xfrm>
          <a:prstGeom prst="roundRect">
            <a:avLst/>
          </a:prstGeom>
          <a:solidFill>
            <a:srgbClr val="7FE5CD"/>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Baseline Values</a:t>
            </a:r>
            <a:endParaRPr lang="en-US" sz="2800" i="1" dirty="0">
              <a:solidFill>
                <a:schemeClr val="tx1"/>
              </a:solidFill>
            </a:endParaRPr>
          </a:p>
        </p:txBody>
      </p:sp>
      <p:cxnSp>
        <p:nvCxnSpPr>
          <p:cNvPr id="33" name="Connector: Elbow 32">
            <a:extLst>
              <a:ext uri="{FF2B5EF4-FFF2-40B4-BE49-F238E27FC236}">
                <a16:creationId xmlns:a16="http://schemas.microsoft.com/office/drawing/2014/main" id="{122A592F-1705-F0A3-1299-63B80E086DE4}"/>
              </a:ext>
            </a:extLst>
          </p:cNvPr>
          <p:cNvCxnSpPr>
            <a:cxnSpLocks/>
            <a:stCxn id="16" idx="0"/>
            <a:endCxn id="8" idx="0"/>
          </p:cNvCxnSpPr>
          <p:nvPr/>
        </p:nvCxnSpPr>
        <p:spPr>
          <a:xfrm rot="16200000" flipH="1" flipV="1">
            <a:off x="6837895" y="4767117"/>
            <a:ext cx="9180" cy="5037347"/>
          </a:xfrm>
          <a:prstGeom prst="bentConnector3">
            <a:avLst>
              <a:gd name="adj1" fmla="val -8023965"/>
            </a:avLst>
          </a:prstGeom>
          <a:ln w="76200">
            <a:solidFill>
              <a:schemeClr val="tx1"/>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53" name="Rectangle: Rounded Corners 52">
            <a:extLst>
              <a:ext uri="{FF2B5EF4-FFF2-40B4-BE49-F238E27FC236}">
                <a16:creationId xmlns:a16="http://schemas.microsoft.com/office/drawing/2014/main" id="{180921DD-EA00-A2E2-EFDC-17331721182D}"/>
              </a:ext>
            </a:extLst>
          </p:cNvPr>
          <p:cNvSpPr/>
          <p:nvPr/>
        </p:nvSpPr>
        <p:spPr>
          <a:xfrm>
            <a:off x="13559688" y="5260356"/>
            <a:ext cx="4200104" cy="1458142"/>
          </a:xfrm>
          <a:prstGeom prst="roundRect">
            <a:avLst/>
          </a:prstGeom>
          <a:solidFill>
            <a:schemeClr val="bg2">
              <a:alpha val="50000"/>
            </a:schemeClr>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Human Feedback</a:t>
            </a:r>
            <a:endParaRPr lang="en-US" sz="2800" i="1" dirty="0">
              <a:solidFill>
                <a:schemeClr val="tx1"/>
              </a:solidFill>
            </a:endParaRPr>
          </a:p>
        </p:txBody>
      </p:sp>
      <p:cxnSp>
        <p:nvCxnSpPr>
          <p:cNvPr id="67" name="Connector: Elbow 66">
            <a:extLst>
              <a:ext uri="{FF2B5EF4-FFF2-40B4-BE49-F238E27FC236}">
                <a16:creationId xmlns:a16="http://schemas.microsoft.com/office/drawing/2014/main" id="{36FD0D17-730F-5015-FB43-FAB09A75B7E4}"/>
              </a:ext>
            </a:extLst>
          </p:cNvPr>
          <p:cNvCxnSpPr>
            <a:cxnSpLocks/>
            <a:stCxn id="53" idx="2"/>
            <a:endCxn id="27" idx="3"/>
          </p:cNvCxnSpPr>
          <p:nvPr/>
        </p:nvCxnSpPr>
        <p:spPr>
          <a:xfrm rot="16200000" flipH="1">
            <a:off x="15505991" y="6872246"/>
            <a:ext cx="1294604" cy="987107"/>
          </a:xfrm>
          <a:prstGeom prst="bentConnector4">
            <a:avLst>
              <a:gd name="adj1" fmla="val 21842"/>
              <a:gd name="adj2" fmla="val 235907"/>
            </a:avLst>
          </a:prstGeom>
          <a:ln w="76200">
            <a:solidFill>
              <a:schemeClr val="accent3"/>
            </a:solidFill>
            <a:prstDash val="solid"/>
            <a:tailEnd type="triangle"/>
          </a:ln>
        </p:spPr>
        <p:style>
          <a:lnRef idx="2">
            <a:schemeClr val="accent1"/>
          </a:lnRef>
          <a:fillRef idx="0">
            <a:schemeClr val="accent1"/>
          </a:fillRef>
          <a:effectRef idx="1">
            <a:schemeClr val="accent1"/>
          </a:effectRef>
          <a:fontRef idx="minor">
            <a:schemeClr val="tx1"/>
          </a:fontRef>
        </p:style>
      </p:cxnSp>
      <p:sp>
        <p:nvSpPr>
          <p:cNvPr id="76" name="Rectangle: Rounded Corners 75">
            <a:extLst>
              <a:ext uri="{FF2B5EF4-FFF2-40B4-BE49-F238E27FC236}">
                <a16:creationId xmlns:a16="http://schemas.microsoft.com/office/drawing/2014/main" id="{64A7D586-E9F3-6971-94CE-164484B2C2CE}"/>
              </a:ext>
            </a:extLst>
          </p:cNvPr>
          <p:cNvSpPr/>
          <p:nvPr/>
        </p:nvSpPr>
        <p:spPr>
          <a:xfrm>
            <a:off x="18366696" y="7290382"/>
            <a:ext cx="4200104" cy="1458142"/>
          </a:xfrm>
          <a:prstGeom prst="roundRect">
            <a:avLst/>
          </a:prstGeom>
          <a:solidFill>
            <a:schemeClr val="accent6">
              <a:lumMod val="40000"/>
              <a:lumOff val="60000"/>
              <a:alpha val="50000"/>
            </a:schemeClr>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Static Weights</a:t>
            </a:r>
          </a:p>
        </p:txBody>
      </p:sp>
      <p:cxnSp>
        <p:nvCxnSpPr>
          <p:cNvPr id="81" name="Connector: Elbow 80">
            <a:extLst>
              <a:ext uri="{FF2B5EF4-FFF2-40B4-BE49-F238E27FC236}">
                <a16:creationId xmlns:a16="http://schemas.microsoft.com/office/drawing/2014/main" id="{FF853B90-414E-1F22-1576-D39925A44AAC}"/>
              </a:ext>
            </a:extLst>
          </p:cNvPr>
          <p:cNvCxnSpPr>
            <a:cxnSpLocks/>
            <a:stCxn id="27" idx="2"/>
            <a:endCxn id="76" idx="2"/>
          </p:cNvCxnSpPr>
          <p:nvPr/>
        </p:nvCxnSpPr>
        <p:spPr>
          <a:xfrm rot="16200000" flipH="1">
            <a:off x="17503596" y="5785371"/>
            <a:ext cx="6351" cy="5919953"/>
          </a:xfrm>
          <a:prstGeom prst="bentConnector3">
            <a:avLst>
              <a:gd name="adj1" fmla="val 8343867"/>
            </a:avLst>
          </a:prstGeom>
          <a:ln w="76200">
            <a:solidFill>
              <a:schemeClr val="tx1"/>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87" name="Straight Arrow Connector 86">
            <a:extLst>
              <a:ext uri="{FF2B5EF4-FFF2-40B4-BE49-F238E27FC236}">
                <a16:creationId xmlns:a16="http://schemas.microsoft.com/office/drawing/2014/main" id="{0D69C087-5594-EA26-0170-CA2319455F36}"/>
              </a:ext>
            </a:extLst>
          </p:cNvPr>
          <p:cNvCxnSpPr>
            <a:cxnSpLocks/>
            <a:stCxn id="76" idx="3"/>
            <a:endCxn id="90" idx="1"/>
          </p:cNvCxnSpPr>
          <p:nvPr/>
        </p:nvCxnSpPr>
        <p:spPr>
          <a:xfrm flipV="1">
            <a:off x="22566800" y="8019452"/>
            <a:ext cx="1133822" cy="1"/>
          </a:xfrm>
          <a:prstGeom prst="straightConnector1">
            <a:avLst/>
          </a:prstGeom>
          <a:ln w="76200">
            <a:solidFill>
              <a:schemeClr val="accent6"/>
            </a:solidFill>
            <a:tailEnd type="triangle"/>
          </a:ln>
        </p:spPr>
        <p:style>
          <a:lnRef idx="2">
            <a:schemeClr val="accent1"/>
          </a:lnRef>
          <a:fillRef idx="0">
            <a:schemeClr val="accent1"/>
          </a:fillRef>
          <a:effectRef idx="1">
            <a:schemeClr val="accent1"/>
          </a:effectRef>
          <a:fontRef idx="minor">
            <a:schemeClr val="tx1"/>
          </a:fontRef>
        </p:style>
      </p:cxnSp>
      <p:sp>
        <p:nvSpPr>
          <p:cNvPr id="90" name="Diamond 89">
            <a:extLst>
              <a:ext uri="{FF2B5EF4-FFF2-40B4-BE49-F238E27FC236}">
                <a16:creationId xmlns:a16="http://schemas.microsoft.com/office/drawing/2014/main" id="{18C0EBCE-7CC2-85D7-F47E-E9EBE91D412F}"/>
              </a:ext>
            </a:extLst>
          </p:cNvPr>
          <p:cNvSpPr/>
          <p:nvPr/>
        </p:nvSpPr>
        <p:spPr>
          <a:xfrm>
            <a:off x="23700622" y="6880508"/>
            <a:ext cx="4658753" cy="2277888"/>
          </a:xfrm>
          <a:prstGeom prst="diamond">
            <a:avLst/>
          </a:prstGeom>
          <a:solidFill>
            <a:schemeClr val="bg2">
              <a:alpha val="50000"/>
            </a:schemeClr>
          </a:solidFill>
          <a:ln w="38100" cmpd="sng">
            <a:solidFill>
              <a:schemeClr val="tx1"/>
            </a:solidFill>
            <a:extLst>
              <a:ext uri="{C807C97D-BFC1-408E-A445-0C87EB9F89A2}">
                <ask:lineSketchStyleProps xmlns:ask="http://schemas.microsoft.com/office/drawing/2018/sketchyshapes" sd="1219033472">
                  <a:custGeom>
                    <a:avLst/>
                    <a:gdLst>
                      <a:gd name="csX0" fmla="*/ 0 w 10864767"/>
                      <a:gd name="csY0" fmla="*/ 827980 h 4967780"/>
                      <a:gd name="csX1" fmla="*/ 827980 w 10864767"/>
                      <a:gd name="csY1" fmla="*/ 0 h 4967780"/>
                      <a:gd name="csX2" fmla="*/ 1587707 w 10864767"/>
                      <a:gd name="csY2" fmla="*/ 0 h 4967780"/>
                      <a:gd name="csX3" fmla="*/ 1979081 w 10864767"/>
                      <a:gd name="csY3" fmla="*/ 0 h 4967780"/>
                      <a:gd name="csX4" fmla="*/ 2554631 w 10864767"/>
                      <a:gd name="csY4" fmla="*/ 0 h 4967780"/>
                      <a:gd name="csX5" fmla="*/ 3222270 w 10864767"/>
                      <a:gd name="csY5" fmla="*/ 0 h 4967780"/>
                      <a:gd name="csX6" fmla="*/ 3981996 w 10864767"/>
                      <a:gd name="csY6" fmla="*/ 0 h 4967780"/>
                      <a:gd name="csX7" fmla="*/ 4649635 w 10864767"/>
                      <a:gd name="csY7" fmla="*/ 0 h 4967780"/>
                      <a:gd name="csX8" fmla="*/ 5409361 w 10864767"/>
                      <a:gd name="csY8" fmla="*/ 0 h 4967780"/>
                      <a:gd name="csX9" fmla="*/ 6077000 w 10864767"/>
                      <a:gd name="csY9" fmla="*/ 0 h 4967780"/>
                      <a:gd name="csX10" fmla="*/ 6468374 w 10864767"/>
                      <a:gd name="csY10" fmla="*/ 0 h 4967780"/>
                      <a:gd name="csX11" fmla="*/ 7136013 w 10864767"/>
                      <a:gd name="csY11" fmla="*/ 0 h 4967780"/>
                      <a:gd name="csX12" fmla="*/ 7619475 w 10864767"/>
                      <a:gd name="csY12" fmla="*/ 0 h 4967780"/>
                      <a:gd name="csX13" fmla="*/ 8010849 w 10864767"/>
                      <a:gd name="csY13" fmla="*/ 0 h 4967780"/>
                      <a:gd name="csX14" fmla="*/ 8310136 w 10864767"/>
                      <a:gd name="csY14" fmla="*/ 0 h 4967780"/>
                      <a:gd name="csX15" fmla="*/ 8701510 w 10864767"/>
                      <a:gd name="csY15" fmla="*/ 0 h 4967780"/>
                      <a:gd name="csX16" fmla="*/ 9092884 w 10864767"/>
                      <a:gd name="csY16" fmla="*/ 0 h 4967780"/>
                      <a:gd name="csX17" fmla="*/ 10036787 w 10864767"/>
                      <a:gd name="csY17" fmla="*/ 0 h 4967780"/>
                      <a:gd name="csX18" fmla="*/ 10864767 w 10864767"/>
                      <a:gd name="csY18" fmla="*/ 827980 h 4967780"/>
                      <a:gd name="csX19" fmla="*/ 10864767 w 10864767"/>
                      <a:gd name="csY19" fmla="*/ 1280595 h 4967780"/>
                      <a:gd name="csX20" fmla="*/ 10864767 w 10864767"/>
                      <a:gd name="csY20" fmla="*/ 1766329 h 4967780"/>
                      <a:gd name="csX21" fmla="*/ 10864767 w 10864767"/>
                      <a:gd name="csY21" fmla="*/ 2384535 h 4967780"/>
                      <a:gd name="csX22" fmla="*/ 10864767 w 10864767"/>
                      <a:gd name="csY22" fmla="*/ 2870269 h 4967780"/>
                      <a:gd name="csX23" fmla="*/ 10864767 w 10864767"/>
                      <a:gd name="csY23" fmla="*/ 3455357 h 4967780"/>
                      <a:gd name="csX24" fmla="*/ 10864767 w 10864767"/>
                      <a:gd name="csY24" fmla="*/ 4139800 h 4967780"/>
                      <a:gd name="csX25" fmla="*/ 10036787 w 10864767"/>
                      <a:gd name="csY25" fmla="*/ 4967780 h 4967780"/>
                      <a:gd name="csX26" fmla="*/ 9645413 w 10864767"/>
                      <a:gd name="csY26" fmla="*/ 4967780 h 4967780"/>
                      <a:gd name="csX27" fmla="*/ 9346126 w 10864767"/>
                      <a:gd name="csY27" fmla="*/ 4967780 h 4967780"/>
                      <a:gd name="csX28" fmla="*/ 8770576 w 10864767"/>
                      <a:gd name="csY28" fmla="*/ 4967780 h 4967780"/>
                      <a:gd name="csX29" fmla="*/ 8287114 w 10864767"/>
                      <a:gd name="csY29" fmla="*/ 4967780 h 4967780"/>
                      <a:gd name="csX30" fmla="*/ 7803651 w 10864767"/>
                      <a:gd name="csY30" fmla="*/ 4967780 h 4967780"/>
                      <a:gd name="csX31" fmla="*/ 7320189 w 10864767"/>
                      <a:gd name="csY31" fmla="*/ 4967780 h 4967780"/>
                      <a:gd name="csX32" fmla="*/ 7020903 w 10864767"/>
                      <a:gd name="csY32" fmla="*/ 4967780 h 4967780"/>
                      <a:gd name="csX33" fmla="*/ 6261176 w 10864767"/>
                      <a:gd name="csY33" fmla="*/ 4967780 h 4967780"/>
                      <a:gd name="csX34" fmla="*/ 5501450 w 10864767"/>
                      <a:gd name="csY34" fmla="*/ 4967780 h 4967780"/>
                      <a:gd name="csX35" fmla="*/ 5202163 w 10864767"/>
                      <a:gd name="csY35" fmla="*/ 4967780 h 4967780"/>
                      <a:gd name="csX36" fmla="*/ 4810789 w 10864767"/>
                      <a:gd name="csY36" fmla="*/ 4967780 h 4967780"/>
                      <a:gd name="csX37" fmla="*/ 4235239 w 10864767"/>
                      <a:gd name="csY37" fmla="*/ 4967780 h 4967780"/>
                      <a:gd name="csX38" fmla="*/ 3567600 w 10864767"/>
                      <a:gd name="csY38" fmla="*/ 4967780 h 4967780"/>
                      <a:gd name="csX39" fmla="*/ 3084138 w 10864767"/>
                      <a:gd name="csY39" fmla="*/ 4967780 h 4967780"/>
                      <a:gd name="csX40" fmla="*/ 2692763 w 10864767"/>
                      <a:gd name="csY40" fmla="*/ 4967780 h 4967780"/>
                      <a:gd name="csX41" fmla="*/ 2301389 w 10864767"/>
                      <a:gd name="csY41" fmla="*/ 4967780 h 4967780"/>
                      <a:gd name="csX42" fmla="*/ 1633751 w 10864767"/>
                      <a:gd name="csY42" fmla="*/ 4967780 h 4967780"/>
                      <a:gd name="csX43" fmla="*/ 1334464 w 10864767"/>
                      <a:gd name="csY43" fmla="*/ 4967780 h 4967780"/>
                      <a:gd name="csX44" fmla="*/ 827980 w 10864767"/>
                      <a:gd name="csY44" fmla="*/ 4967780 h 4967780"/>
                      <a:gd name="csX45" fmla="*/ 0 w 10864767"/>
                      <a:gd name="csY45" fmla="*/ 4139800 h 4967780"/>
                      <a:gd name="csX46" fmla="*/ 0 w 10864767"/>
                      <a:gd name="csY46" fmla="*/ 3620948 h 4967780"/>
                      <a:gd name="csX47" fmla="*/ 0 w 10864767"/>
                      <a:gd name="csY47" fmla="*/ 3168333 h 4967780"/>
                      <a:gd name="csX48" fmla="*/ 0 w 10864767"/>
                      <a:gd name="csY48" fmla="*/ 2715717 h 4967780"/>
                      <a:gd name="csX49" fmla="*/ 0 w 10864767"/>
                      <a:gd name="csY49" fmla="*/ 2196866 h 4967780"/>
                      <a:gd name="csX50" fmla="*/ 0 w 10864767"/>
                      <a:gd name="csY50" fmla="*/ 1644896 h 4967780"/>
                      <a:gd name="csX51" fmla="*/ 0 w 10864767"/>
                      <a:gd name="csY51" fmla="*/ 827980 h 4967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10864767" h="4967780" fill="none" extrusionOk="0">
                        <a:moveTo>
                          <a:pt x="0" y="827980"/>
                        </a:moveTo>
                        <a:cubicBezTo>
                          <a:pt x="23883" y="286815"/>
                          <a:pt x="349860" y="-37041"/>
                          <a:pt x="827980" y="0"/>
                        </a:cubicBezTo>
                        <a:cubicBezTo>
                          <a:pt x="1058099" y="-54163"/>
                          <a:pt x="1281168" y="67934"/>
                          <a:pt x="1587707" y="0"/>
                        </a:cubicBezTo>
                        <a:cubicBezTo>
                          <a:pt x="1894246" y="-67934"/>
                          <a:pt x="1869637" y="11653"/>
                          <a:pt x="1979081" y="0"/>
                        </a:cubicBezTo>
                        <a:cubicBezTo>
                          <a:pt x="2088525" y="-11653"/>
                          <a:pt x="2301121" y="17789"/>
                          <a:pt x="2554631" y="0"/>
                        </a:cubicBezTo>
                        <a:cubicBezTo>
                          <a:pt x="2808141" y="-17789"/>
                          <a:pt x="3029901" y="65545"/>
                          <a:pt x="3222270" y="0"/>
                        </a:cubicBezTo>
                        <a:cubicBezTo>
                          <a:pt x="3414639" y="-65545"/>
                          <a:pt x="3680856" y="54559"/>
                          <a:pt x="3981996" y="0"/>
                        </a:cubicBezTo>
                        <a:cubicBezTo>
                          <a:pt x="4283136" y="-54559"/>
                          <a:pt x="4350519" y="43015"/>
                          <a:pt x="4649635" y="0"/>
                        </a:cubicBezTo>
                        <a:cubicBezTo>
                          <a:pt x="4948751" y="-43015"/>
                          <a:pt x="5206479" y="663"/>
                          <a:pt x="5409361" y="0"/>
                        </a:cubicBezTo>
                        <a:cubicBezTo>
                          <a:pt x="5612243" y="-663"/>
                          <a:pt x="5762478" y="66231"/>
                          <a:pt x="6077000" y="0"/>
                        </a:cubicBezTo>
                        <a:cubicBezTo>
                          <a:pt x="6391522" y="-66231"/>
                          <a:pt x="6332376" y="2784"/>
                          <a:pt x="6468374" y="0"/>
                        </a:cubicBezTo>
                        <a:cubicBezTo>
                          <a:pt x="6604372" y="-2784"/>
                          <a:pt x="6842618" y="73841"/>
                          <a:pt x="7136013" y="0"/>
                        </a:cubicBezTo>
                        <a:cubicBezTo>
                          <a:pt x="7429408" y="-73841"/>
                          <a:pt x="7492985" y="13237"/>
                          <a:pt x="7619475" y="0"/>
                        </a:cubicBezTo>
                        <a:cubicBezTo>
                          <a:pt x="7745965" y="-13237"/>
                          <a:pt x="7829136" y="16823"/>
                          <a:pt x="8010849" y="0"/>
                        </a:cubicBezTo>
                        <a:cubicBezTo>
                          <a:pt x="8192562" y="-16823"/>
                          <a:pt x="8187544" y="30464"/>
                          <a:pt x="8310136" y="0"/>
                        </a:cubicBezTo>
                        <a:cubicBezTo>
                          <a:pt x="8432728" y="-30464"/>
                          <a:pt x="8535336" y="14251"/>
                          <a:pt x="8701510" y="0"/>
                        </a:cubicBezTo>
                        <a:cubicBezTo>
                          <a:pt x="8867684" y="-14251"/>
                          <a:pt x="8949000" y="24649"/>
                          <a:pt x="9092884" y="0"/>
                        </a:cubicBezTo>
                        <a:cubicBezTo>
                          <a:pt x="9236768" y="-24649"/>
                          <a:pt x="9604441" y="54925"/>
                          <a:pt x="10036787" y="0"/>
                        </a:cubicBezTo>
                        <a:cubicBezTo>
                          <a:pt x="10437306" y="-91294"/>
                          <a:pt x="10748351" y="362937"/>
                          <a:pt x="10864767" y="827980"/>
                        </a:cubicBezTo>
                        <a:cubicBezTo>
                          <a:pt x="10890172" y="1051581"/>
                          <a:pt x="10841440" y="1054487"/>
                          <a:pt x="10864767" y="1280595"/>
                        </a:cubicBezTo>
                        <a:cubicBezTo>
                          <a:pt x="10888094" y="1506704"/>
                          <a:pt x="10813724" y="1648528"/>
                          <a:pt x="10864767" y="1766329"/>
                        </a:cubicBezTo>
                        <a:cubicBezTo>
                          <a:pt x="10915810" y="1884130"/>
                          <a:pt x="10850891" y="2076416"/>
                          <a:pt x="10864767" y="2384535"/>
                        </a:cubicBezTo>
                        <a:cubicBezTo>
                          <a:pt x="10878643" y="2692654"/>
                          <a:pt x="10842118" y="2745613"/>
                          <a:pt x="10864767" y="2870269"/>
                        </a:cubicBezTo>
                        <a:cubicBezTo>
                          <a:pt x="10887416" y="2994925"/>
                          <a:pt x="10849062" y="3288242"/>
                          <a:pt x="10864767" y="3455357"/>
                        </a:cubicBezTo>
                        <a:cubicBezTo>
                          <a:pt x="10880472" y="3622472"/>
                          <a:pt x="10831245" y="3819159"/>
                          <a:pt x="10864767" y="4139800"/>
                        </a:cubicBezTo>
                        <a:cubicBezTo>
                          <a:pt x="10756380" y="4523415"/>
                          <a:pt x="10535415" y="4971137"/>
                          <a:pt x="10036787" y="4967780"/>
                        </a:cubicBezTo>
                        <a:cubicBezTo>
                          <a:pt x="9928733" y="5003877"/>
                          <a:pt x="9811546" y="4923433"/>
                          <a:pt x="9645413" y="4967780"/>
                        </a:cubicBezTo>
                        <a:cubicBezTo>
                          <a:pt x="9479280" y="5012127"/>
                          <a:pt x="9494318" y="4955761"/>
                          <a:pt x="9346126" y="4967780"/>
                        </a:cubicBezTo>
                        <a:cubicBezTo>
                          <a:pt x="9197934" y="4979799"/>
                          <a:pt x="8921273" y="4903638"/>
                          <a:pt x="8770576" y="4967780"/>
                        </a:cubicBezTo>
                        <a:cubicBezTo>
                          <a:pt x="8619879" y="5031922"/>
                          <a:pt x="8426794" y="4962239"/>
                          <a:pt x="8287114" y="4967780"/>
                        </a:cubicBezTo>
                        <a:cubicBezTo>
                          <a:pt x="8147434" y="4973321"/>
                          <a:pt x="8034035" y="4950384"/>
                          <a:pt x="7803651" y="4967780"/>
                        </a:cubicBezTo>
                        <a:cubicBezTo>
                          <a:pt x="7573267" y="4985176"/>
                          <a:pt x="7422403" y="4942191"/>
                          <a:pt x="7320189" y="4967780"/>
                        </a:cubicBezTo>
                        <a:cubicBezTo>
                          <a:pt x="7217975" y="4993369"/>
                          <a:pt x="7094063" y="4938365"/>
                          <a:pt x="7020903" y="4967780"/>
                        </a:cubicBezTo>
                        <a:cubicBezTo>
                          <a:pt x="6947743" y="4997195"/>
                          <a:pt x="6592172" y="4957625"/>
                          <a:pt x="6261176" y="4967780"/>
                        </a:cubicBezTo>
                        <a:cubicBezTo>
                          <a:pt x="5930180" y="4977935"/>
                          <a:pt x="5727876" y="4895962"/>
                          <a:pt x="5501450" y="4967780"/>
                        </a:cubicBezTo>
                        <a:cubicBezTo>
                          <a:pt x="5275024" y="5039598"/>
                          <a:pt x="5346698" y="4953350"/>
                          <a:pt x="5202163" y="4967780"/>
                        </a:cubicBezTo>
                        <a:cubicBezTo>
                          <a:pt x="5057628" y="4982210"/>
                          <a:pt x="4936658" y="4948522"/>
                          <a:pt x="4810789" y="4967780"/>
                        </a:cubicBezTo>
                        <a:cubicBezTo>
                          <a:pt x="4684920" y="4987038"/>
                          <a:pt x="4356265" y="4964661"/>
                          <a:pt x="4235239" y="4967780"/>
                        </a:cubicBezTo>
                        <a:cubicBezTo>
                          <a:pt x="4114213" y="4970899"/>
                          <a:pt x="3889876" y="4948027"/>
                          <a:pt x="3567600" y="4967780"/>
                        </a:cubicBezTo>
                        <a:cubicBezTo>
                          <a:pt x="3245324" y="4987533"/>
                          <a:pt x="3235774" y="4961255"/>
                          <a:pt x="3084138" y="4967780"/>
                        </a:cubicBezTo>
                        <a:cubicBezTo>
                          <a:pt x="2932502" y="4974305"/>
                          <a:pt x="2795238" y="4957670"/>
                          <a:pt x="2692763" y="4967780"/>
                        </a:cubicBezTo>
                        <a:cubicBezTo>
                          <a:pt x="2590288" y="4977890"/>
                          <a:pt x="2468556" y="4929296"/>
                          <a:pt x="2301389" y="4967780"/>
                        </a:cubicBezTo>
                        <a:cubicBezTo>
                          <a:pt x="2134222" y="5006264"/>
                          <a:pt x="1792189" y="4957697"/>
                          <a:pt x="1633751" y="4967780"/>
                        </a:cubicBezTo>
                        <a:cubicBezTo>
                          <a:pt x="1475313" y="4977863"/>
                          <a:pt x="1410068" y="4967514"/>
                          <a:pt x="1334464" y="4967780"/>
                        </a:cubicBezTo>
                        <a:cubicBezTo>
                          <a:pt x="1258860" y="4968046"/>
                          <a:pt x="1022004" y="4925903"/>
                          <a:pt x="827980" y="4967780"/>
                        </a:cubicBezTo>
                        <a:cubicBezTo>
                          <a:pt x="409544" y="4897806"/>
                          <a:pt x="11327" y="4599687"/>
                          <a:pt x="0" y="4139800"/>
                        </a:cubicBezTo>
                        <a:cubicBezTo>
                          <a:pt x="-61473" y="3886676"/>
                          <a:pt x="26381" y="3872728"/>
                          <a:pt x="0" y="3620948"/>
                        </a:cubicBezTo>
                        <a:cubicBezTo>
                          <a:pt x="-26381" y="3369168"/>
                          <a:pt x="12142" y="3299037"/>
                          <a:pt x="0" y="3168333"/>
                        </a:cubicBezTo>
                        <a:cubicBezTo>
                          <a:pt x="-12142" y="3037630"/>
                          <a:pt x="3513" y="2864687"/>
                          <a:pt x="0" y="2715717"/>
                        </a:cubicBezTo>
                        <a:cubicBezTo>
                          <a:pt x="-3513" y="2566747"/>
                          <a:pt x="62100" y="2380546"/>
                          <a:pt x="0" y="2196866"/>
                        </a:cubicBezTo>
                        <a:cubicBezTo>
                          <a:pt x="-62100" y="2013186"/>
                          <a:pt x="31302" y="1806898"/>
                          <a:pt x="0" y="1644896"/>
                        </a:cubicBezTo>
                        <a:cubicBezTo>
                          <a:pt x="-31302" y="1482894"/>
                          <a:pt x="67016" y="1042101"/>
                          <a:pt x="0" y="827980"/>
                        </a:cubicBezTo>
                        <a:close/>
                      </a:path>
                      <a:path w="10864767" h="4967780" stroke="0" extrusionOk="0">
                        <a:moveTo>
                          <a:pt x="0" y="827980"/>
                        </a:moveTo>
                        <a:cubicBezTo>
                          <a:pt x="-105857" y="305404"/>
                          <a:pt x="303277" y="25305"/>
                          <a:pt x="827980" y="0"/>
                        </a:cubicBezTo>
                        <a:cubicBezTo>
                          <a:pt x="1147323" y="-18253"/>
                          <a:pt x="1304367" y="2938"/>
                          <a:pt x="1587707" y="0"/>
                        </a:cubicBezTo>
                        <a:cubicBezTo>
                          <a:pt x="1871047" y="-2938"/>
                          <a:pt x="1847942" y="9434"/>
                          <a:pt x="2071169" y="0"/>
                        </a:cubicBezTo>
                        <a:cubicBezTo>
                          <a:pt x="2294396" y="-9434"/>
                          <a:pt x="2272068" y="35822"/>
                          <a:pt x="2462543" y="0"/>
                        </a:cubicBezTo>
                        <a:cubicBezTo>
                          <a:pt x="2653018" y="-35822"/>
                          <a:pt x="2940642" y="63468"/>
                          <a:pt x="3130182" y="0"/>
                        </a:cubicBezTo>
                        <a:cubicBezTo>
                          <a:pt x="3319722" y="-63468"/>
                          <a:pt x="3447818" y="55319"/>
                          <a:pt x="3613644" y="0"/>
                        </a:cubicBezTo>
                        <a:cubicBezTo>
                          <a:pt x="3779470" y="-55319"/>
                          <a:pt x="4006552" y="4103"/>
                          <a:pt x="4373371" y="0"/>
                        </a:cubicBezTo>
                        <a:cubicBezTo>
                          <a:pt x="4740190" y="-4103"/>
                          <a:pt x="4627305" y="42804"/>
                          <a:pt x="4764745" y="0"/>
                        </a:cubicBezTo>
                        <a:cubicBezTo>
                          <a:pt x="4902185" y="-42804"/>
                          <a:pt x="5219032" y="53602"/>
                          <a:pt x="5524472" y="0"/>
                        </a:cubicBezTo>
                        <a:cubicBezTo>
                          <a:pt x="5829912" y="-53602"/>
                          <a:pt x="5750680" y="11855"/>
                          <a:pt x="5823758" y="0"/>
                        </a:cubicBezTo>
                        <a:cubicBezTo>
                          <a:pt x="5896836" y="-11855"/>
                          <a:pt x="6253734" y="54134"/>
                          <a:pt x="6399308" y="0"/>
                        </a:cubicBezTo>
                        <a:cubicBezTo>
                          <a:pt x="6544882" y="-54134"/>
                          <a:pt x="6785234" y="40170"/>
                          <a:pt x="6974859" y="0"/>
                        </a:cubicBezTo>
                        <a:cubicBezTo>
                          <a:pt x="7164484" y="-40170"/>
                          <a:pt x="7343094" y="39214"/>
                          <a:pt x="7458321" y="0"/>
                        </a:cubicBezTo>
                        <a:cubicBezTo>
                          <a:pt x="7573548" y="-39214"/>
                          <a:pt x="7995757" y="88769"/>
                          <a:pt x="8218048" y="0"/>
                        </a:cubicBezTo>
                        <a:cubicBezTo>
                          <a:pt x="8440339" y="-88769"/>
                          <a:pt x="8793985" y="52405"/>
                          <a:pt x="8977774" y="0"/>
                        </a:cubicBezTo>
                        <a:cubicBezTo>
                          <a:pt x="9161563" y="-52405"/>
                          <a:pt x="9267686" y="11548"/>
                          <a:pt x="9369148" y="0"/>
                        </a:cubicBezTo>
                        <a:cubicBezTo>
                          <a:pt x="9470610" y="-11548"/>
                          <a:pt x="9889056" y="22171"/>
                          <a:pt x="10036787" y="0"/>
                        </a:cubicBezTo>
                        <a:cubicBezTo>
                          <a:pt x="10479269" y="-30167"/>
                          <a:pt x="10867895" y="328389"/>
                          <a:pt x="10864767" y="827980"/>
                        </a:cubicBezTo>
                        <a:cubicBezTo>
                          <a:pt x="10898186" y="1055667"/>
                          <a:pt x="10832075" y="1236279"/>
                          <a:pt x="10864767" y="1413068"/>
                        </a:cubicBezTo>
                        <a:cubicBezTo>
                          <a:pt x="10897459" y="1589857"/>
                          <a:pt x="10861644" y="1750162"/>
                          <a:pt x="10864767" y="1898802"/>
                        </a:cubicBezTo>
                        <a:cubicBezTo>
                          <a:pt x="10867890" y="2047442"/>
                          <a:pt x="10857512" y="2389033"/>
                          <a:pt x="10864767" y="2517008"/>
                        </a:cubicBezTo>
                        <a:cubicBezTo>
                          <a:pt x="10872022" y="2644983"/>
                          <a:pt x="10860128" y="2900041"/>
                          <a:pt x="10864767" y="3068978"/>
                        </a:cubicBezTo>
                        <a:cubicBezTo>
                          <a:pt x="10869406" y="3237915"/>
                          <a:pt x="10834636" y="3333454"/>
                          <a:pt x="10864767" y="3554712"/>
                        </a:cubicBezTo>
                        <a:cubicBezTo>
                          <a:pt x="10894898" y="3775970"/>
                          <a:pt x="10852607" y="3992046"/>
                          <a:pt x="10864767" y="4139800"/>
                        </a:cubicBezTo>
                        <a:cubicBezTo>
                          <a:pt x="10843210" y="4595861"/>
                          <a:pt x="10526462" y="4995669"/>
                          <a:pt x="10036787" y="4967780"/>
                        </a:cubicBezTo>
                        <a:cubicBezTo>
                          <a:pt x="9857395" y="5030429"/>
                          <a:pt x="9701411" y="4955308"/>
                          <a:pt x="9461237" y="4967780"/>
                        </a:cubicBezTo>
                        <a:cubicBezTo>
                          <a:pt x="9221063" y="4980252"/>
                          <a:pt x="9242256" y="4925326"/>
                          <a:pt x="9069862" y="4967780"/>
                        </a:cubicBezTo>
                        <a:cubicBezTo>
                          <a:pt x="8897468" y="5010234"/>
                          <a:pt x="8617278" y="4962715"/>
                          <a:pt x="8402224" y="4967780"/>
                        </a:cubicBezTo>
                        <a:cubicBezTo>
                          <a:pt x="8187170" y="4972845"/>
                          <a:pt x="8124935" y="4943532"/>
                          <a:pt x="8010849" y="4967780"/>
                        </a:cubicBezTo>
                        <a:cubicBezTo>
                          <a:pt x="7896764" y="4992028"/>
                          <a:pt x="7493185" y="4958460"/>
                          <a:pt x="7343211" y="4967780"/>
                        </a:cubicBezTo>
                        <a:cubicBezTo>
                          <a:pt x="7193237" y="4977100"/>
                          <a:pt x="7110886" y="4961262"/>
                          <a:pt x="7043925" y="4967780"/>
                        </a:cubicBezTo>
                        <a:cubicBezTo>
                          <a:pt x="6976964" y="4974298"/>
                          <a:pt x="6678728" y="4918620"/>
                          <a:pt x="6376286" y="4967780"/>
                        </a:cubicBezTo>
                        <a:cubicBezTo>
                          <a:pt x="6073844" y="5016940"/>
                          <a:pt x="6089427" y="4964532"/>
                          <a:pt x="5984912" y="4967780"/>
                        </a:cubicBezTo>
                        <a:cubicBezTo>
                          <a:pt x="5880397" y="4971028"/>
                          <a:pt x="5828018" y="4958226"/>
                          <a:pt x="5685626" y="4967780"/>
                        </a:cubicBezTo>
                        <a:cubicBezTo>
                          <a:pt x="5543234" y="4977334"/>
                          <a:pt x="5390913" y="4959474"/>
                          <a:pt x="5294251" y="4967780"/>
                        </a:cubicBezTo>
                        <a:cubicBezTo>
                          <a:pt x="5197590" y="4976086"/>
                          <a:pt x="4784381" y="4952390"/>
                          <a:pt x="4626613" y="4967780"/>
                        </a:cubicBezTo>
                        <a:cubicBezTo>
                          <a:pt x="4468845" y="4983170"/>
                          <a:pt x="4341490" y="4936900"/>
                          <a:pt x="4235239" y="4967780"/>
                        </a:cubicBezTo>
                        <a:cubicBezTo>
                          <a:pt x="4128988" y="4998660"/>
                          <a:pt x="4074518" y="4955755"/>
                          <a:pt x="3935952" y="4967780"/>
                        </a:cubicBezTo>
                        <a:cubicBezTo>
                          <a:pt x="3797386" y="4979805"/>
                          <a:pt x="3653661" y="4958889"/>
                          <a:pt x="3544578" y="4967780"/>
                        </a:cubicBezTo>
                        <a:cubicBezTo>
                          <a:pt x="3435495" y="4976671"/>
                          <a:pt x="3265109" y="4934225"/>
                          <a:pt x="3061116" y="4967780"/>
                        </a:cubicBezTo>
                        <a:cubicBezTo>
                          <a:pt x="2857123" y="5001335"/>
                          <a:pt x="2723548" y="4908492"/>
                          <a:pt x="2485565" y="4967780"/>
                        </a:cubicBezTo>
                        <a:cubicBezTo>
                          <a:pt x="2247582" y="5027068"/>
                          <a:pt x="2186716" y="4942139"/>
                          <a:pt x="2094191" y="4967780"/>
                        </a:cubicBezTo>
                        <a:cubicBezTo>
                          <a:pt x="2001666" y="4993421"/>
                          <a:pt x="1532976" y="4895369"/>
                          <a:pt x="1334464" y="4967780"/>
                        </a:cubicBezTo>
                        <a:cubicBezTo>
                          <a:pt x="1135952" y="5040191"/>
                          <a:pt x="1049747" y="4933970"/>
                          <a:pt x="827980" y="4967780"/>
                        </a:cubicBezTo>
                        <a:cubicBezTo>
                          <a:pt x="407614" y="5097378"/>
                          <a:pt x="69931" y="4626523"/>
                          <a:pt x="0" y="4139800"/>
                        </a:cubicBezTo>
                        <a:cubicBezTo>
                          <a:pt x="-60977" y="3988577"/>
                          <a:pt x="25393" y="3757580"/>
                          <a:pt x="0" y="3587830"/>
                        </a:cubicBezTo>
                        <a:cubicBezTo>
                          <a:pt x="-25393" y="3418080"/>
                          <a:pt x="47693" y="3267781"/>
                          <a:pt x="0" y="3002742"/>
                        </a:cubicBezTo>
                        <a:cubicBezTo>
                          <a:pt x="-47693" y="2737703"/>
                          <a:pt x="28038" y="2622247"/>
                          <a:pt x="0" y="2517008"/>
                        </a:cubicBezTo>
                        <a:cubicBezTo>
                          <a:pt x="-28038" y="2411769"/>
                          <a:pt x="30026" y="2118368"/>
                          <a:pt x="0" y="1965038"/>
                        </a:cubicBezTo>
                        <a:cubicBezTo>
                          <a:pt x="-30026" y="1811708"/>
                          <a:pt x="28828" y="1713984"/>
                          <a:pt x="0" y="1512423"/>
                        </a:cubicBezTo>
                        <a:cubicBezTo>
                          <a:pt x="-28828" y="1310862"/>
                          <a:pt x="48538" y="1081778"/>
                          <a:pt x="0" y="82798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dirty="0">
                <a:solidFill>
                  <a:schemeClr val="tx1"/>
                </a:solidFill>
              </a:rPr>
              <a:t>Inference</a:t>
            </a:r>
            <a:br>
              <a:rPr lang="en-US" sz="4400" dirty="0">
                <a:solidFill>
                  <a:schemeClr val="tx1"/>
                </a:solidFill>
              </a:rPr>
            </a:br>
            <a:r>
              <a:rPr lang="en-US" sz="4400" dirty="0">
                <a:solidFill>
                  <a:schemeClr val="tx1"/>
                </a:solidFill>
              </a:rPr>
              <a:t>(Prompt)</a:t>
            </a:r>
          </a:p>
        </p:txBody>
      </p:sp>
      <p:cxnSp>
        <p:nvCxnSpPr>
          <p:cNvPr id="95" name="Straight Connector 94">
            <a:extLst>
              <a:ext uri="{FF2B5EF4-FFF2-40B4-BE49-F238E27FC236}">
                <a16:creationId xmlns:a16="http://schemas.microsoft.com/office/drawing/2014/main" id="{E5AC4F28-AED6-5928-551A-251A85019CDE}"/>
              </a:ext>
            </a:extLst>
          </p:cNvPr>
          <p:cNvCxnSpPr>
            <a:cxnSpLocks/>
          </p:cNvCxnSpPr>
          <p:nvPr/>
        </p:nvCxnSpPr>
        <p:spPr>
          <a:xfrm>
            <a:off x="23322029" y="6880508"/>
            <a:ext cx="0" cy="1991081"/>
          </a:xfrm>
          <a:prstGeom prst="line">
            <a:avLst/>
          </a:prstGeom>
          <a:ln w="76200">
            <a:solidFill>
              <a:schemeClr val="accent6"/>
            </a:solidFill>
            <a:prstDash val="dashDot"/>
          </a:ln>
        </p:spPr>
        <p:style>
          <a:lnRef idx="2">
            <a:schemeClr val="accent1"/>
          </a:lnRef>
          <a:fillRef idx="0">
            <a:schemeClr val="accent1"/>
          </a:fillRef>
          <a:effectRef idx="1">
            <a:schemeClr val="accent1"/>
          </a:effectRef>
          <a:fontRef idx="minor">
            <a:schemeClr val="tx1"/>
          </a:fontRef>
        </p:style>
      </p:cxnSp>
      <p:sp>
        <p:nvSpPr>
          <p:cNvPr id="99" name="TextBox 98">
            <a:extLst>
              <a:ext uri="{FF2B5EF4-FFF2-40B4-BE49-F238E27FC236}">
                <a16:creationId xmlns:a16="http://schemas.microsoft.com/office/drawing/2014/main" id="{3FEEF053-221F-1B5E-5C4F-D69F794036B0}"/>
              </a:ext>
            </a:extLst>
          </p:cNvPr>
          <p:cNvSpPr txBox="1"/>
          <p:nvPr/>
        </p:nvSpPr>
        <p:spPr>
          <a:xfrm>
            <a:off x="18614562" y="6012366"/>
            <a:ext cx="4965642" cy="769441"/>
          </a:xfrm>
          <a:prstGeom prst="rect">
            <a:avLst/>
          </a:prstGeom>
          <a:noFill/>
        </p:spPr>
        <p:txBody>
          <a:bodyPr wrap="square">
            <a:spAutoFit/>
          </a:bodyPr>
          <a:lstStyle/>
          <a:p>
            <a:r>
              <a:rPr lang="en-US" sz="4400" i="1" dirty="0">
                <a:solidFill>
                  <a:schemeClr val="accent6"/>
                </a:solidFill>
              </a:rPr>
              <a:t>Training Stops Here</a:t>
            </a:r>
            <a:endParaRPr lang="en-US" sz="1600" i="1" dirty="0">
              <a:solidFill>
                <a:schemeClr val="accent6"/>
              </a:solidFill>
            </a:endParaRPr>
          </a:p>
        </p:txBody>
      </p:sp>
      <p:sp>
        <p:nvSpPr>
          <p:cNvPr id="102" name="TextBox 101">
            <a:extLst>
              <a:ext uri="{FF2B5EF4-FFF2-40B4-BE49-F238E27FC236}">
                <a16:creationId xmlns:a16="http://schemas.microsoft.com/office/drawing/2014/main" id="{4DC0F757-4F12-6A75-F7F4-54F46A0D020D}"/>
              </a:ext>
            </a:extLst>
          </p:cNvPr>
          <p:cNvSpPr txBox="1"/>
          <p:nvPr/>
        </p:nvSpPr>
        <p:spPr>
          <a:xfrm>
            <a:off x="2011680" y="4218839"/>
            <a:ext cx="21421547" cy="830997"/>
          </a:xfrm>
          <a:prstGeom prst="rect">
            <a:avLst/>
          </a:prstGeom>
          <a:noFill/>
        </p:spPr>
        <p:txBody>
          <a:bodyPr wrap="square">
            <a:spAutoFit/>
          </a:bodyPr>
          <a:lstStyle/>
          <a:p>
            <a:pPr algn="just"/>
            <a:r>
              <a:rPr lang="en-US" sz="4800" dirty="0"/>
              <a:t>The list of parameters is </a:t>
            </a:r>
            <a:r>
              <a:rPr lang="en-US" sz="4800" b="1" dirty="0"/>
              <a:t>calculated and set </a:t>
            </a:r>
            <a:r>
              <a:rPr lang="en-US" sz="4800" dirty="0"/>
              <a:t>during model training, </a:t>
            </a:r>
            <a:r>
              <a:rPr lang="en-US" sz="4800" i="1" dirty="0"/>
              <a:t>in two stages:</a:t>
            </a:r>
          </a:p>
        </p:txBody>
      </p:sp>
      <p:sp>
        <p:nvSpPr>
          <p:cNvPr id="105" name="TextBox 104">
            <a:extLst>
              <a:ext uri="{FF2B5EF4-FFF2-40B4-BE49-F238E27FC236}">
                <a16:creationId xmlns:a16="http://schemas.microsoft.com/office/drawing/2014/main" id="{E327BE68-F8E8-87C5-3A73-70C69AAD9AED}"/>
              </a:ext>
            </a:extLst>
          </p:cNvPr>
          <p:cNvSpPr txBox="1"/>
          <p:nvPr/>
        </p:nvSpPr>
        <p:spPr>
          <a:xfrm>
            <a:off x="5381049" y="5687103"/>
            <a:ext cx="4965642" cy="769441"/>
          </a:xfrm>
          <a:prstGeom prst="rect">
            <a:avLst/>
          </a:prstGeom>
          <a:noFill/>
        </p:spPr>
        <p:txBody>
          <a:bodyPr wrap="square">
            <a:spAutoFit/>
          </a:bodyPr>
          <a:lstStyle/>
          <a:p>
            <a:r>
              <a:rPr lang="en-US" sz="4400" i="1" dirty="0"/>
              <a:t>Closed Loop</a:t>
            </a:r>
            <a:endParaRPr lang="en-US" sz="1600" i="1" dirty="0"/>
          </a:p>
        </p:txBody>
      </p:sp>
      <p:sp>
        <p:nvSpPr>
          <p:cNvPr id="181" name="TextBox 180">
            <a:extLst>
              <a:ext uri="{FF2B5EF4-FFF2-40B4-BE49-F238E27FC236}">
                <a16:creationId xmlns:a16="http://schemas.microsoft.com/office/drawing/2014/main" id="{F3C55F35-F4A4-9915-88FB-F4C7C4F583E7}"/>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83" name="TextBox 182">
            <a:extLst>
              <a:ext uri="{FF2B5EF4-FFF2-40B4-BE49-F238E27FC236}">
                <a16:creationId xmlns:a16="http://schemas.microsoft.com/office/drawing/2014/main" id="{186A018E-2F47-82A0-47FE-6B01EDC5B588}"/>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85" name="TextBox 184">
            <a:extLst>
              <a:ext uri="{FF2B5EF4-FFF2-40B4-BE49-F238E27FC236}">
                <a16:creationId xmlns:a16="http://schemas.microsoft.com/office/drawing/2014/main" id="{568B2511-340F-1D3C-08DC-D17D07BE90FF}"/>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87" name="TextBox 186">
            <a:extLst>
              <a:ext uri="{FF2B5EF4-FFF2-40B4-BE49-F238E27FC236}">
                <a16:creationId xmlns:a16="http://schemas.microsoft.com/office/drawing/2014/main" id="{22AC72CF-947B-1E3B-D0EC-79965D583364}"/>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89" name="TextBox 188">
            <a:extLst>
              <a:ext uri="{FF2B5EF4-FFF2-40B4-BE49-F238E27FC236}">
                <a16:creationId xmlns:a16="http://schemas.microsoft.com/office/drawing/2014/main" id="{A10CEDA1-059D-0D59-822B-15FAB87526CF}"/>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91" name="TextBox 190">
            <a:extLst>
              <a:ext uri="{FF2B5EF4-FFF2-40B4-BE49-F238E27FC236}">
                <a16:creationId xmlns:a16="http://schemas.microsoft.com/office/drawing/2014/main" id="{1299009C-861E-C10F-ECA5-8C875775AEC9}"/>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195" name="Picture 194">
            <a:extLst>
              <a:ext uri="{FF2B5EF4-FFF2-40B4-BE49-F238E27FC236}">
                <a16:creationId xmlns:a16="http://schemas.microsoft.com/office/drawing/2014/main" id="{DA5F41F5-DFE6-8B52-77B4-E1129A00FC67}"/>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5873127" y="15374482"/>
            <a:ext cx="1044858" cy="1044858"/>
          </a:xfrm>
          <a:prstGeom prst="rect">
            <a:avLst/>
          </a:prstGeom>
        </p:spPr>
      </p:pic>
    </p:spTree>
    <p:extLst>
      <p:ext uri="{BB962C8B-B14F-4D97-AF65-F5344CB8AC3E}">
        <p14:creationId xmlns:p14="http://schemas.microsoft.com/office/powerpoint/2010/main" val="918581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anim calcmode="lin" valueType="num">
                                      <p:cBhvr>
                                        <p:cTn id="13" dur="1000" fill="hold"/>
                                        <p:tgtEl>
                                          <p:spTgt spid="14"/>
                                        </p:tgtEl>
                                        <p:attrNameLst>
                                          <p:attrName>ppt_x</p:attrName>
                                        </p:attrNameLst>
                                      </p:cBhvr>
                                      <p:tavLst>
                                        <p:tav tm="0">
                                          <p:val>
                                            <p:strVal val="#ppt_x"/>
                                          </p:val>
                                        </p:tav>
                                        <p:tav tm="100000">
                                          <p:val>
                                            <p:strVal val="#ppt_x"/>
                                          </p:val>
                                        </p:tav>
                                      </p:tavLst>
                                    </p:anim>
                                    <p:anim calcmode="lin" valueType="num">
                                      <p:cBhvr>
                                        <p:cTn id="14" dur="1000" fill="hold"/>
                                        <p:tgtEl>
                                          <p:spTgt spid="1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1000"/>
                                        <p:tgtEl>
                                          <p:spTgt spid="16"/>
                                        </p:tgtEl>
                                      </p:cBhvr>
                                    </p:animEffect>
                                    <p:anim calcmode="lin" valueType="num">
                                      <p:cBhvr>
                                        <p:cTn id="18" dur="1000" fill="hold"/>
                                        <p:tgtEl>
                                          <p:spTgt spid="16"/>
                                        </p:tgtEl>
                                        <p:attrNameLst>
                                          <p:attrName>ppt_x</p:attrName>
                                        </p:attrNameLst>
                                      </p:cBhvr>
                                      <p:tavLst>
                                        <p:tav tm="0">
                                          <p:val>
                                            <p:strVal val="#ppt_x"/>
                                          </p:val>
                                        </p:tav>
                                        <p:tav tm="100000">
                                          <p:val>
                                            <p:strVal val="#ppt_x"/>
                                          </p:val>
                                        </p:tav>
                                      </p:tavLst>
                                    </p:anim>
                                    <p:anim calcmode="lin" valueType="num">
                                      <p:cBhvr>
                                        <p:cTn id="19" dur="1000" fill="hold"/>
                                        <p:tgtEl>
                                          <p:spTgt spid="16"/>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1000"/>
                                        <p:tgtEl>
                                          <p:spTgt spid="33"/>
                                        </p:tgtEl>
                                      </p:cBhvr>
                                    </p:animEffect>
                                    <p:anim calcmode="lin" valueType="num">
                                      <p:cBhvr>
                                        <p:cTn id="23" dur="1000" fill="hold"/>
                                        <p:tgtEl>
                                          <p:spTgt spid="33"/>
                                        </p:tgtEl>
                                        <p:attrNameLst>
                                          <p:attrName>ppt_x</p:attrName>
                                        </p:attrNameLst>
                                      </p:cBhvr>
                                      <p:tavLst>
                                        <p:tav tm="0">
                                          <p:val>
                                            <p:strVal val="#ppt_x"/>
                                          </p:val>
                                        </p:tav>
                                        <p:tav tm="100000">
                                          <p:val>
                                            <p:strVal val="#ppt_x"/>
                                          </p:val>
                                        </p:tav>
                                      </p:tavLst>
                                    </p:anim>
                                    <p:anim calcmode="lin" valueType="num">
                                      <p:cBhvr>
                                        <p:cTn id="24" dur="1000" fill="hold"/>
                                        <p:tgtEl>
                                          <p:spTgt spid="33"/>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1000"/>
                                        <p:tgtEl>
                                          <p:spTgt spid="105"/>
                                        </p:tgtEl>
                                      </p:cBhvr>
                                    </p:animEffect>
                                    <p:anim calcmode="lin" valueType="num">
                                      <p:cBhvr>
                                        <p:cTn id="28" dur="1000" fill="hold"/>
                                        <p:tgtEl>
                                          <p:spTgt spid="105"/>
                                        </p:tgtEl>
                                        <p:attrNameLst>
                                          <p:attrName>ppt_x</p:attrName>
                                        </p:attrNameLst>
                                      </p:cBhvr>
                                      <p:tavLst>
                                        <p:tav tm="0">
                                          <p:val>
                                            <p:strVal val="#ppt_x"/>
                                          </p:val>
                                        </p:tav>
                                        <p:tav tm="100000">
                                          <p:val>
                                            <p:strVal val="#ppt_x"/>
                                          </p:val>
                                        </p:tav>
                                      </p:tavLst>
                                    </p:anim>
                                    <p:anim calcmode="lin" valueType="num">
                                      <p:cBhvr>
                                        <p:cTn id="29" dur="1000" fill="hold"/>
                                        <p:tgtEl>
                                          <p:spTgt spid="105"/>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1000"/>
                                        <p:tgtEl>
                                          <p:spTgt spid="23"/>
                                        </p:tgtEl>
                                      </p:cBhvr>
                                    </p:animEffect>
                                    <p:anim calcmode="lin" valueType="num">
                                      <p:cBhvr>
                                        <p:cTn id="33" dur="1000" fill="hold"/>
                                        <p:tgtEl>
                                          <p:spTgt spid="23"/>
                                        </p:tgtEl>
                                        <p:attrNameLst>
                                          <p:attrName>ppt_x</p:attrName>
                                        </p:attrNameLst>
                                      </p:cBhvr>
                                      <p:tavLst>
                                        <p:tav tm="0">
                                          <p:val>
                                            <p:strVal val="#ppt_x"/>
                                          </p:val>
                                        </p:tav>
                                        <p:tav tm="100000">
                                          <p:val>
                                            <p:strVal val="#ppt_x"/>
                                          </p:val>
                                        </p:tav>
                                      </p:tavLst>
                                    </p:anim>
                                    <p:anim calcmode="lin" valueType="num">
                                      <p:cBhvr>
                                        <p:cTn id="34" dur="1000" fill="hold"/>
                                        <p:tgtEl>
                                          <p:spTgt spid="23"/>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1000"/>
                                        <p:tgtEl>
                                          <p:spTgt spid="27"/>
                                        </p:tgtEl>
                                      </p:cBhvr>
                                    </p:animEffect>
                                    <p:anim calcmode="lin" valueType="num">
                                      <p:cBhvr>
                                        <p:cTn id="38" dur="1000" fill="hold"/>
                                        <p:tgtEl>
                                          <p:spTgt spid="27"/>
                                        </p:tgtEl>
                                        <p:attrNameLst>
                                          <p:attrName>ppt_x</p:attrName>
                                        </p:attrNameLst>
                                      </p:cBhvr>
                                      <p:tavLst>
                                        <p:tav tm="0">
                                          <p:val>
                                            <p:strVal val="#ppt_x"/>
                                          </p:val>
                                        </p:tav>
                                        <p:tav tm="100000">
                                          <p:val>
                                            <p:strVal val="#ppt_x"/>
                                          </p:val>
                                        </p:tav>
                                      </p:tavLst>
                                    </p:anim>
                                    <p:anim calcmode="lin" valueType="num">
                                      <p:cBhvr>
                                        <p:cTn id="39"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0" end="0"/>
                                            </p:txEl>
                                          </p:spTgt>
                                        </p:tgtEl>
                                        <p:attrNameLst>
                                          <p:attrName>style.visibility</p:attrName>
                                        </p:attrNameLst>
                                      </p:cBhvr>
                                      <p:to>
                                        <p:strVal val="visible"/>
                                      </p:to>
                                    </p:set>
                                    <p:animEffect transition="in" filter="fade">
                                      <p:cBhvr>
                                        <p:cTn id="44" dur="500"/>
                                        <p:tgtEl>
                                          <p:spTgt spid="3">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fade">
                                      <p:cBhvr>
                                        <p:cTn id="49" dur="500"/>
                                        <p:tgtEl>
                                          <p:spTgt spid="53"/>
                                        </p:tgtEl>
                                      </p:cBhvr>
                                    </p:animEffect>
                                  </p:childTnLst>
                                </p:cTn>
                              </p:par>
                              <p:par>
                                <p:cTn id="50" presetID="10" presetClass="entr" presetSubtype="0" fill="hold" nodeType="withEffect">
                                  <p:stCondLst>
                                    <p:cond delay="0"/>
                                  </p:stCondLst>
                                  <p:childTnLst>
                                    <p:set>
                                      <p:cBhvr>
                                        <p:cTn id="51" dur="1" fill="hold">
                                          <p:stCondLst>
                                            <p:cond delay="0"/>
                                          </p:stCondLst>
                                        </p:cTn>
                                        <p:tgtEl>
                                          <p:spTgt spid="67"/>
                                        </p:tgtEl>
                                        <p:attrNameLst>
                                          <p:attrName>style.visibility</p:attrName>
                                        </p:attrNameLst>
                                      </p:cBhvr>
                                      <p:to>
                                        <p:strVal val="visible"/>
                                      </p:to>
                                    </p:set>
                                    <p:animEffect transition="in" filter="fade">
                                      <p:cBhvr>
                                        <p:cTn id="52" dur="500"/>
                                        <p:tgtEl>
                                          <p:spTgt spid="6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fade">
                                      <p:cBhvr>
                                        <p:cTn id="57" dur="500"/>
                                        <p:tgtEl>
                                          <p:spTgt spid="3">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1"/>
                                        </p:tgtEl>
                                        <p:attrNameLst>
                                          <p:attrName>style.visibility</p:attrName>
                                        </p:attrNameLst>
                                      </p:cBhvr>
                                      <p:to>
                                        <p:strVal val="visible"/>
                                      </p:to>
                                    </p:set>
                                    <p:animEffect transition="in" filter="fade">
                                      <p:cBhvr>
                                        <p:cTn id="62" dur="500"/>
                                        <p:tgtEl>
                                          <p:spTgt spid="8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fade">
                                      <p:cBhvr>
                                        <p:cTn id="65" dur="500"/>
                                        <p:tgtEl>
                                          <p:spTgt spid="76"/>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95"/>
                                        </p:tgtEl>
                                        <p:attrNameLst>
                                          <p:attrName>style.visibility</p:attrName>
                                        </p:attrNameLst>
                                      </p:cBhvr>
                                      <p:to>
                                        <p:strVal val="visible"/>
                                      </p:to>
                                    </p:set>
                                    <p:anim calcmode="lin" valueType="num">
                                      <p:cBhvr additive="base">
                                        <p:cTn id="70" dur="500" fill="hold"/>
                                        <p:tgtEl>
                                          <p:spTgt spid="95"/>
                                        </p:tgtEl>
                                        <p:attrNameLst>
                                          <p:attrName>ppt_x</p:attrName>
                                        </p:attrNameLst>
                                      </p:cBhvr>
                                      <p:tavLst>
                                        <p:tav tm="0">
                                          <p:val>
                                            <p:strVal val="#ppt_x"/>
                                          </p:val>
                                        </p:tav>
                                        <p:tav tm="100000">
                                          <p:val>
                                            <p:strVal val="#ppt_x"/>
                                          </p:val>
                                        </p:tav>
                                      </p:tavLst>
                                    </p:anim>
                                    <p:anim calcmode="lin" valueType="num">
                                      <p:cBhvr additive="base">
                                        <p:cTn id="71" dur="500" fill="hold"/>
                                        <p:tgtEl>
                                          <p:spTgt spid="95"/>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87"/>
                                        </p:tgtEl>
                                        <p:attrNameLst>
                                          <p:attrName>style.visibility</p:attrName>
                                        </p:attrNameLst>
                                      </p:cBhvr>
                                      <p:to>
                                        <p:strVal val="visible"/>
                                      </p:to>
                                    </p:set>
                                    <p:anim calcmode="lin" valueType="num">
                                      <p:cBhvr additive="base">
                                        <p:cTn id="74" dur="500" fill="hold"/>
                                        <p:tgtEl>
                                          <p:spTgt spid="87"/>
                                        </p:tgtEl>
                                        <p:attrNameLst>
                                          <p:attrName>ppt_x</p:attrName>
                                        </p:attrNameLst>
                                      </p:cBhvr>
                                      <p:tavLst>
                                        <p:tav tm="0">
                                          <p:val>
                                            <p:strVal val="#ppt_x"/>
                                          </p:val>
                                        </p:tav>
                                        <p:tav tm="100000">
                                          <p:val>
                                            <p:strVal val="#ppt_x"/>
                                          </p:val>
                                        </p:tav>
                                      </p:tavLst>
                                    </p:anim>
                                    <p:anim calcmode="lin" valueType="num">
                                      <p:cBhvr additive="base">
                                        <p:cTn id="75" dur="500" fill="hold"/>
                                        <p:tgtEl>
                                          <p:spTgt spid="87"/>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99"/>
                                        </p:tgtEl>
                                        <p:attrNameLst>
                                          <p:attrName>style.visibility</p:attrName>
                                        </p:attrNameLst>
                                      </p:cBhvr>
                                      <p:to>
                                        <p:strVal val="visible"/>
                                      </p:to>
                                    </p:set>
                                    <p:anim calcmode="lin" valueType="num">
                                      <p:cBhvr additive="base">
                                        <p:cTn id="78" dur="500" fill="hold"/>
                                        <p:tgtEl>
                                          <p:spTgt spid="99"/>
                                        </p:tgtEl>
                                        <p:attrNameLst>
                                          <p:attrName>ppt_x</p:attrName>
                                        </p:attrNameLst>
                                      </p:cBhvr>
                                      <p:tavLst>
                                        <p:tav tm="0">
                                          <p:val>
                                            <p:strVal val="#ppt_x"/>
                                          </p:val>
                                        </p:tav>
                                        <p:tav tm="100000">
                                          <p:val>
                                            <p:strVal val="#ppt_x"/>
                                          </p:val>
                                        </p:tav>
                                      </p:tavLst>
                                    </p:anim>
                                    <p:anim calcmode="lin" valueType="num">
                                      <p:cBhvr additive="base">
                                        <p:cTn id="79" dur="500" fill="hold"/>
                                        <p:tgtEl>
                                          <p:spTgt spid="99"/>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90"/>
                                        </p:tgtEl>
                                        <p:attrNameLst>
                                          <p:attrName>style.visibility</p:attrName>
                                        </p:attrNameLst>
                                      </p:cBhvr>
                                      <p:to>
                                        <p:strVal val="visible"/>
                                      </p:to>
                                    </p:set>
                                    <p:anim calcmode="lin" valueType="num">
                                      <p:cBhvr additive="base">
                                        <p:cTn id="82" dur="500" fill="hold"/>
                                        <p:tgtEl>
                                          <p:spTgt spid="90"/>
                                        </p:tgtEl>
                                        <p:attrNameLst>
                                          <p:attrName>ppt_x</p:attrName>
                                        </p:attrNameLst>
                                      </p:cBhvr>
                                      <p:tavLst>
                                        <p:tav tm="0">
                                          <p:val>
                                            <p:strVal val="#ppt_x"/>
                                          </p:val>
                                        </p:tav>
                                        <p:tav tm="100000">
                                          <p:val>
                                            <p:strVal val="#ppt_x"/>
                                          </p:val>
                                        </p:tav>
                                      </p:tavLst>
                                    </p:anim>
                                    <p:anim calcmode="lin" valueType="num">
                                      <p:cBhvr additive="base">
                                        <p:cTn id="83" dur="500" fill="hold"/>
                                        <p:tgtEl>
                                          <p:spTgt spid="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6" grpId="0" animBg="1"/>
      <p:bldP spid="27" grpId="0" animBg="1"/>
      <p:bldP spid="53" grpId="0" animBg="1"/>
      <p:bldP spid="76" grpId="0" animBg="1"/>
      <p:bldP spid="90" grpId="0" animBg="1"/>
      <p:bldP spid="99" grpId="0"/>
      <p:bldP spid="10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5A370-7E61-0656-3AA8-BFF2CDFA514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70AE20-876C-978B-081C-4834F3EEA8DD}"/>
              </a:ext>
            </a:extLst>
          </p:cNvPr>
          <p:cNvSpPr>
            <a:spLocks noGrp="1"/>
          </p:cNvSpPr>
          <p:nvPr>
            <p:ph type="title"/>
          </p:nvPr>
        </p:nvSpPr>
        <p:spPr>
          <a:xfrm>
            <a:off x="2011680" y="1779764"/>
            <a:ext cx="25656294" cy="2277888"/>
          </a:xfrm>
        </p:spPr>
        <p:txBody>
          <a:bodyPr>
            <a:normAutofit/>
          </a:bodyPr>
          <a:lstStyle/>
          <a:p>
            <a:r>
              <a:rPr lang="en-US" dirty="0"/>
              <a:t>Input: What is a Token? (1/3)</a:t>
            </a:r>
          </a:p>
        </p:txBody>
      </p:sp>
      <p:sp>
        <p:nvSpPr>
          <p:cNvPr id="4" name="Footer Placeholder 3">
            <a:extLst>
              <a:ext uri="{FF2B5EF4-FFF2-40B4-BE49-F238E27FC236}">
                <a16:creationId xmlns:a16="http://schemas.microsoft.com/office/drawing/2014/main" id="{B59A524C-4959-A9B0-850E-99938B42254E}"/>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5BB09EAB-1377-FF03-50A5-AB23A8835AEB}"/>
              </a:ext>
            </a:extLst>
          </p:cNvPr>
          <p:cNvSpPr>
            <a:spLocks noGrp="1"/>
          </p:cNvSpPr>
          <p:nvPr>
            <p:ph type="sldNum" sz="quarter" idx="12"/>
          </p:nvPr>
        </p:nvSpPr>
        <p:spPr/>
        <p:txBody>
          <a:bodyPr/>
          <a:lstStyle/>
          <a:p>
            <a:fld id="{455CB61F-784F-47BE-8E88-4D7DF3343F95}" type="slidenum">
              <a:rPr lang="en-US" smtClean="0"/>
              <a:pPr/>
              <a:t>8</a:t>
            </a:fld>
            <a:endParaRPr lang="en-US" dirty="0"/>
          </a:p>
        </p:txBody>
      </p:sp>
      <p:sp>
        <p:nvSpPr>
          <p:cNvPr id="3" name="TextBox 2">
            <a:extLst>
              <a:ext uri="{FF2B5EF4-FFF2-40B4-BE49-F238E27FC236}">
                <a16:creationId xmlns:a16="http://schemas.microsoft.com/office/drawing/2014/main" id="{64D62F21-D95D-EF11-5E3A-915C56684228}"/>
              </a:ext>
            </a:extLst>
          </p:cNvPr>
          <p:cNvSpPr txBox="1"/>
          <p:nvPr/>
        </p:nvSpPr>
        <p:spPr>
          <a:xfrm>
            <a:off x="2380016" y="3980149"/>
            <a:ext cx="23702399" cy="1067600"/>
          </a:xfrm>
          <a:prstGeom prst="rect">
            <a:avLst/>
          </a:prstGeom>
          <a:noFill/>
        </p:spPr>
        <p:txBody>
          <a:bodyPr wrap="square">
            <a:spAutoFit/>
          </a:bodyPr>
          <a:lstStyle/>
          <a:p>
            <a:pPr lvl="1" algn="ctr">
              <a:lnSpc>
                <a:spcPct val="150000"/>
              </a:lnSpc>
            </a:pPr>
            <a:r>
              <a:rPr lang="en-US" sz="4800" i="1" dirty="0"/>
              <a:t>“The fundamental unit of text (word or piece of  word) processed by the model’s </a:t>
            </a:r>
            <a:r>
              <a:rPr lang="en-US" sz="4800" b="1" i="1" dirty="0"/>
              <a:t>tokenizer</a:t>
            </a:r>
            <a:r>
              <a:rPr lang="en-US" sz="4800" i="1" dirty="0"/>
              <a:t>.”</a:t>
            </a:r>
          </a:p>
        </p:txBody>
      </p:sp>
      <p:sp>
        <p:nvSpPr>
          <p:cNvPr id="18" name="TextBox 17">
            <a:extLst>
              <a:ext uri="{FF2B5EF4-FFF2-40B4-BE49-F238E27FC236}">
                <a16:creationId xmlns:a16="http://schemas.microsoft.com/office/drawing/2014/main" id="{24FC3F55-FF63-1F09-0303-D471B097B093}"/>
              </a:ext>
            </a:extLst>
          </p:cNvPr>
          <p:cNvSpPr txBox="1"/>
          <p:nvPr/>
        </p:nvSpPr>
        <p:spPr>
          <a:xfrm>
            <a:off x="2595717" y="5579862"/>
            <a:ext cx="8165497" cy="830997"/>
          </a:xfrm>
          <a:prstGeom prst="rect">
            <a:avLst/>
          </a:prstGeom>
          <a:noFill/>
        </p:spPr>
        <p:txBody>
          <a:bodyPr wrap="square">
            <a:spAutoFit/>
          </a:bodyPr>
          <a:lstStyle/>
          <a:p>
            <a:r>
              <a:rPr lang="en-US" sz="4800" i="1" dirty="0"/>
              <a:t>What </a:t>
            </a:r>
            <a:r>
              <a:rPr lang="en-US" sz="4800" b="1" i="1" dirty="0"/>
              <a:t>your prompt </a:t>
            </a:r>
            <a:r>
              <a:rPr lang="en-US" sz="4800" dirty="0"/>
              <a:t>is:</a:t>
            </a:r>
            <a:endParaRPr lang="en-US" sz="4800" dirty="0">
              <a:solidFill>
                <a:schemeClr val="accent1"/>
              </a:solidFill>
            </a:endParaRPr>
          </a:p>
        </p:txBody>
      </p:sp>
      <p:pic>
        <p:nvPicPr>
          <p:cNvPr id="20" name="Picture 19">
            <a:extLst>
              <a:ext uri="{FF2B5EF4-FFF2-40B4-BE49-F238E27FC236}">
                <a16:creationId xmlns:a16="http://schemas.microsoft.com/office/drawing/2014/main" id="{1B06FD56-13E1-55C9-CF5B-CA376C04CB11}"/>
              </a:ext>
            </a:extLst>
          </p:cNvPr>
          <p:cNvPicPr>
            <a:picLocks noChangeAspect="1"/>
          </p:cNvPicPr>
          <p:nvPr/>
        </p:nvPicPr>
        <p:blipFill>
          <a:blip r:embed="rId3">
            <a:extLst>
              <a:ext uri="{28A0092B-C50C-407E-A947-70E740481C1C}">
                <a14:useLocalDpi xmlns:a14="http://schemas.microsoft.com/office/drawing/2010/main" val="0"/>
              </a:ext>
            </a:extLst>
          </a:blip>
          <a:srcRect l="11223" t="10261"/>
          <a:stretch>
            <a:fillRect/>
          </a:stretch>
        </p:blipFill>
        <p:spPr>
          <a:xfrm>
            <a:off x="8588205" y="4956878"/>
            <a:ext cx="18660915" cy="3905406"/>
          </a:xfrm>
          <a:prstGeom prst="rect">
            <a:avLst/>
          </a:prstGeom>
        </p:spPr>
      </p:pic>
      <p:sp>
        <p:nvSpPr>
          <p:cNvPr id="23" name="TextBox 22">
            <a:extLst>
              <a:ext uri="{FF2B5EF4-FFF2-40B4-BE49-F238E27FC236}">
                <a16:creationId xmlns:a16="http://schemas.microsoft.com/office/drawing/2014/main" id="{C65468F0-3DEE-31E3-31D0-F55771165697}"/>
              </a:ext>
            </a:extLst>
          </p:cNvPr>
          <p:cNvSpPr txBox="1"/>
          <p:nvPr/>
        </p:nvSpPr>
        <p:spPr>
          <a:xfrm>
            <a:off x="2214880" y="7339025"/>
            <a:ext cx="6573520" cy="830997"/>
          </a:xfrm>
          <a:prstGeom prst="rect">
            <a:avLst/>
          </a:prstGeom>
          <a:noFill/>
        </p:spPr>
        <p:txBody>
          <a:bodyPr wrap="square">
            <a:spAutoFit/>
          </a:bodyPr>
          <a:lstStyle/>
          <a:p>
            <a:pPr algn="ctr"/>
            <a:r>
              <a:rPr lang="en-US" sz="4800" i="1" dirty="0"/>
              <a:t>What the </a:t>
            </a:r>
            <a:r>
              <a:rPr lang="en-US" sz="4800" b="1" i="1" dirty="0"/>
              <a:t>model</a:t>
            </a:r>
            <a:r>
              <a:rPr lang="en-US" sz="4800" i="1" dirty="0"/>
              <a:t>* sees:</a:t>
            </a:r>
          </a:p>
        </p:txBody>
      </p:sp>
      <p:sp>
        <p:nvSpPr>
          <p:cNvPr id="27" name="TextBox 26">
            <a:extLst>
              <a:ext uri="{FF2B5EF4-FFF2-40B4-BE49-F238E27FC236}">
                <a16:creationId xmlns:a16="http://schemas.microsoft.com/office/drawing/2014/main" id="{797B15B5-AF4C-10E9-3FEC-152CC71AC809}"/>
              </a:ext>
            </a:extLst>
          </p:cNvPr>
          <p:cNvSpPr txBox="1"/>
          <p:nvPr/>
        </p:nvSpPr>
        <p:spPr>
          <a:xfrm>
            <a:off x="0" y="1470164"/>
            <a:ext cx="20488407" cy="646331"/>
          </a:xfrm>
          <a:prstGeom prst="rect">
            <a:avLst/>
          </a:prstGeom>
          <a:noFill/>
        </p:spPr>
        <p:txBody>
          <a:bodyPr wrap="square">
            <a:spAutoFit/>
          </a:bodyPr>
          <a:lstStyle/>
          <a:p>
            <a:r>
              <a:rPr lang="en-US" sz="3600" i="1" dirty="0">
                <a:solidFill>
                  <a:schemeClr val="tx1">
                    <a:lumMod val="50000"/>
                    <a:lumOff val="50000"/>
                  </a:schemeClr>
                </a:solidFill>
              </a:rPr>
              <a:t>*Based on OpenAI’s tokenizer (GPT-4o-o200k_base). Different models → Different tokenizer. </a:t>
            </a:r>
          </a:p>
        </p:txBody>
      </p:sp>
      <p:sp>
        <p:nvSpPr>
          <p:cNvPr id="28" name="TextBox 27">
            <a:extLst>
              <a:ext uri="{FF2B5EF4-FFF2-40B4-BE49-F238E27FC236}">
                <a16:creationId xmlns:a16="http://schemas.microsoft.com/office/drawing/2014/main" id="{40B6E071-E7AA-0741-460A-AA0B51003BD3}"/>
              </a:ext>
            </a:extLst>
          </p:cNvPr>
          <p:cNvSpPr txBox="1"/>
          <p:nvPr/>
        </p:nvSpPr>
        <p:spPr>
          <a:xfrm>
            <a:off x="2128985" y="8763948"/>
            <a:ext cx="12918440" cy="4772012"/>
          </a:xfrm>
          <a:prstGeom prst="rect">
            <a:avLst/>
          </a:prstGeom>
          <a:noFill/>
        </p:spPr>
        <p:txBody>
          <a:bodyPr wrap="square">
            <a:spAutoFit/>
          </a:bodyPr>
          <a:lstStyle/>
          <a:p>
            <a:pPr lvl="1" algn="ctr"/>
            <a:r>
              <a:rPr lang="en-US" sz="4800" b="1" dirty="0"/>
              <a:t>stirrups → </a:t>
            </a:r>
            <a:r>
              <a:rPr lang="en-US" sz="4800" b="1" dirty="0">
                <a:solidFill>
                  <a:schemeClr val="accent6"/>
                </a:solidFill>
              </a:rPr>
              <a:t>stir</a:t>
            </a:r>
            <a:r>
              <a:rPr lang="en-US" sz="4800" b="1" dirty="0"/>
              <a:t> + </a:t>
            </a:r>
            <a:r>
              <a:rPr lang="en-US" sz="4800" b="1" dirty="0">
                <a:solidFill>
                  <a:schemeClr val="accent6"/>
                </a:solidFill>
              </a:rPr>
              <a:t>r</a:t>
            </a:r>
            <a:r>
              <a:rPr lang="en-US" sz="4800" b="1" dirty="0"/>
              <a:t> +</a:t>
            </a:r>
            <a:r>
              <a:rPr lang="en-US" sz="4800" b="1" dirty="0">
                <a:solidFill>
                  <a:schemeClr val="accent6"/>
                </a:solidFill>
              </a:rPr>
              <a:t>ups</a:t>
            </a:r>
            <a:r>
              <a:rPr lang="en-US" sz="4800" b="1" dirty="0"/>
              <a:t>?</a:t>
            </a:r>
          </a:p>
          <a:p>
            <a:pPr marL="1028700" lvl="1" indent="-571500" algn="just">
              <a:lnSpc>
                <a:spcPct val="150000"/>
              </a:lnSpc>
              <a:buFont typeface="Wingdings" panose="05000000000000000000" pitchFamily="2" charset="2"/>
              <a:buChar char="q"/>
            </a:pPr>
            <a:r>
              <a:rPr lang="en-US" sz="4400" dirty="0"/>
              <a:t>Occurrence frequency in the corpus is </a:t>
            </a:r>
            <a:r>
              <a:rPr lang="en-US" sz="4400" b="1" dirty="0"/>
              <a:t>too low</a:t>
            </a:r>
            <a:r>
              <a:rPr lang="en-US" sz="4400" dirty="0"/>
              <a:t>.</a:t>
            </a:r>
          </a:p>
          <a:p>
            <a:pPr marL="1028700" lvl="1" indent="-571500" algn="just">
              <a:lnSpc>
                <a:spcPct val="150000"/>
              </a:lnSpc>
              <a:buFont typeface="Wingdings" panose="05000000000000000000" pitchFamily="2" charset="2"/>
              <a:buChar char="q"/>
            </a:pPr>
            <a:r>
              <a:rPr lang="en-US" sz="4400" dirty="0"/>
              <a:t>‘stir’ appears </a:t>
            </a:r>
            <a:r>
              <a:rPr lang="en-US" sz="4400" b="1" dirty="0"/>
              <a:t>frequently</a:t>
            </a:r>
            <a:r>
              <a:rPr lang="en-US" sz="4400" dirty="0"/>
              <a:t>. </a:t>
            </a:r>
            <a:r>
              <a:rPr lang="en-US" sz="4400" i="1" dirty="0"/>
              <a:t>(e.g., stirrer, stir-fry)</a:t>
            </a:r>
          </a:p>
          <a:p>
            <a:pPr marL="1028700" lvl="1" indent="-571500" algn="just">
              <a:lnSpc>
                <a:spcPct val="150000"/>
              </a:lnSpc>
              <a:buFont typeface="Wingdings" panose="05000000000000000000" pitchFamily="2" charset="2"/>
              <a:buChar char="q"/>
            </a:pPr>
            <a:r>
              <a:rPr lang="en-US" sz="4400" dirty="0"/>
              <a:t>‘</a:t>
            </a:r>
            <a:r>
              <a:rPr lang="en-US" sz="4400" dirty="0" err="1"/>
              <a:t>rups</a:t>
            </a:r>
            <a:r>
              <a:rPr lang="en-US" sz="4400" dirty="0"/>
              <a:t>’ isn’t a </a:t>
            </a:r>
            <a:r>
              <a:rPr lang="en-US" sz="4400" b="1" dirty="0"/>
              <a:t>valid</a:t>
            </a:r>
            <a:r>
              <a:rPr lang="en-US" sz="4400" dirty="0"/>
              <a:t> word, but ‘ups’ is. </a:t>
            </a:r>
          </a:p>
          <a:p>
            <a:pPr marL="1028700" lvl="1" indent="-571500" algn="just">
              <a:lnSpc>
                <a:spcPct val="150000"/>
              </a:lnSpc>
              <a:buFont typeface="Wingdings" panose="05000000000000000000" pitchFamily="2" charset="2"/>
              <a:buChar char="q"/>
            </a:pPr>
            <a:r>
              <a:rPr lang="en-US" sz="4400" dirty="0"/>
              <a:t>‘r’ isn’t a word, but it is a </a:t>
            </a:r>
            <a:r>
              <a:rPr lang="en-US" sz="4400" b="1" dirty="0"/>
              <a:t>raw byte </a:t>
            </a:r>
            <a:r>
              <a:rPr lang="en-US" sz="4400" dirty="0"/>
              <a:t>(i.e., 81).</a:t>
            </a:r>
          </a:p>
        </p:txBody>
      </p:sp>
      <p:sp>
        <p:nvSpPr>
          <p:cNvPr id="35" name="TextBox 34">
            <a:extLst>
              <a:ext uri="{FF2B5EF4-FFF2-40B4-BE49-F238E27FC236}">
                <a16:creationId xmlns:a16="http://schemas.microsoft.com/office/drawing/2014/main" id="{476EBFDF-E0A0-6188-458D-F0218C716E76}"/>
              </a:ext>
            </a:extLst>
          </p:cNvPr>
          <p:cNvSpPr txBox="1"/>
          <p:nvPr/>
        </p:nvSpPr>
        <p:spPr>
          <a:xfrm>
            <a:off x="14438693" y="8752299"/>
            <a:ext cx="13964114" cy="4893647"/>
          </a:xfrm>
          <a:prstGeom prst="rect">
            <a:avLst/>
          </a:prstGeom>
          <a:noFill/>
        </p:spPr>
        <p:txBody>
          <a:bodyPr wrap="square">
            <a:spAutoFit/>
          </a:bodyPr>
          <a:lstStyle/>
          <a:p>
            <a:pPr lvl="1" algn="ctr"/>
            <a:r>
              <a:rPr lang="en-US" sz="4800" b="1" dirty="0"/>
              <a:t>Then, do typos matter?</a:t>
            </a:r>
          </a:p>
          <a:p>
            <a:pPr marL="1028700" lvl="1" indent="-571500" algn="just">
              <a:lnSpc>
                <a:spcPct val="150000"/>
              </a:lnSpc>
              <a:buFont typeface="Wingdings" panose="05000000000000000000" pitchFamily="2" charset="2"/>
              <a:buChar char="q"/>
            </a:pPr>
            <a:r>
              <a:rPr lang="en-US" sz="4400" dirty="0"/>
              <a:t>Yes… </a:t>
            </a:r>
            <a:r>
              <a:rPr lang="en-US" sz="4400" i="1" dirty="0"/>
              <a:t>but not that much.</a:t>
            </a:r>
          </a:p>
          <a:p>
            <a:pPr marL="1028700" lvl="1" indent="-571500" algn="just">
              <a:lnSpc>
                <a:spcPct val="150000"/>
              </a:lnSpc>
              <a:buFont typeface="Wingdings" panose="05000000000000000000" pitchFamily="2" charset="2"/>
              <a:buChar char="q"/>
            </a:pPr>
            <a:r>
              <a:rPr lang="en-US" sz="4400" dirty="0"/>
              <a:t>People make them all the time </a:t>
            </a:r>
            <a:r>
              <a:rPr lang="en-US" sz="4400" b="1" dirty="0"/>
              <a:t>→  Corpus Vocabulary.</a:t>
            </a:r>
          </a:p>
          <a:p>
            <a:pPr marL="1028700" lvl="1" indent="-571500" algn="just">
              <a:lnSpc>
                <a:spcPct val="100000"/>
              </a:lnSpc>
              <a:buFont typeface="Wingdings" panose="05000000000000000000" pitchFamily="2" charset="2"/>
              <a:buChar char="q"/>
            </a:pPr>
            <a:r>
              <a:rPr lang="en-US" sz="4400" b="1" dirty="0"/>
              <a:t>‘</a:t>
            </a:r>
            <a:r>
              <a:rPr lang="en-US" sz="4400" dirty="0"/>
              <a:t>Reinforc</a:t>
            </a:r>
            <a:r>
              <a:rPr lang="en-US" sz="4400" b="1" dirty="0">
                <a:solidFill>
                  <a:schemeClr val="accent6"/>
                </a:solidFill>
              </a:rPr>
              <a:t>e</a:t>
            </a:r>
            <a:r>
              <a:rPr lang="en-US" sz="4400" dirty="0"/>
              <a:t>ment’ → ␣reinforcement → 117657</a:t>
            </a:r>
          </a:p>
          <a:p>
            <a:pPr marL="1028700" lvl="1" indent="-571500" algn="just">
              <a:lnSpc>
                <a:spcPct val="100000"/>
              </a:lnSpc>
              <a:buFont typeface="Wingdings" panose="05000000000000000000" pitchFamily="2" charset="2"/>
              <a:buChar char="q"/>
            </a:pPr>
            <a:r>
              <a:rPr lang="en-US" sz="4400" dirty="0"/>
              <a:t>‘</a:t>
            </a:r>
            <a:r>
              <a:rPr lang="en-US" sz="4400" dirty="0" err="1"/>
              <a:t>Reinforcment</a:t>
            </a:r>
            <a:r>
              <a:rPr lang="en-US" sz="4400" dirty="0"/>
              <a:t>’ → </a:t>
            </a:r>
            <a:r>
              <a:rPr lang="en-US" sz="4400" dirty="0">
                <a:solidFill>
                  <a:schemeClr val="accent6"/>
                </a:solidFill>
              </a:rPr>
              <a:t>␣rein | for | c | </a:t>
            </a:r>
            <a:r>
              <a:rPr lang="en-US" sz="4400" dirty="0" err="1">
                <a:solidFill>
                  <a:schemeClr val="accent6"/>
                </a:solidFill>
              </a:rPr>
              <a:t>ment</a:t>
            </a:r>
            <a:r>
              <a:rPr lang="en-US" sz="4400" dirty="0"/>
              <a:t>→</a:t>
            </a:r>
            <a:r>
              <a:rPr lang="en-US" sz="4400" b="1" dirty="0"/>
              <a:t> </a:t>
            </a:r>
            <a:r>
              <a:rPr lang="en-US" sz="4400" dirty="0"/>
              <a:t>17855, 1938, 66, 508</a:t>
            </a:r>
          </a:p>
        </p:txBody>
      </p:sp>
      <p:sp>
        <p:nvSpPr>
          <p:cNvPr id="61" name="TextBox 60">
            <a:extLst>
              <a:ext uri="{FF2B5EF4-FFF2-40B4-BE49-F238E27FC236}">
                <a16:creationId xmlns:a16="http://schemas.microsoft.com/office/drawing/2014/main" id="{29677B07-A045-9649-566E-A41923DBC737}"/>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63" name="TextBox 62">
            <a:extLst>
              <a:ext uri="{FF2B5EF4-FFF2-40B4-BE49-F238E27FC236}">
                <a16:creationId xmlns:a16="http://schemas.microsoft.com/office/drawing/2014/main" id="{88B15C97-07F7-11B4-9193-CC9DD4B2CBF1}"/>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65" name="TextBox 64">
            <a:extLst>
              <a:ext uri="{FF2B5EF4-FFF2-40B4-BE49-F238E27FC236}">
                <a16:creationId xmlns:a16="http://schemas.microsoft.com/office/drawing/2014/main" id="{37A44680-8B50-8CAA-1B7B-320BC285A7F5}"/>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67" name="TextBox 66">
            <a:extLst>
              <a:ext uri="{FF2B5EF4-FFF2-40B4-BE49-F238E27FC236}">
                <a16:creationId xmlns:a16="http://schemas.microsoft.com/office/drawing/2014/main" id="{F6B9D9B6-79BE-47EF-16E2-D04D5A748484}"/>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69" name="TextBox 68">
            <a:extLst>
              <a:ext uri="{FF2B5EF4-FFF2-40B4-BE49-F238E27FC236}">
                <a16:creationId xmlns:a16="http://schemas.microsoft.com/office/drawing/2014/main" id="{78A9ED70-2F66-ADE6-9173-8A5026CC945B}"/>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71" name="TextBox 70">
            <a:extLst>
              <a:ext uri="{FF2B5EF4-FFF2-40B4-BE49-F238E27FC236}">
                <a16:creationId xmlns:a16="http://schemas.microsoft.com/office/drawing/2014/main" id="{61B8C96E-D5F7-0875-CF83-C51F2389F6CF}"/>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77" name="Picture 76">
            <a:extLst>
              <a:ext uri="{FF2B5EF4-FFF2-40B4-BE49-F238E27FC236}">
                <a16:creationId xmlns:a16="http://schemas.microsoft.com/office/drawing/2014/main" id="{910F6B7A-D853-57E3-A190-1F5B33E7C8DC}"/>
              </a:ext>
            </a:extLst>
          </p:cNvPr>
          <p:cNvPicPr>
            <a:picLocks noChangeAspect="1"/>
          </p:cNvPicPr>
          <p:nvPr/>
        </p:nvPicPr>
        <p:blipFill>
          <a:blip r:embed="rId4">
            <a:extLst>
              <a:ext uri="{BEBA8EAE-BF5A-486C-A8C5-ECC9F3942E4B}">
                <a14:imgProps xmlns:a14="http://schemas.microsoft.com/office/drawing/2010/main">
                  <a14:imgLayer r:embed="rId5">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540720" y="14448553"/>
            <a:ext cx="1044858" cy="1044858"/>
          </a:xfrm>
          <a:prstGeom prst="rect">
            <a:avLst/>
          </a:prstGeom>
        </p:spPr>
      </p:pic>
    </p:spTree>
    <p:extLst>
      <p:ext uri="{BB962C8B-B14F-4D97-AF65-F5344CB8AC3E}">
        <p14:creationId xmlns:p14="http://schemas.microsoft.com/office/powerpoint/2010/main" val="2932840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mph" presetSubtype="0" fill="hold" nodeType="clickEffect">
                                  <p:stCondLst>
                                    <p:cond delay="0"/>
                                  </p:stCondLst>
                                  <p:iterate type="lt">
                                    <p:tmPct val="4000"/>
                                  </p:iterate>
                                  <p:childTnLst>
                                    <p:set>
                                      <p:cBhvr override="childStyle">
                                        <p:cTn id="6" dur="500" fill="hold"/>
                                        <p:tgtEl>
                                          <p:spTgt spid="3">
                                            <p:txEl>
                                              <p:pRg st="0" end="0"/>
                                            </p:txEl>
                                          </p:spTgt>
                                        </p:tgtEl>
                                        <p:attrNameLst>
                                          <p:attrName>style.color</p:attrName>
                                        </p:attrNameLst>
                                      </p:cBhvr>
                                      <p:to>
                                        <p:clrVal>
                                          <a:schemeClr val="tx2"/>
                                        </p:clrVal>
                                      </p:to>
                                    </p:set>
                                    <p:set>
                                      <p:cBhvr>
                                        <p:cTn id="7" dur="500" fill="hold"/>
                                        <p:tgtEl>
                                          <p:spTgt spid="3">
                                            <p:txEl>
                                              <p:pRg st="0" end="0"/>
                                            </p:txEl>
                                          </p:spTgt>
                                        </p:tgtEl>
                                        <p:attrNameLst>
                                          <p:attrName>fillcolor</p:attrName>
                                        </p:attrNameLst>
                                      </p:cBhvr>
                                      <p:to>
                                        <p:clrVal>
                                          <a:schemeClr val="tx2"/>
                                        </p:clrVal>
                                      </p:to>
                                    </p:set>
                                    <p:set>
                                      <p:cBhvr>
                                        <p:cTn id="8" dur="500" fill="hold"/>
                                        <p:tgtEl>
                                          <p:spTgt spid="3">
                                            <p:txEl>
                                              <p:pRg st="0" end="0"/>
                                            </p:txEl>
                                          </p:spTgt>
                                        </p:tgtEl>
                                        <p:attrNameLst>
                                          <p:attrName>fill.type</p:attrName>
                                        </p:attrNameLst>
                                      </p:cBhvr>
                                      <p:to>
                                        <p:strVal val="solid"/>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additive="base">
                                        <p:cTn id="17" dur="500" fill="hold"/>
                                        <p:tgtEl>
                                          <p:spTgt spid="23"/>
                                        </p:tgtEl>
                                        <p:attrNameLst>
                                          <p:attrName>ppt_x</p:attrName>
                                        </p:attrNameLst>
                                      </p:cBhvr>
                                      <p:tavLst>
                                        <p:tav tm="0">
                                          <p:val>
                                            <p:strVal val="0-#ppt_w/2"/>
                                          </p:val>
                                        </p:tav>
                                        <p:tav tm="100000">
                                          <p:val>
                                            <p:strVal val="#ppt_x"/>
                                          </p:val>
                                        </p:tav>
                                      </p:tavLst>
                                    </p:anim>
                                    <p:anim calcmode="lin" valueType="num">
                                      <p:cBhvr additive="base">
                                        <p:cTn id="18" dur="500" fill="hold"/>
                                        <p:tgtEl>
                                          <p:spTgt spid="23"/>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additive="base">
                                        <p:cTn id="21" dur="500" fill="hold"/>
                                        <p:tgtEl>
                                          <p:spTgt spid="18"/>
                                        </p:tgtEl>
                                        <p:attrNameLst>
                                          <p:attrName>ppt_x</p:attrName>
                                        </p:attrNameLst>
                                      </p:cBhvr>
                                      <p:tavLst>
                                        <p:tav tm="0">
                                          <p:val>
                                            <p:strVal val="0-#ppt_w/2"/>
                                          </p:val>
                                        </p:tav>
                                        <p:tav tm="100000">
                                          <p:val>
                                            <p:strVal val="#ppt_x"/>
                                          </p:val>
                                        </p:tav>
                                      </p:tavLst>
                                    </p:anim>
                                    <p:anim calcmode="lin" valueType="num">
                                      <p:cBhvr additive="base">
                                        <p:cTn id="2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8">
                                            <p:txEl>
                                              <p:pRg st="0" end="0"/>
                                            </p:txEl>
                                          </p:spTgt>
                                        </p:tgtEl>
                                        <p:attrNameLst>
                                          <p:attrName>style.visibility</p:attrName>
                                        </p:attrNameLst>
                                      </p:cBhvr>
                                      <p:to>
                                        <p:strVal val="visible"/>
                                      </p:to>
                                    </p:set>
                                    <p:animEffect transition="in" filter="wipe(down)">
                                      <p:cBhvr>
                                        <p:cTn id="27" dur="500"/>
                                        <p:tgtEl>
                                          <p:spTgt spid="2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xEl>
                                              <p:pRg st="1" end="1"/>
                                            </p:txEl>
                                          </p:spTgt>
                                        </p:tgtEl>
                                        <p:attrNameLst>
                                          <p:attrName>style.visibility</p:attrName>
                                        </p:attrNameLst>
                                      </p:cBhvr>
                                      <p:to>
                                        <p:strVal val="visible"/>
                                      </p:to>
                                    </p:set>
                                    <p:animEffect transition="in" filter="fade">
                                      <p:cBhvr>
                                        <p:cTn id="32" dur="500"/>
                                        <p:tgtEl>
                                          <p:spTgt spid="2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xEl>
                                              <p:pRg st="2" end="2"/>
                                            </p:txEl>
                                          </p:spTgt>
                                        </p:tgtEl>
                                        <p:attrNameLst>
                                          <p:attrName>style.visibility</p:attrName>
                                        </p:attrNameLst>
                                      </p:cBhvr>
                                      <p:to>
                                        <p:strVal val="visible"/>
                                      </p:to>
                                    </p:set>
                                    <p:animEffect transition="in" filter="fade">
                                      <p:cBhvr>
                                        <p:cTn id="37" dur="500"/>
                                        <p:tgtEl>
                                          <p:spTgt spid="28">
                                            <p:txEl>
                                              <p:pRg st="2" end="2"/>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8">
                                            <p:txEl>
                                              <p:pRg st="3" end="3"/>
                                            </p:txEl>
                                          </p:spTgt>
                                        </p:tgtEl>
                                        <p:attrNameLst>
                                          <p:attrName>style.visibility</p:attrName>
                                        </p:attrNameLst>
                                      </p:cBhvr>
                                      <p:to>
                                        <p:strVal val="visible"/>
                                      </p:to>
                                    </p:set>
                                    <p:animEffect transition="in" filter="fade">
                                      <p:cBhvr>
                                        <p:cTn id="40" dur="500"/>
                                        <p:tgtEl>
                                          <p:spTgt spid="28">
                                            <p:txEl>
                                              <p:pRg st="3" end="3"/>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28">
                                            <p:txEl>
                                              <p:pRg st="4" end="4"/>
                                            </p:txEl>
                                          </p:spTgt>
                                        </p:tgtEl>
                                        <p:attrNameLst>
                                          <p:attrName>style.visibility</p:attrName>
                                        </p:attrNameLst>
                                      </p:cBhvr>
                                      <p:to>
                                        <p:strVal val="visible"/>
                                      </p:to>
                                    </p:set>
                                    <p:animEffect transition="in" filter="fade">
                                      <p:cBhvr>
                                        <p:cTn id="43" dur="500"/>
                                        <p:tgtEl>
                                          <p:spTgt spid="28">
                                            <p:txEl>
                                              <p:pRg st="4" end="4"/>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5">
                                            <p:txEl>
                                              <p:pRg st="0" end="0"/>
                                            </p:txEl>
                                          </p:spTgt>
                                        </p:tgtEl>
                                        <p:attrNameLst>
                                          <p:attrName>style.visibility</p:attrName>
                                        </p:attrNameLst>
                                      </p:cBhvr>
                                      <p:to>
                                        <p:strVal val="visible"/>
                                      </p:to>
                                    </p:set>
                                    <p:anim calcmode="lin" valueType="num">
                                      <p:cBhvr additive="base">
                                        <p:cTn id="48" dur="500" fill="hold"/>
                                        <p:tgtEl>
                                          <p:spTgt spid="35">
                                            <p:txEl>
                                              <p:pRg st="0" end="0"/>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5">
                                            <p:txEl>
                                              <p:pRg st="1" end="1"/>
                                            </p:txEl>
                                          </p:spTgt>
                                        </p:tgtEl>
                                        <p:attrNameLst>
                                          <p:attrName>style.visibility</p:attrName>
                                        </p:attrNameLst>
                                      </p:cBhvr>
                                      <p:to>
                                        <p:strVal val="visible"/>
                                      </p:to>
                                    </p:set>
                                    <p:animEffect transition="in" filter="fade">
                                      <p:cBhvr>
                                        <p:cTn id="54" dur="500"/>
                                        <p:tgtEl>
                                          <p:spTgt spid="35">
                                            <p:txEl>
                                              <p:pRg st="1" end="1"/>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35">
                                            <p:txEl>
                                              <p:pRg st="2" end="2"/>
                                            </p:txEl>
                                          </p:spTgt>
                                        </p:tgtEl>
                                        <p:attrNameLst>
                                          <p:attrName>style.visibility</p:attrName>
                                        </p:attrNameLst>
                                      </p:cBhvr>
                                      <p:to>
                                        <p:strVal val="visible"/>
                                      </p:to>
                                    </p:set>
                                    <p:animEffect transition="in" filter="fade">
                                      <p:cBhvr>
                                        <p:cTn id="57" dur="500"/>
                                        <p:tgtEl>
                                          <p:spTgt spid="35">
                                            <p:txEl>
                                              <p:pRg st="2" end="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5">
                                            <p:txEl>
                                              <p:pRg st="3" end="3"/>
                                            </p:txEl>
                                          </p:spTgt>
                                        </p:tgtEl>
                                        <p:attrNameLst>
                                          <p:attrName>style.visibility</p:attrName>
                                        </p:attrNameLst>
                                      </p:cBhvr>
                                      <p:to>
                                        <p:strVal val="visible"/>
                                      </p:to>
                                    </p:set>
                                    <p:animEffect transition="in" filter="fade">
                                      <p:cBhvr>
                                        <p:cTn id="62" dur="500"/>
                                        <p:tgtEl>
                                          <p:spTgt spid="35">
                                            <p:txEl>
                                              <p:pRg st="3" end="3"/>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5">
                                            <p:txEl>
                                              <p:pRg st="4" end="4"/>
                                            </p:txEl>
                                          </p:spTgt>
                                        </p:tgtEl>
                                        <p:attrNameLst>
                                          <p:attrName>style.visibility</p:attrName>
                                        </p:attrNameLst>
                                      </p:cBhvr>
                                      <p:to>
                                        <p:strVal val="visible"/>
                                      </p:to>
                                    </p:set>
                                    <p:animEffect transition="in" filter="fade">
                                      <p:cBhvr>
                                        <p:cTn id="65" dur="500"/>
                                        <p:tgtEl>
                                          <p:spTgt spid="3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DF6E3-4059-4F4F-C012-E5C2745019B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50C4D1-AC4B-A10C-FC2F-C266D34FAB53}"/>
              </a:ext>
            </a:extLst>
          </p:cNvPr>
          <p:cNvSpPr>
            <a:spLocks noGrp="1"/>
          </p:cNvSpPr>
          <p:nvPr>
            <p:ph type="title"/>
          </p:nvPr>
        </p:nvSpPr>
        <p:spPr>
          <a:xfrm>
            <a:off x="2011680" y="1779764"/>
            <a:ext cx="25656294" cy="2277888"/>
          </a:xfrm>
        </p:spPr>
        <p:txBody>
          <a:bodyPr>
            <a:normAutofit/>
          </a:bodyPr>
          <a:lstStyle/>
          <a:p>
            <a:r>
              <a:rPr lang="en-US" dirty="0"/>
              <a:t>Input: What is a Token? (2/3)</a:t>
            </a:r>
          </a:p>
        </p:txBody>
      </p:sp>
      <p:sp>
        <p:nvSpPr>
          <p:cNvPr id="4" name="Footer Placeholder 3">
            <a:extLst>
              <a:ext uri="{FF2B5EF4-FFF2-40B4-BE49-F238E27FC236}">
                <a16:creationId xmlns:a16="http://schemas.microsoft.com/office/drawing/2014/main" id="{2E498483-E0BB-FB76-E7F9-5F07762FCCA6}"/>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D1C475C8-54FA-2735-128B-E799DBFC1721}"/>
              </a:ext>
            </a:extLst>
          </p:cNvPr>
          <p:cNvSpPr>
            <a:spLocks noGrp="1"/>
          </p:cNvSpPr>
          <p:nvPr>
            <p:ph type="sldNum" sz="quarter" idx="12"/>
          </p:nvPr>
        </p:nvSpPr>
        <p:spPr/>
        <p:txBody>
          <a:bodyPr/>
          <a:lstStyle/>
          <a:p>
            <a:fld id="{455CB61F-784F-47BE-8E88-4D7DF3343F95}" type="slidenum">
              <a:rPr lang="en-US" smtClean="0"/>
              <a:pPr/>
              <a:t>9</a:t>
            </a:fld>
            <a:endParaRPr lang="en-US" dirty="0"/>
          </a:p>
        </p:txBody>
      </p:sp>
      <p:pic>
        <p:nvPicPr>
          <p:cNvPr id="45" name="Picture 44">
            <a:extLst>
              <a:ext uri="{FF2B5EF4-FFF2-40B4-BE49-F238E27FC236}">
                <a16:creationId xmlns:a16="http://schemas.microsoft.com/office/drawing/2014/main" id="{F7B3DA08-BF70-BAE5-A6F5-77A5109968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37865" y="5549967"/>
            <a:ext cx="12402574" cy="8723342"/>
          </a:xfrm>
          <a:prstGeom prst="rect">
            <a:avLst/>
          </a:prstGeom>
        </p:spPr>
      </p:pic>
      <p:pic>
        <p:nvPicPr>
          <p:cNvPr id="47" name="Picture 46">
            <a:extLst>
              <a:ext uri="{FF2B5EF4-FFF2-40B4-BE49-F238E27FC236}">
                <a16:creationId xmlns:a16="http://schemas.microsoft.com/office/drawing/2014/main" id="{2A3E6248-5BA9-F40E-8BF2-7166668A1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44927" y="5918115"/>
            <a:ext cx="9674450" cy="7987046"/>
          </a:xfrm>
          <a:prstGeom prst="rect">
            <a:avLst/>
          </a:prstGeom>
        </p:spPr>
      </p:pic>
      <p:sp>
        <p:nvSpPr>
          <p:cNvPr id="48" name="TextBox 47">
            <a:extLst>
              <a:ext uri="{FF2B5EF4-FFF2-40B4-BE49-F238E27FC236}">
                <a16:creationId xmlns:a16="http://schemas.microsoft.com/office/drawing/2014/main" id="{79F10112-62BC-0F5E-52AE-1689731372D8}"/>
              </a:ext>
            </a:extLst>
          </p:cNvPr>
          <p:cNvSpPr txBox="1"/>
          <p:nvPr/>
        </p:nvSpPr>
        <p:spPr>
          <a:xfrm>
            <a:off x="3959916" y="3956821"/>
            <a:ext cx="21329650" cy="1066639"/>
          </a:xfrm>
          <a:prstGeom prst="rect">
            <a:avLst/>
          </a:prstGeom>
          <a:noFill/>
        </p:spPr>
        <p:txBody>
          <a:bodyPr wrap="square">
            <a:spAutoFit/>
          </a:bodyPr>
          <a:lstStyle/>
          <a:p>
            <a:pPr lvl="1" algn="ctr">
              <a:lnSpc>
                <a:spcPct val="150000"/>
              </a:lnSpc>
            </a:pPr>
            <a:r>
              <a:rPr lang="en-US" sz="4800" b="1" dirty="0"/>
              <a:t>Token ID ≠ Token Count. </a:t>
            </a:r>
          </a:p>
        </p:txBody>
      </p:sp>
      <p:sp>
        <p:nvSpPr>
          <p:cNvPr id="49" name="TextBox 48">
            <a:extLst>
              <a:ext uri="{FF2B5EF4-FFF2-40B4-BE49-F238E27FC236}">
                <a16:creationId xmlns:a16="http://schemas.microsoft.com/office/drawing/2014/main" id="{C6EE5297-6221-B075-EB20-666B36F0E349}"/>
              </a:ext>
            </a:extLst>
          </p:cNvPr>
          <p:cNvSpPr txBox="1"/>
          <p:nvPr/>
        </p:nvSpPr>
        <p:spPr>
          <a:xfrm>
            <a:off x="1581508" y="4759368"/>
            <a:ext cx="12918440" cy="2740687"/>
          </a:xfrm>
          <a:prstGeom prst="rect">
            <a:avLst/>
          </a:prstGeom>
          <a:noFill/>
        </p:spPr>
        <p:txBody>
          <a:bodyPr wrap="square">
            <a:spAutoFit/>
          </a:bodyPr>
          <a:lstStyle/>
          <a:p>
            <a:pPr lvl="1"/>
            <a:r>
              <a:rPr lang="en-US" sz="4800" i="1" dirty="0"/>
              <a:t>Which one do I care about?</a:t>
            </a:r>
          </a:p>
          <a:p>
            <a:pPr marL="1028700" lvl="1" indent="-571500" algn="just">
              <a:lnSpc>
                <a:spcPct val="150000"/>
              </a:lnSpc>
              <a:buFont typeface="Wingdings" panose="05000000000000000000" pitchFamily="2" charset="2"/>
              <a:buChar char="q"/>
            </a:pPr>
            <a:r>
              <a:rPr lang="en-US" sz="4400" dirty="0"/>
              <a:t>Token ID → Internal Bookkeeping.</a:t>
            </a:r>
          </a:p>
          <a:p>
            <a:pPr marL="1028700" lvl="1" indent="-571500" algn="just">
              <a:lnSpc>
                <a:spcPct val="150000"/>
              </a:lnSpc>
              <a:buFont typeface="Wingdings" panose="05000000000000000000" pitchFamily="2" charset="2"/>
              <a:buChar char="q"/>
            </a:pPr>
            <a:r>
              <a:rPr lang="en-US" sz="4400" b="1" dirty="0"/>
              <a:t>Token Count → Costs $ and Time.</a:t>
            </a:r>
          </a:p>
        </p:txBody>
      </p:sp>
      <p:sp>
        <p:nvSpPr>
          <p:cNvPr id="51" name="TextBox 50">
            <a:extLst>
              <a:ext uri="{FF2B5EF4-FFF2-40B4-BE49-F238E27FC236}">
                <a16:creationId xmlns:a16="http://schemas.microsoft.com/office/drawing/2014/main" id="{EFEF9E08-75E9-0BFC-BE92-F069A0AC628B}"/>
              </a:ext>
            </a:extLst>
          </p:cNvPr>
          <p:cNvSpPr txBox="1"/>
          <p:nvPr/>
        </p:nvSpPr>
        <p:spPr>
          <a:xfrm>
            <a:off x="1581508" y="7850653"/>
            <a:ext cx="13456357" cy="5787675"/>
          </a:xfrm>
          <a:prstGeom prst="rect">
            <a:avLst/>
          </a:prstGeom>
          <a:noFill/>
        </p:spPr>
        <p:txBody>
          <a:bodyPr wrap="square">
            <a:spAutoFit/>
          </a:bodyPr>
          <a:lstStyle/>
          <a:p>
            <a:pPr lvl="1"/>
            <a:r>
              <a:rPr lang="en-US" sz="4800" i="1" dirty="0"/>
              <a:t>What controls the token count?</a:t>
            </a:r>
          </a:p>
          <a:p>
            <a:pPr marL="1028700" lvl="1" indent="-571500" algn="just">
              <a:lnSpc>
                <a:spcPct val="150000"/>
              </a:lnSpc>
              <a:buFont typeface="Wingdings" panose="05000000000000000000" pitchFamily="2" charset="2"/>
              <a:buChar char="q"/>
            </a:pPr>
            <a:r>
              <a:rPr lang="en-US" sz="4400" b="1" i="1" dirty="0"/>
              <a:t>Both</a:t>
            </a:r>
            <a:r>
              <a:rPr lang="en-US" sz="4400" dirty="0"/>
              <a:t> ‘</a:t>
            </a:r>
            <a:r>
              <a:rPr lang="en-US" sz="4400" b="1" dirty="0">
                <a:solidFill>
                  <a:schemeClr val="accent4"/>
                </a:solidFill>
              </a:rPr>
              <a:t>the</a:t>
            </a:r>
            <a:r>
              <a:rPr lang="en-US" sz="4400" dirty="0"/>
              <a:t>’ and ‘</a:t>
            </a:r>
            <a:r>
              <a:rPr lang="en-US" sz="4400" b="1" dirty="0">
                <a:solidFill>
                  <a:schemeClr val="accent4"/>
                </a:solidFill>
              </a:rPr>
              <a:t>characteristics</a:t>
            </a:r>
            <a:r>
              <a:rPr lang="en-US" sz="4400" dirty="0"/>
              <a:t>’ → 1 token*.</a:t>
            </a:r>
          </a:p>
          <a:p>
            <a:pPr marL="1028700" lvl="1" indent="-571500" algn="just">
              <a:lnSpc>
                <a:spcPct val="150000"/>
              </a:lnSpc>
              <a:buFont typeface="Wingdings" panose="05000000000000000000" pitchFamily="2" charset="2"/>
              <a:buChar char="q"/>
            </a:pPr>
            <a:r>
              <a:rPr lang="en-US" sz="4400" b="1" i="1" dirty="0"/>
              <a:t>Both</a:t>
            </a:r>
            <a:r>
              <a:rPr lang="en-US" sz="4400" dirty="0"/>
              <a:t> ‘</a:t>
            </a:r>
            <a:r>
              <a:rPr lang="en-US" sz="4400" b="1" dirty="0">
                <a:solidFill>
                  <a:schemeClr val="accent4"/>
                </a:solidFill>
              </a:rPr>
              <a:t>permeability’ </a:t>
            </a:r>
            <a:r>
              <a:rPr lang="en-US" sz="4400" dirty="0"/>
              <a:t>and ‘</a:t>
            </a:r>
            <a:r>
              <a:rPr lang="en-US" sz="4400" b="1" dirty="0">
                <a:solidFill>
                  <a:schemeClr val="accent6"/>
                </a:solidFill>
              </a:rPr>
              <a:t>geotechnical</a:t>
            </a:r>
            <a:r>
              <a:rPr lang="en-US" sz="4400" dirty="0"/>
              <a:t>’ → 12 letters.</a:t>
            </a:r>
          </a:p>
          <a:p>
            <a:pPr marL="2400300" lvl="4" indent="-571500" algn="just">
              <a:lnSpc>
                <a:spcPct val="150000"/>
              </a:lnSpc>
              <a:buFont typeface="Wingdings" panose="05000000000000000000" pitchFamily="2" charset="2"/>
              <a:buChar char="q"/>
            </a:pPr>
            <a:r>
              <a:rPr lang="en-US" sz="4400" b="1" i="1" dirty="0"/>
              <a:t>But</a:t>
            </a:r>
            <a:r>
              <a:rPr lang="en-US" sz="4400" dirty="0"/>
              <a:t> ‘</a:t>
            </a:r>
            <a:r>
              <a:rPr lang="en-US" sz="4400" b="1" dirty="0">
                <a:solidFill>
                  <a:schemeClr val="accent4"/>
                </a:solidFill>
              </a:rPr>
              <a:t>permeability’ </a:t>
            </a:r>
            <a:r>
              <a:rPr lang="en-US" sz="4400" dirty="0"/>
              <a:t>→ 1 token</a:t>
            </a:r>
          </a:p>
          <a:p>
            <a:pPr lvl="1" algn="just">
              <a:lnSpc>
                <a:spcPct val="150000"/>
              </a:lnSpc>
            </a:pPr>
            <a:r>
              <a:rPr lang="en-US" sz="4400" dirty="0"/>
              <a:t>		 	  			  ‘</a:t>
            </a:r>
            <a:r>
              <a:rPr lang="en-US" sz="4400" b="1" dirty="0">
                <a:solidFill>
                  <a:schemeClr val="accent6"/>
                </a:solidFill>
              </a:rPr>
              <a:t>geotechnical</a:t>
            </a:r>
            <a:r>
              <a:rPr lang="en-US" sz="4400" dirty="0"/>
              <a:t>’ → 3 tokens</a:t>
            </a:r>
          </a:p>
          <a:p>
            <a:pPr marL="1028700" lvl="1" indent="-571500" algn="just">
              <a:lnSpc>
                <a:spcPct val="150000"/>
              </a:lnSpc>
              <a:buFont typeface="Wingdings" panose="05000000000000000000" pitchFamily="2" charset="2"/>
              <a:buChar char="q"/>
            </a:pPr>
            <a:r>
              <a:rPr lang="en-US" sz="4400" b="1" dirty="0"/>
              <a:t>Deciding Factors: </a:t>
            </a:r>
            <a:r>
              <a:rPr lang="en-US" sz="4400" dirty="0"/>
              <a:t>Training, Frequency, and Typos.</a:t>
            </a:r>
          </a:p>
        </p:txBody>
      </p:sp>
      <p:sp>
        <p:nvSpPr>
          <p:cNvPr id="53" name="TextBox 52">
            <a:extLst>
              <a:ext uri="{FF2B5EF4-FFF2-40B4-BE49-F238E27FC236}">
                <a16:creationId xmlns:a16="http://schemas.microsoft.com/office/drawing/2014/main" id="{8BA72BAD-5A5B-713F-083F-4E73B23B7811}"/>
              </a:ext>
            </a:extLst>
          </p:cNvPr>
          <p:cNvSpPr txBox="1"/>
          <p:nvPr/>
        </p:nvSpPr>
        <p:spPr>
          <a:xfrm>
            <a:off x="0" y="1470164"/>
            <a:ext cx="20488407" cy="646331"/>
          </a:xfrm>
          <a:prstGeom prst="rect">
            <a:avLst/>
          </a:prstGeom>
          <a:noFill/>
        </p:spPr>
        <p:txBody>
          <a:bodyPr wrap="square">
            <a:spAutoFit/>
          </a:bodyPr>
          <a:lstStyle/>
          <a:p>
            <a:r>
              <a:rPr lang="en-US" sz="3600" i="1" dirty="0">
                <a:solidFill>
                  <a:schemeClr val="tx1">
                    <a:lumMod val="50000"/>
                    <a:lumOff val="50000"/>
                  </a:schemeClr>
                </a:solidFill>
              </a:rPr>
              <a:t>*Based on OpenAI’s tokenizer (GPT-4o-o200k_base). Different models → Different tokenizer. </a:t>
            </a:r>
          </a:p>
        </p:txBody>
      </p:sp>
      <p:sp>
        <p:nvSpPr>
          <p:cNvPr id="55" name="TextBox 54">
            <a:extLst>
              <a:ext uri="{FF2B5EF4-FFF2-40B4-BE49-F238E27FC236}">
                <a16:creationId xmlns:a16="http://schemas.microsoft.com/office/drawing/2014/main" id="{B0CFAED4-9EF6-3E67-08A2-3DB3E0DF4D73}"/>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57" name="TextBox 56">
            <a:extLst>
              <a:ext uri="{FF2B5EF4-FFF2-40B4-BE49-F238E27FC236}">
                <a16:creationId xmlns:a16="http://schemas.microsoft.com/office/drawing/2014/main" id="{28CD191C-1125-B117-47E8-9F0D8C39D020}"/>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59" name="TextBox 58">
            <a:extLst>
              <a:ext uri="{FF2B5EF4-FFF2-40B4-BE49-F238E27FC236}">
                <a16:creationId xmlns:a16="http://schemas.microsoft.com/office/drawing/2014/main" id="{881596B7-F19C-18F7-E2AC-33F1212D7F47}"/>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61" name="TextBox 60">
            <a:extLst>
              <a:ext uri="{FF2B5EF4-FFF2-40B4-BE49-F238E27FC236}">
                <a16:creationId xmlns:a16="http://schemas.microsoft.com/office/drawing/2014/main" id="{6324FD59-0B16-2594-D7C0-03DC1CC03B53}"/>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63" name="TextBox 62">
            <a:extLst>
              <a:ext uri="{FF2B5EF4-FFF2-40B4-BE49-F238E27FC236}">
                <a16:creationId xmlns:a16="http://schemas.microsoft.com/office/drawing/2014/main" id="{BCCE740D-DBF7-62FD-83AC-7175EA895240}"/>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65" name="TextBox 64">
            <a:extLst>
              <a:ext uri="{FF2B5EF4-FFF2-40B4-BE49-F238E27FC236}">
                <a16:creationId xmlns:a16="http://schemas.microsoft.com/office/drawing/2014/main" id="{3F74BBA5-8A6F-12FA-434D-ACBB32570FD4}"/>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71" name="Picture 70">
            <a:extLst>
              <a:ext uri="{FF2B5EF4-FFF2-40B4-BE49-F238E27FC236}">
                <a16:creationId xmlns:a16="http://schemas.microsoft.com/office/drawing/2014/main" id="{BAE654AF-F2C7-DC6E-074A-2ED319E9E2ED}"/>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540720" y="14448553"/>
            <a:ext cx="1044858" cy="1044858"/>
          </a:xfrm>
          <a:prstGeom prst="rect">
            <a:avLst/>
          </a:prstGeom>
        </p:spPr>
      </p:pic>
    </p:spTree>
    <p:extLst>
      <p:ext uri="{BB962C8B-B14F-4D97-AF65-F5344CB8AC3E}">
        <p14:creationId xmlns:p14="http://schemas.microsoft.com/office/powerpoint/2010/main" val="175100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0-#ppt_w/2"/>
                                          </p:val>
                                        </p:tav>
                                        <p:tav tm="100000">
                                          <p:val>
                                            <p:strVal val="#ppt_x"/>
                                          </p:val>
                                        </p:tav>
                                      </p:tavLst>
                                    </p:anim>
                                    <p:anim calcmode="lin" valueType="num">
                                      <p:cBhvr additive="base">
                                        <p:cTn id="8"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randombar(horizontal)">
                                      <p:cBhvr>
                                        <p:cTn id="13" dur="500"/>
                                        <p:tgtEl>
                                          <p:spTgt spid="47"/>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51"/>
                                        </p:tgtEl>
                                        <p:attrNameLst>
                                          <p:attrName>style.visibility</p:attrName>
                                        </p:attrNameLst>
                                      </p:cBhvr>
                                      <p:to>
                                        <p:strVal val="visible"/>
                                      </p:to>
                                    </p:set>
                                    <p:anim calcmode="lin" valueType="num">
                                      <p:cBhvr additive="base">
                                        <p:cTn id="18" dur="500" fill="hold"/>
                                        <p:tgtEl>
                                          <p:spTgt spid="51"/>
                                        </p:tgtEl>
                                        <p:attrNameLst>
                                          <p:attrName>ppt_x</p:attrName>
                                        </p:attrNameLst>
                                      </p:cBhvr>
                                      <p:tavLst>
                                        <p:tav tm="0">
                                          <p:val>
                                            <p:strVal val="0-#ppt_w/2"/>
                                          </p:val>
                                        </p:tav>
                                        <p:tav tm="100000">
                                          <p:val>
                                            <p:strVal val="#ppt_x"/>
                                          </p:val>
                                        </p:tav>
                                      </p:tavLst>
                                    </p:anim>
                                    <p:anim calcmode="lin" valueType="num">
                                      <p:cBhvr additive="base">
                                        <p:cTn id="19" dur="500" fill="hold"/>
                                        <p:tgtEl>
                                          <p:spTgt spid="51"/>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4" presetClass="exit" presetSubtype="10" fill="hold" nodeType="clickEffect">
                                  <p:stCondLst>
                                    <p:cond delay="0"/>
                                  </p:stCondLst>
                                  <p:childTnLst>
                                    <p:animEffect transition="out" filter="randombar(horizontal)">
                                      <p:cBhvr>
                                        <p:cTn id="23" dur="500"/>
                                        <p:tgtEl>
                                          <p:spTgt spid="47"/>
                                        </p:tgtEl>
                                      </p:cBhvr>
                                    </p:animEffect>
                                    <p:set>
                                      <p:cBhvr>
                                        <p:cTn id="24" dur="1" fill="hold">
                                          <p:stCondLst>
                                            <p:cond delay="499"/>
                                          </p:stCondLst>
                                        </p:cTn>
                                        <p:tgtEl>
                                          <p:spTgt spid="47"/>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5"/>
                                        </p:tgtEl>
                                        <p:attrNameLst>
                                          <p:attrName>style.visibility</p:attrName>
                                        </p:attrNameLst>
                                      </p:cBhvr>
                                      <p:to>
                                        <p:strVal val="visible"/>
                                      </p:to>
                                    </p:set>
                                    <p:animEffect transition="in" filter="randombar(horizontal)">
                                      <p:cBhvr>
                                        <p:cTn id="29"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846F1-8C01-1F4B-6A85-78867BDDFDB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FDD4E59-1E12-F0F4-56D9-C46C13B20123}"/>
              </a:ext>
            </a:extLst>
          </p:cNvPr>
          <p:cNvSpPr>
            <a:spLocks noGrp="1"/>
          </p:cNvSpPr>
          <p:nvPr>
            <p:ph type="title"/>
          </p:nvPr>
        </p:nvSpPr>
        <p:spPr>
          <a:xfrm>
            <a:off x="2011680" y="1779764"/>
            <a:ext cx="25656294" cy="2277888"/>
          </a:xfrm>
        </p:spPr>
        <p:txBody>
          <a:bodyPr>
            <a:normAutofit/>
          </a:bodyPr>
          <a:lstStyle/>
          <a:p>
            <a:r>
              <a:rPr lang="en-US" dirty="0"/>
              <a:t>Input: What is a Token? (3/3)</a:t>
            </a:r>
          </a:p>
        </p:txBody>
      </p:sp>
      <p:sp>
        <p:nvSpPr>
          <p:cNvPr id="4" name="Footer Placeholder 3">
            <a:extLst>
              <a:ext uri="{FF2B5EF4-FFF2-40B4-BE49-F238E27FC236}">
                <a16:creationId xmlns:a16="http://schemas.microsoft.com/office/drawing/2014/main" id="{C9727228-DF3F-B37E-A985-D040EFE2277B}"/>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26544057-DA02-AC96-4F38-31540042D72E}"/>
              </a:ext>
            </a:extLst>
          </p:cNvPr>
          <p:cNvSpPr>
            <a:spLocks noGrp="1"/>
          </p:cNvSpPr>
          <p:nvPr>
            <p:ph type="sldNum" sz="quarter" idx="12"/>
          </p:nvPr>
        </p:nvSpPr>
        <p:spPr/>
        <p:txBody>
          <a:bodyPr/>
          <a:lstStyle/>
          <a:p>
            <a:fld id="{455CB61F-784F-47BE-8E88-4D7DF3343F95}" type="slidenum">
              <a:rPr lang="en-US" smtClean="0"/>
              <a:pPr/>
              <a:t>10</a:t>
            </a:fld>
            <a:endParaRPr lang="en-US" dirty="0"/>
          </a:p>
        </p:txBody>
      </p:sp>
      <p:sp>
        <p:nvSpPr>
          <p:cNvPr id="53" name="TextBox 52">
            <a:extLst>
              <a:ext uri="{FF2B5EF4-FFF2-40B4-BE49-F238E27FC236}">
                <a16:creationId xmlns:a16="http://schemas.microsoft.com/office/drawing/2014/main" id="{425493D0-885F-A94D-A831-92B67FF92CA2}"/>
              </a:ext>
            </a:extLst>
          </p:cNvPr>
          <p:cNvSpPr txBox="1"/>
          <p:nvPr/>
        </p:nvSpPr>
        <p:spPr>
          <a:xfrm>
            <a:off x="0" y="1470164"/>
            <a:ext cx="20488407" cy="646331"/>
          </a:xfrm>
          <a:prstGeom prst="rect">
            <a:avLst/>
          </a:prstGeom>
          <a:noFill/>
        </p:spPr>
        <p:txBody>
          <a:bodyPr wrap="square">
            <a:spAutoFit/>
          </a:bodyPr>
          <a:lstStyle/>
          <a:p>
            <a:r>
              <a:rPr lang="en-US" sz="3600" i="1" dirty="0">
                <a:solidFill>
                  <a:schemeClr val="tx1">
                    <a:lumMod val="50000"/>
                    <a:lumOff val="50000"/>
                  </a:schemeClr>
                </a:solidFill>
              </a:rPr>
              <a:t>*Based on OpenAI’s tokenizer (GPT-4o-o200k_base). Different models → Different tokenizer. </a:t>
            </a:r>
          </a:p>
        </p:txBody>
      </p:sp>
      <p:sp>
        <p:nvSpPr>
          <p:cNvPr id="55" name="TextBox 54">
            <a:extLst>
              <a:ext uri="{FF2B5EF4-FFF2-40B4-BE49-F238E27FC236}">
                <a16:creationId xmlns:a16="http://schemas.microsoft.com/office/drawing/2014/main" id="{A9938675-ECE9-69C9-8D12-60B647EF53D0}"/>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57" name="TextBox 56">
            <a:extLst>
              <a:ext uri="{FF2B5EF4-FFF2-40B4-BE49-F238E27FC236}">
                <a16:creationId xmlns:a16="http://schemas.microsoft.com/office/drawing/2014/main" id="{AE69B629-EE83-DDB9-6C4F-F4BAB5A9F58D}"/>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59" name="TextBox 58">
            <a:extLst>
              <a:ext uri="{FF2B5EF4-FFF2-40B4-BE49-F238E27FC236}">
                <a16:creationId xmlns:a16="http://schemas.microsoft.com/office/drawing/2014/main" id="{D677162D-D121-5C12-85CF-D6F072B06798}"/>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61" name="TextBox 60">
            <a:extLst>
              <a:ext uri="{FF2B5EF4-FFF2-40B4-BE49-F238E27FC236}">
                <a16:creationId xmlns:a16="http://schemas.microsoft.com/office/drawing/2014/main" id="{33B90B7D-6E31-149F-EC54-4F66F15E7E29}"/>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63" name="TextBox 62">
            <a:extLst>
              <a:ext uri="{FF2B5EF4-FFF2-40B4-BE49-F238E27FC236}">
                <a16:creationId xmlns:a16="http://schemas.microsoft.com/office/drawing/2014/main" id="{FDF2096D-CDB1-A2E1-6708-2AD2F3DDA9C0}"/>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65" name="TextBox 64">
            <a:extLst>
              <a:ext uri="{FF2B5EF4-FFF2-40B4-BE49-F238E27FC236}">
                <a16:creationId xmlns:a16="http://schemas.microsoft.com/office/drawing/2014/main" id="{7182088F-1568-6259-CA70-82287B2E15CE}"/>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71" name="Picture 70">
            <a:extLst>
              <a:ext uri="{FF2B5EF4-FFF2-40B4-BE49-F238E27FC236}">
                <a16:creationId xmlns:a16="http://schemas.microsoft.com/office/drawing/2014/main" id="{88A8E7E3-08DB-E9D0-B80D-60E61D24830F}"/>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9540720" y="14448553"/>
            <a:ext cx="1044858" cy="1044858"/>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4EAAF7F-2AEF-0026-E6B2-38D4437A6865}"/>
                  </a:ext>
                </a:extLst>
              </p:cNvPr>
              <p:cNvSpPr txBox="1"/>
              <p:nvPr/>
            </p:nvSpPr>
            <p:spPr>
              <a:xfrm>
                <a:off x="3959916" y="3956821"/>
                <a:ext cx="21329650" cy="1066639"/>
              </a:xfrm>
              <a:prstGeom prst="rect">
                <a:avLst/>
              </a:prstGeom>
              <a:noFill/>
            </p:spPr>
            <p:txBody>
              <a:bodyPr wrap="square">
                <a:spAutoFit/>
              </a:bodyPr>
              <a:lstStyle/>
              <a:p>
                <a:pPr lvl="1" algn="ctr">
                  <a:lnSpc>
                    <a:spcPct val="150000"/>
                  </a:lnSpc>
                </a:pPr>
                <a:r>
                  <a:rPr lang="en-US" sz="4800" b="1" dirty="0"/>
                  <a:t>Token ID </a:t>
                </a:r>
                <a14:m>
                  <m:oMath xmlns:m="http://schemas.openxmlformats.org/officeDocument/2006/math">
                    <m:r>
                      <a:rPr lang="en-US" sz="4800" b="1" i="1" smtClean="0">
                        <a:latin typeface="Cambria Math" panose="02040503050406030204" pitchFamily="18" charset="0"/>
                        <a:ea typeface="Cambria Math" panose="02040503050406030204" pitchFamily="18" charset="0"/>
                      </a:rPr>
                      <m:t>→</m:t>
                    </m:r>
                  </m:oMath>
                </a14:m>
                <a:r>
                  <a:rPr lang="en-US" sz="4800" b="1" dirty="0"/>
                  <a:t> Parameters</a:t>
                </a:r>
              </a:p>
            </p:txBody>
          </p:sp>
        </mc:Choice>
        <mc:Fallback xmlns="">
          <p:sp>
            <p:nvSpPr>
              <p:cNvPr id="3" name="TextBox 2">
                <a:extLst>
                  <a:ext uri="{FF2B5EF4-FFF2-40B4-BE49-F238E27FC236}">
                    <a16:creationId xmlns:a16="http://schemas.microsoft.com/office/drawing/2014/main" id="{94EAAF7F-2AEF-0026-E6B2-38D4437A6865}"/>
                  </a:ext>
                </a:extLst>
              </p:cNvPr>
              <p:cNvSpPr txBox="1">
                <a:spLocks noRot="1" noChangeAspect="1" noMove="1" noResize="1" noEditPoints="1" noAdjustHandles="1" noChangeArrowheads="1" noChangeShapeType="1" noTextEdit="1"/>
              </p:cNvSpPr>
              <p:nvPr/>
            </p:nvSpPr>
            <p:spPr>
              <a:xfrm>
                <a:off x="3959916" y="3956821"/>
                <a:ext cx="21329650" cy="1066639"/>
              </a:xfrm>
              <a:prstGeom prst="rect">
                <a:avLst/>
              </a:prstGeom>
              <a:blipFill>
                <a:blip r:embed="rId5"/>
                <a:stretch>
                  <a:fillRect b="-29714"/>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04522CD0-9C4D-557B-A91C-462BA56C9464}"/>
              </a:ext>
            </a:extLst>
          </p:cNvPr>
          <p:cNvGrpSpPr/>
          <p:nvPr/>
        </p:nvGrpSpPr>
        <p:grpSpPr>
          <a:xfrm>
            <a:off x="1224217" y="6325432"/>
            <a:ext cx="13679171" cy="5455195"/>
            <a:chOff x="6097153" y="4798636"/>
            <a:chExt cx="15355536" cy="6144438"/>
          </a:xfrm>
        </p:grpSpPr>
        <p:pic>
          <p:nvPicPr>
            <p:cNvPr id="10" name="Graphic 9">
              <a:extLst>
                <a:ext uri="{FF2B5EF4-FFF2-40B4-BE49-F238E27FC236}">
                  <a16:creationId xmlns:a16="http://schemas.microsoft.com/office/drawing/2014/main" id="{35846DD2-718B-E734-EAFC-396A7055853F}"/>
                </a:ext>
              </a:extLst>
            </p:cNvPr>
            <p:cNvPicPr>
              <a:picLocks noChangeAspect="1"/>
            </p:cNvPicPr>
            <p:nvPr/>
          </p:nvPicPr>
          <p:blipFill>
            <a:blip>
              <a:extLst>
                <a:ext uri="{96DAC541-7B7A-43D3-8B79-37D633B846F1}">
                  <asvg:svgBlip xmlns:asvg="http://schemas.microsoft.com/office/drawing/2016/SVG/main" r:embed="rId6"/>
                </a:ext>
              </a:extLst>
            </a:blip>
            <a:srcRect b="6815"/>
            <a:stretch>
              <a:fillRect/>
            </a:stretch>
          </p:blipFill>
          <p:spPr>
            <a:xfrm>
              <a:off x="6097153" y="5785837"/>
              <a:ext cx="15355536" cy="5157237"/>
            </a:xfrm>
            <a:prstGeom prst="rect">
              <a:avLst/>
            </a:prstGeom>
          </p:spPr>
        </p:pic>
        <p:sp>
          <p:nvSpPr>
            <p:cNvPr id="11" name="TextBox 10">
              <a:extLst>
                <a:ext uri="{FF2B5EF4-FFF2-40B4-BE49-F238E27FC236}">
                  <a16:creationId xmlns:a16="http://schemas.microsoft.com/office/drawing/2014/main" id="{C8231371-DE2F-D1FC-AF56-B2B3F0C9D22C}"/>
                </a:ext>
              </a:extLst>
            </p:cNvPr>
            <p:cNvSpPr txBox="1"/>
            <p:nvPr/>
          </p:nvSpPr>
          <p:spPr>
            <a:xfrm>
              <a:off x="6662327" y="5607023"/>
              <a:ext cx="1796290" cy="707886"/>
            </a:xfrm>
            <a:prstGeom prst="rect">
              <a:avLst/>
            </a:prstGeom>
            <a:noFill/>
          </p:spPr>
          <p:txBody>
            <a:bodyPr wrap="square">
              <a:spAutoFit/>
            </a:bodyPr>
            <a:lstStyle/>
            <a:p>
              <a:r>
                <a:rPr lang="en-US" sz="4000" i="1" dirty="0"/>
                <a:t>Token</a:t>
              </a:r>
              <a:endParaRPr lang="en-US" sz="4000" dirty="0">
                <a:solidFill>
                  <a:schemeClr val="accent1"/>
                </a:solidFill>
              </a:endParaRPr>
            </a:p>
          </p:txBody>
        </p:sp>
        <p:sp>
          <p:nvSpPr>
            <p:cNvPr id="13" name="TextBox 12">
              <a:extLst>
                <a:ext uri="{FF2B5EF4-FFF2-40B4-BE49-F238E27FC236}">
                  <a16:creationId xmlns:a16="http://schemas.microsoft.com/office/drawing/2014/main" id="{A7550BAB-4676-2EEC-E06E-75BA2BA69ED2}"/>
                </a:ext>
              </a:extLst>
            </p:cNvPr>
            <p:cNvSpPr txBox="1"/>
            <p:nvPr/>
          </p:nvSpPr>
          <p:spPr>
            <a:xfrm>
              <a:off x="8625437" y="5607023"/>
              <a:ext cx="2360877" cy="707886"/>
            </a:xfrm>
            <a:prstGeom prst="rect">
              <a:avLst/>
            </a:prstGeom>
            <a:noFill/>
          </p:spPr>
          <p:txBody>
            <a:bodyPr wrap="square">
              <a:spAutoFit/>
            </a:bodyPr>
            <a:lstStyle/>
            <a:p>
              <a:pPr algn="ctr"/>
              <a:r>
                <a:rPr lang="en-US" sz="4000" i="1" dirty="0"/>
                <a:t>Token ID</a:t>
              </a:r>
              <a:endParaRPr lang="en-US" sz="4000" dirty="0">
                <a:solidFill>
                  <a:schemeClr val="accent1"/>
                </a:solidFill>
              </a:endParaRPr>
            </a:p>
          </p:txBody>
        </p:sp>
        <p:sp>
          <p:nvSpPr>
            <p:cNvPr id="15" name="TextBox 14">
              <a:extLst>
                <a:ext uri="{FF2B5EF4-FFF2-40B4-BE49-F238E27FC236}">
                  <a16:creationId xmlns:a16="http://schemas.microsoft.com/office/drawing/2014/main" id="{A0C174CF-2B7C-956C-7489-245F3FE30FB4}"/>
                </a:ext>
              </a:extLst>
            </p:cNvPr>
            <p:cNvSpPr txBox="1"/>
            <p:nvPr/>
          </p:nvSpPr>
          <p:spPr>
            <a:xfrm>
              <a:off x="11854523" y="4798636"/>
              <a:ext cx="4349812" cy="707886"/>
            </a:xfrm>
            <a:prstGeom prst="rect">
              <a:avLst/>
            </a:prstGeom>
            <a:noFill/>
          </p:spPr>
          <p:txBody>
            <a:bodyPr wrap="square">
              <a:spAutoFit/>
            </a:bodyPr>
            <a:lstStyle/>
            <a:p>
              <a:pPr algn="ctr"/>
              <a:r>
                <a:rPr lang="en-US" sz="4000" i="1" dirty="0"/>
                <a:t>Embedding Matrix</a:t>
              </a:r>
              <a:endParaRPr lang="en-US" sz="4000" dirty="0">
                <a:solidFill>
                  <a:schemeClr val="accent1"/>
                </a:solidFill>
              </a:endParaRPr>
            </a:p>
          </p:txBody>
        </p:sp>
        <p:sp>
          <p:nvSpPr>
            <p:cNvPr id="17" name="TextBox 16">
              <a:extLst>
                <a:ext uri="{FF2B5EF4-FFF2-40B4-BE49-F238E27FC236}">
                  <a16:creationId xmlns:a16="http://schemas.microsoft.com/office/drawing/2014/main" id="{30E9523F-94C2-70B9-8CF7-502B3E42FC04}"/>
                </a:ext>
              </a:extLst>
            </p:cNvPr>
            <p:cNvSpPr txBox="1"/>
            <p:nvPr/>
          </p:nvSpPr>
          <p:spPr>
            <a:xfrm>
              <a:off x="17654642" y="5694293"/>
              <a:ext cx="3325158" cy="707886"/>
            </a:xfrm>
            <a:prstGeom prst="rect">
              <a:avLst/>
            </a:prstGeom>
            <a:noFill/>
          </p:spPr>
          <p:txBody>
            <a:bodyPr wrap="square">
              <a:spAutoFit/>
            </a:bodyPr>
            <a:lstStyle/>
            <a:p>
              <a:pPr algn="ctr"/>
              <a:r>
                <a:rPr lang="en-US" sz="4000" i="1" dirty="0"/>
                <a:t>Input Tensor</a:t>
              </a:r>
              <a:endParaRPr lang="en-US" sz="4000" dirty="0">
                <a:solidFill>
                  <a:schemeClr val="accent1"/>
                </a:solidFill>
              </a:endParaRPr>
            </a:p>
          </p:txBody>
        </p:sp>
      </p:grpSp>
      <p:sp>
        <p:nvSpPr>
          <p:cNvPr id="19" name="TextBox 18">
            <a:extLst>
              <a:ext uri="{FF2B5EF4-FFF2-40B4-BE49-F238E27FC236}">
                <a16:creationId xmlns:a16="http://schemas.microsoft.com/office/drawing/2014/main" id="{AD1C7827-2BE5-0C00-F8D7-C8F6EC8A46D0}"/>
              </a:ext>
            </a:extLst>
          </p:cNvPr>
          <p:cNvSpPr txBox="1"/>
          <p:nvPr/>
        </p:nvSpPr>
        <p:spPr>
          <a:xfrm>
            <a:off x="15509475" y="6234709"/>
            <a:ext cx="13456357" cy="3756349"/>
          </a:xfrm>
          <a:prstGeom prst="rect">
            <a:avLst/>
          </a:prstGeom>
          <a:noFill/>
        </p:spPr>
        <p:txBody>
          <a:bodyPr wrap="square">
            <a:spAutoFit/>
          </a:bodyPr>
          <a:lstStyle/>
          <a:p>
            <a:pPr lvl="1"/>
            <a:r>
              <a:rPr lang="en-US" sz="4800" i="1" dirty="0"/>
              <a:t>Embedding Matrix?</a:t>
            </a:r>
          </a:p>
          <a:p>
            <a:pPr marL="1028700" lvl="1" indent="-571500" algn="just">
              <a:lnSpc>
                <a:spcPct val="150000"/>
              </a:lnSpc>
              <a:buFont typeface="Wingdings" panose="05000000000000000000" pitchFamily="2" charset="2"/>
              <a:buChar char="q"/>
            </a:pPr>
            <a:r>
              <a:rPr lang="en-US" sz="4400" dirty="0"/>
              <a:t>Where each parameter (</a:t>
            </a:r>
            <a:r>
              <a:rPr lang="en-US" sz="4400" b="1" dirty="0"/>
              <a:t>weight</a:t>
            </a:r>
            <a:r>
              <a:rPr lang="en-US" sz="4400" dirty="0"/>
              <a:t>) is stored.</a:t>
            </a:r>
          </a:p>
          <a:p>
            <a:pPr marL="1028700" lvl="1" indent="-571500" algn="just">
              <a:lnSpc>
                <a:spcPct val="150000"/>
              </a:lnSpc>
              <a:buFont typeface="Wingdings" panose="05000000000000000000" pitchFamily="2" charset="2"/>
              <a:buChar char="q"/>
            </a:pPr>
            <a:r>
              <a:rPr lang="en-US" sz="4400" dirty="0"/>
              <a:t>Each </a:t>
            </a:r>
            <a:r>
              <a:rPr lang="en-US" sz="4400" b="1" dirty="0"/>
              <a:t>row corresponds to a single token</a:t>
            </a:r>
            <a:r>
              <a:rPr lang="en-US" sz="4400" dirty="0"/>
              <a:t>.</a:t>
            </a:r>
          </a:p>
          <a:p>
            <a:pPr marL="1028700" lvl="1" indent="-571500" algn="just">
              <a:lnSpc>
                <a:spcPct val="150000"/>
              </a:lnSpc>
              <a:buFont typeface="Wingdings" panose="05000000000000000000" pitchFamily="2" charset="2"/>
              <a:buChar char="q"/>
            </a:pPr>
            <a:r>
              <a:rPr lang="en-US" sz="4400" dirty="0"/>
              <a:t>Number of </a:t>
            </a:r>
            <a:r>
              <a:rPr lang="en-US" sz="4400" b="1" dirty="0"/>
              <a:t>columns</a:t>
            </a:r>
            <a:r>
              <a:rPr lang="en-US" sz="4400" dirty="0"/>
              <a:t> → Size of (model) </a:t>
            </a:r>
            <a:r>
              <a:rPr lang="en-US" sz="4400" b="1" dirty="0"/>
              <a:t>dimensions</a:t>
            </a:r>
            <a:r>
              <a:rPr lang="en-US" sz="4400" dirty="0"/>
              <a:t>.</a:t>
            </a:r>
          </a:p>
        </p:txBody>
      </p:sp>
      <p:pic>
        <p:nvPicPr>
          <p:cNvPr id="21" name="Graphic 20">
            <a:extLst>
              <a:ext uri="{FF2B5EF4-FFF2-40B4-BE49-F238E27FC236}">
                <a16:creationId xmlns:a16="http://schemas.microsoft.com/office/drawing/2014/main" id="{0D038A4C-2016-8075-8CB7-71631DC712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30206" y="5250863"/>
            <a:ext cx="16068113" cy="9354416"/>
          </a:xfrm>
          <a:prstGeom prst="rect">
            <a:avLst/>
          </a:prstGeom>
        </p:spPr>
      </p:pic>
    </p:spTree>
    <p:extLst>
      <p:ext uri="{BB962C8B-B14F-4D97-AF65-F5344CB8AC3E}">
        <p14:creationId xmlns:p14="http://schemas.microsoft.com/office/powerpoint/2010/main" val="3944131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1" nodeType="clickEffect">
                                  <p:stCondLst>
                                    <p:cond delay="0"/>
                                  </p:stCondLst>
                                  <p:childTnLst>
                                    <p:animEffect transition="out" filter="fade">
                                      <p:cBhvr>
                                        <p:cTn id="21" dur="500"/>
                                        <p:tgtEl>
                                          <p:spTgt spid="19"/>
                                        </p:tgtEl>
                                      </p:cBhvr>
                                    </p:animEffect>
                                    <p:set>
                                      <p:cBhvr>
                                        <p:cTn id="22" dur="1" fill="hold">
                                          <p:stCondLst>
                                            <p:cond delay="499"/>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1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A9951-374A-6436-99F6-92B99A0E1CB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1A50BB2-4FF7-EE1B-0004-1A7693170180}"/>
              </a:ext>
            </a:extLst>
          </p:cNvPr>
          <p:cNvSpPr>
            <a:spLocks noGrp="1"/>
          </p:cNvSpPr>
          <p:nvPr>
            <p:ph type="title"/>
          </p:nvPr>
        </p:nvSpPr>
        <p:spPr>
          <a:xfrm>
            <a:off x="2011680" y="1779764"/>
            <a:ext cx="25656294" cy="2277888"/>
          </a:xfrm>
        </p:spPr>
        <p:txBody>
          <a:bodyPr>
            <a:normAutofit/>
          </a:bodyPr>
          <a:lstStyle/>
          <a:p>
            <a:r>
              <a:rPr lang="en-US" dirty="0"/>
              <a:t>Neural Network: Setting Model’s Capabilities</a:t>
            </a:r>
          </a:p>
        </p:txBody>
      </p:sp>
      <p:sp>
        <p:nvSpPr>
          <p:cNvPr id="4" name="Footer Placeholder 3">
            <a:extLst>
              <a:ext uri="{FF2B5EF4-FFF2-40B4-BE49-F238E27FC236}">
                <a16:creationId xmlns:a16="http://schemas.microsoft.com/office/drawing/2014/main" id="{B7D01F2C-E176-DF0E-F8C6-293C9CA718FD}"/>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C12E9512-88DB-262E-A82B-A593583D0AAC}"/>
              </a:ext>
            </a:extLst>
          </p:cNvPr>
          <p:cNvSpPr>
            <a:spLocks noGrp="1"/>
          </p:cNvSpPr>
          <p:nvPr>
            <p:ph type="sldNum" sz="quarter" idx="12"/>
          </p:nvPr>
        </p:nvSpPr>
        <p:spPr/>
        <p:txBody>
          <a:bodyPr/>
          <a:lstStyle/>
          <a:p>
            <a:fld id="{455CB61F-784F-47BE-8E88-4D7DF3343F95}" type="slidenum">
              <a:rPr lang="en-US" smtClean="0"/>
              <a:pPr/>
              <a:t>11</a:t>
            </a:fld>
            <a:endParaRPr lang="en-US" dirty="0"/>
          </a:p>
        </p:txBody>
      </p:sp>
      <p:sp>
        <p:nvSpPr>
          <p:cNvPr id="352" name="TextBox 351">
            <a:extLst>
              <a:ext uri="{FF2B5EF4-FFF2-40B4-BE49-F238E27FC236}">
                <a16:creationId xmlns:a16="http://schemas.microsoft.com/office/drawing/2014/main" id="{C7362753-5E39-8CC0-3BD1-986D59244B5E}"/>
              </a:ext>
            </a:extLst>
          </p:cNvPr>
          <p:cNvSpPr txBox="1"/>
          <p:nvPr/>
        </p:nvSpPr>
        <p:spPr>
          <a:xfrm>
            <a:off x="6600507" y="4035064"/>
            <a:ext cx="20008650" cy="3675045"/>
          </a:xfrm>
          <a:prstGeom prst="rect">
            <a:avLst/>
          </a:prstGeom>
          <a:noFill/>
        </p:spPr>
        <p:txBody>
          <a:bodyPr wrap="square">
            <a:spAutoFit/>
          </a:bodyPr>
          <a:lstStyle/>
          <a:p>
            <a:pPr marL="685800" indent="-685800" algn="just">
              <a:lnSpc>
                <a:spcPct val="150000"/>
              </a:lnSpc>
              <a:buFont typeface="Wingdings" panose="05000000000000000000" pitchFamily="2" charset="2"/>
              <a:buChar char="q"/>
            </a:pPr>
            <a:r>
              <a:rPr lang="en-US" sz="4000" dirty="0"/>
              <a:t>Frontier LLMs have </a:t>
            </a:r>
            <a:r>
              <a:rPr lang="en-US" sz="4000" b="1" u="sng" dirty="0"/>
              <a:t>many</a:t>
            </a:r>
            <a:r>
              <a:rPr lang="en-US" sz="4000" dirty="0"/>
              <a:t> capabilities. How do they acquire them?</a:t>
            </a:r>
          </a:p>
          <a:p>
            <a:pPr marL="685800" indent="-685800" algn="just">
              <a:lnSpc>
                <a:spcPct val="150000"/>
              </a:lnSpc>
              <a:buFont typeface="Wingdings" panose="05000000000000000000" pitchFamily="2" charset="2"/>
              <a:buChar char="q"/>
            </a:pPr>
            <a:r>
              <a:rPr lang="en-US" sz="4000" dirty="0"/>
              <a:t>How are they able to understand text, images, and sound </a:t>
            </a:r>
            <a:r>
              <a:rPr lang="en-US" sz="4000" b="1" u="sng" dirty="0"/>
              <a:t>at the same time</a:t>
            </a:r>
            <a:r>
              <a:rPr lang="en-US" sz="4000" dirty="0"/>
              <a:t>?</a:t>
            </a:r>
          </a:p>
          <a:p>
            <a:pPr marL="685800" indent="-685800" algn="just">
              <a:lnSpc>
                <a:spcPct val="150000"/>
              </a:lnSpc>
              <a:buFont typeface="Wingdings" panose="05000000000000000000" pitchFamily="2" charset="2"/>
              <a:buChar char="q"/>
            </a:pPr>
            <a:r>
              <a:rPr lang="en-US" sz="4000" dirty="0"/>
              <a:t>What gives a model its ‘personality’ and ‘morality’?</a:t>
            </a:r>
          </a:p>
          <a:p>
            <a:pPr marL="685800" indent="-685800" algn="just">
              <a:lnSpc>
                <a:spcPct val="150000"/>
              </a:lnSpc>
              <a:buFont typeface="Wingdings" panose="05000000000000000000" pitchFamily="2" charset="2"/>
              <a:buChar char="q"/>
            </a:pPr>
            <a:r>
              <a:rPr lang="en-US" sz="4000" dirty="0"/>
              <a:t>How does a model decide how to </a:t>
            </a:r>
            <a:r>
              <a:rPr lang="en-US" sz="4000" b="1" u="sng" dirty="0"/>
              <a:t>structure</a:t>
            </a:r>
            <a:r>
              <a:rPr lang="en-US" sz="4000" dirty="0"/>
              <a:t> its response?</a:t>
            </a:r>
          </a:p>
        </p:txBody>
      </p:sp>
      <p:sp>
        <p:nvSpPr>
          <p:cNvPr id="7" name="TextBox 6">
            <a:extLst>
              <a:ext uri="{FF2B5EF4-FFF2-40B4-BE49-F238E27FC236}">
                <a16:creationId xmlns:a16="http://schemas.microsoft.com/office/drawing/2014/main" id="{D90A8AB9-65E5-5DDD-0BEA-F98010BC3B97}"/>
              </a:ext>
            </a:extLst>
          </p:cNvPr>
          <p:cNvSpPr txBox="1"/>
          <p:nvPr/>
        </p:nvSpPr>
        <p:spPr>
          <a:xfrm>
            <a:off x="2363349" y="8171808"/>
            <a:ext cx="25571742" cy="2751715"/>
          </a:xfrm>
          <a:prstGeom prst="rect">
            <a:avLst/>
          </a:prstGeom>
          <a:noFill/>
        </p:spPr>
        <p:txBody>
          <a:bodyPr wrap="square">
            <a:spAutoFit/>
          </a:bodyPr>
          <a:lstStyle/>
          <a:p>
            <a:pPr marL="685800" indent="-685800" algn="just">
              <a:lnSpc>
                <a:spcPct val="150000"/>
              </a:lnSpc>
              <a:buFont typeface="Wingdings" panose="05000000000000000000" pitchFamily="2" charset="2"/>
              <a:buChar char="v"/>
            </a:pPr>
            <a:r>
              <a:rPr lang="en-US" sz="4000" dirty="0"/>
              <a:t>Multi-stage training includes  </a:t>
            </a:r>
            <a:r>
              <a:rPr lang="en-US" sz="4000" b="1" dirty="0"/>
              <a:t>specialized networks </a:t>
            </a:r>
            <a:r>
              <a:rPr lang="en-US" sz="4000" dirty="0"/>
              <a:t>(e.g., encoders, reward models) with </a:t>
            </a:r>
            <a:r>
              <a:rPr lang="en-US" sz="4000" b="1" dirty="0">
                <a:solidFill>
                  <a:schemeClr val="accent6"/>
                </a:solidFill>
              </a:rPr>
              <a:t>independent weights</a:t>
            </a:r>
            <a:r>
              <a:rPr lang="en-US" sz="4000" dirty="0"/>
              <a:t>.</a:t>
            </a:r>
          </a:p>
          <a:p>
            <a:pPr marL="685800" indent="-685800" algn="just">
              <a:lnSpc>
                <a:spcPct val="150000"/>
              </a:lnSpc>
              <a:buFont typeface="Wingdings" panose="05000000000000000000" pitchFamily="2" charset="2"/>
              <a:buChar char="v"/>
            </a:pPr>
            <a:r>
              <a:rPr lang="en-US" sz="4000" dirty="0"/>
              <a:t>The </a:t>
            </a:r>
            <a:r>
              <a:rPr lang="en-US" sz="4000" i="1" dirty="0"/>
              <a:t>deployed model </a:t>
            </a:r>
            <a:r>
              <a:rPr lang="en-US" sz="4000" dirty="0"/>
              <a:t>consolidates these learned behaviors into </a:t>
            </a:r>
            <a:r>
              <a:rPr lang="en-US" sz="4000" b="1" dirty="0">
                <a:solidFill>
                  <a:schemeClr val="accent6"/>
                </a:solidFill>
              </a:rPr>
              <a:t>a unified parameter space.</a:t>
            </a:r>
            <a:endParaRPr lang="en-US" sz="4000" dirty="0"/>
          </a:p>
          <a:p>
            <a:pPr marL="685800" indent="-685800" algn="just">
              <a:lnSpc>
                <a:spcPct val="150000"/>
              </a:lnSpc>
              <a:buFont typeface="Wingdings" panose="05000000000000000000" pitchFamily="2" charset="2"/>
              <a:buChar char="v"/>
            </a:pPr>
            <a:r>
              <a:rPr lang="en-US" sz="4000" dirty="0"/>
              <a:t>A model can enhance its capabilities by </a:t>
            </a:r>
            <a:r>
              <a:rPr lang="en-US" sz="4000" b="1" dirty="0"/>
              <a:t>talking to other algorithms </a:t>
            </a:r>
            <a:r>
              <a:rPr lang="en-US" sz="4000" dirty="0"/>
              <a:t>(i.e., MCPs &amp; APIs).</a:t>
            </a:r>
          </a:p>
        </p:txBody>
      </p:sp>
      <p:sp>
        <p:nvSpPr>
          <p:cNvPr id="9" name="Arrow: Bent 8">
            <a:extLst>
              <a:ext uri="{FF2B5EF4-FFF2-40B4-BE49-F238E27FC236}">
                <a16:creationId xmlns:a16="http://schemas.microsoft.com/office/drawing/2014/main" id="{5EE6A485-B865-F6BC-49F4-D5E2288D7AFF}"/>
              </a:ext>
            </a:extLst>
          </p:cNvPr>
          <p:cNvSpPr/>
          <p:nvPr/>
        </p:nvSpPr>
        <p:spPr>
          <a:xfrm rot="16200000" flipH="1">
            <a:off x="3840481" y="6107378"/>
            <a:ext cx="2020376" cy="1690687"/>
          </a:xfrm>
          <a:prstGeom prst="bentArrow">
            <a:avLst>
              <a:gd name="adj1" fmla="val 25000"/>
              <a:gd name="adj2" fmla="val 34325"/>
              <a:gd name="adj3" fmla="val 38521"/>
              <a:gd name="adj4" fmla="val 43750"/>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E2651832-81EA-C69D-7422-17DF827BFF8C}"/>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3" name="TextBox 12">
            <a:extLst>
              <a:ext uri="{FF2B5EF4-FFF2-40B4-BE49-F238E27FC236}">
                <a16:creationId xmlns:a16="http://schemas.microsoft.com/office/drawing/2014/main" id="{1A835C5E-A40F-96E3-94F1-C33ED9CBBB73}"/>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5" name="TextBox 14">
            <a:extLst>
              <a:ext uri="{FF2B5EF4-FFF2-40B4-BE49-F238E27FC236}">
                <a16:creationId xmlns:a16="http://schemas.microsoft.com/office/drawing/2014/main" id="{4381DCE4-F2C9-6805-9A2E-7E8A0B6B992D}"/>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7" name="TextBox 16">
            <a:extLst>
              <a:ext uri="{FF2B5EF4-FFF2-40B4-BE49-F238E27FC236}">
                <a16:creationId xmlns:a16="http://schemas.microsoft.com/office/drawing/2014/main" id="{3C8C7FEE-D003-8164-3ECF-D54B60101ADC}"/>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9" name="TextBox 18">
            <a:extLst>
              <a:ext uri="{FF2B5EF4-FFF2-40B4-BE49-F238E27FC236}">
                <a16:creationId xmlns:a16="http://schemas.microsoft.com/office/drawing/2014/main" id="{6AC83CB8-D005-BBA9-C83F-CD0E7C2490B2}"/>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21" name="TextBox 20">
            <a:extLst>
              <a:ext uri="{FF2B5EF4-FFF2-40B4-BE49-F238E27FC236}">
                <a16:creationId xmlns:a16="http://schemas.microsoft.com/office/drawing/2014/main" id="{03C65DC1-9E03-C8B5-5E3A-47B5F619DA6D}"/>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29" name="Picture 28">
            <a:extLst>
              <a:ext uri="{FF2B5EF4-FFF2-40B4-BE49-F238E27FC236}">
                <a16:creationId xmlns:a16="http://schemas.microsoft.com/office/drawing/2014/main" id="{E6BF3302-0A68-805F-4A9F-562C93F31E88}"/>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
        <p:nvSpPr>
          <p:cNvPr id="35" name="TextBox 34">
            <a:extLst>
              <a:ext uri="{FF2B5EF4-FFF2-40B4-BE49-F238E27FC236}">
                <a16:creationId xmlns:a16="http://schemas.microsoft.com/office/drawing/2014/main" id="{C529EE2B-8778-FB06-F26E-BFD95F40C501}"/>
              </a:ext>
            </a:extLst>
          </p:cNvPr>
          <p:cNvSpPr txBox="1"/>
          <p:nvPr/>
        </p:nvSpPr>
        <p:spPr>
          <a:xfrm>
            <a:off x="2025932" y="11461281"/>
            <a:ext cx="25432615" cy="1077218"/>
          </a:xfrm>
          <a:prstGeom prst="rect">
            <a:avLst/>
          </a:prstGeom>
          <a:noFill/>
        </p:spPr>
        <p:txBody>
          <a:bodyPr wrap="square">
            <a:spAutoFit/>
          </a:bodyPr>
          <a:lstStyle/>
          <a:p>
            <a:pPr marL="1143000" lvl="1" indent="-685800" algn="just">
              <a:buFont typeface="Wingdings" panose="05000000000000000000" pitchFamily="2" charset="2"/>
              <a:buChar char="q"/>
            </a:pPr>
            <a:r>
              <a:rPr lang="en-US" sz="3200" b="1" dirty="0"/>
              <a:t>Application Programming Interface (API): </a:t>
            </a:r>
            <a:r>
              <a:rPr lang="en-US" sz="3200" dirty="0"/>
              <a:t>A defined interface through which interactions occur between a software system and other software systems, specifying the operations available, the format of requests and responses, and the semantics of each.</a:t>
            </a:r>
          </a:p>
        </p:txBody>
      </p:sp>
      <p:sp>
        <p:nvSpPr>
          <p:cNvPr id="37" name="TextBox 36">
            <a:extLst>
              <a:ext uri="{FF2B5EF4-FFF2-40B4-BE49-F238E27FC236}">
                <a16:creationId xmlns:a16="http://schemas.microsoft.com/office/drawing/2014/main" id="{5D7716D9-5E41-6864-BE57-3797B7225C5F}"/>
              </a:ext>
            </a:extLst>
          </p:cNvPr>
          <p:cNvSpPr txBox="1"/>
          <p:nvPr/>
        </p:nvSpPr>
        <p:spPr>
          <a:xfrm>
            <a:off x="2025932" y="12793976"/>
            <a:ext cx="25432615" cy="1077218"/>
          </a:xfrm>
          <a:prstGeom prst="rect">
            <a:avLst/>
          </a:prstGeom>
          <a:noFill/>
        </p:spPr>
        <p:txBody>
          <a:bodyPr wrap="square">
            <a:spAutoFit/>
          </a:bodyPr>
          <a:lstStyle/>
          <a:p>
            <a:pPr marL="1143000" lvl="1" indent="-685800" algn="just">
              <a:buFont typeface="Wingdings" panose="05000000000000000000" pitchFamily="2" charset="2"/>
              <a:buChar char="q"/>
            </a:pPr>
            <a:r>
              <a:rPr lang="en-US" sz="3200" b="1" dirty="0"/>
              <a:t>Model Context Protocol (MCP): </a:t>
            </a:r>
            <a:r>
              <a:rPr lang="en-US" sz="3200" dirty="0"/>
              <a:t>An open protocol standardizing how external tools (e.g., Gmail) and data sources (e.g., GitHub) are made available to an LLM’s operating environment.</a:t>
            </a:r>
          </a:p>
        </p:txBody>
      </p:sp>
    </p:spTree>
    <p:extLst>
      <p:ext uri="{BB962C8B-B14F-4D97-AF65-F5344CB8AC3E}">
        <p14:creationId xmlns:p14="http://schemas.microsoft.com/office/powerpoint/2010/main" val="46315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3446D-6243-D2CA-8131-55D5EA98A578}"/>
            </a:ext>
          </a:extLst>
        </p:cNvPr>
        <p:cNvGrpSpPr/>
        <p:nvPr/>
      </p:nvGrpSpPr>
      <p:grpSpPr>
        <a:xfrm>
          <a:off x="0" y="0"/>
          <a:ext cx="0" cy="0"/>
          <a:chOff x="0" y="0"/>
          <a:chExt cx="0" cy="0"/>
        </a:xfrm>
      </p:grpSpPr>
      <p:pic>
        <p:nvPicPr>
          <p:cNvPr id="337" name="Picture 336">
            <a:extLst>
              <a:ext uri="{FF2B5EF4-FFF2-40B4-BE49-F238E27FC236}">
                <a16:creationId xmlns:a16="http://schemas.microsoft.com/office/drawing/2014/main" id="{574528C2-CDFB-FFA4-2FB4-2F9F9127A957}"/>
              </a:ext>
            </a:extLst>
          </p:cNvPr>
          <p:cNvPicPr>
            <a:picLocks noChangeAspect="1"/>
          </p:cNvPicPr>
          <p:nvPr/>
        </p:nvPicPr>
        <p:blipFill>
          <a:blip r:embed="rId3">
            <a:extLst>
              <a:ext uri="{28A0092B-C50C-407E-A947-70E740481C1C}">
                <a14:useLocalDpi xmlns:a14="http://schemas.microsoft.com/office/drawing/2010/main" val="0"/>
              </a:ext>
            </a:extLst>
          </a:blip>
          <a:srcRect l="63509" t="6215" r="26192" b="72389"/>
          <a:stretch>
            <a:fillRect/>
          </a:stretch>
        </p:blipFill>
        <p:spPr>
          <a:xfrm>
            <a:off x="25392627" y="5835236"/>
            <a:ext cx="1535286" cy="1739848"/>
          </a:xfrm>
          <a:prstGeom prst="rect">
            <a:avLst/>
          </a:prstGeom>
        </p:spPr>
      </p:pic>
      <p:pic>
        <p:nvPicPr>
          <p:cNvPr id="174" name="Picture 173">
            <a:extLst>
              <a:ext uri="{FF2B5EF4-FFF2-40B4-BE49-F238E27FC236}">
                <a16:creationId xmlns:a16="http://schemas.microsoft.com/office/drawing/2014/main" id="{9F927645-8E18-161A-824E-FE75A5E099DA}"/>
              </a:ext>
            </a:extLst>
          </p:cNvPr>
          <p:cNvPicPr>
            <a:picLocks noChangeAspect="1"/>
          </p:cNvPicPr>
          <p:nvPr/>
        </p:nvPicPr>
        <p:blipFill>
          <a:blip r:embed="rId3">
            <a:extLst>
              <a:ext uri="{28A0092B-C50C-407E-A947-70E740481C1C}">
                <a14:useLocalDpi xmlns:a14="http://schemas.microsoft.com/office/drawing/2010/main" val="0"/>
              </a:ext>
            </a:extLst>
          </a:blip>
          <a:srcRect l="19956" r="36865"/>
          <a:stretch>
            <a:fillRect/>
          </a:stretch>
        </p:blipFill>
        <p:spPr>
          <a:xfrm>
            <a:off x="18765448" y="5451026"/>
            <a:ext cx="6437182" cy="8131661"/>
          </a:xfrm>
          <a:prstGeom prst="rect">
            <a:avLst/>
          </a:prstGeom>
        </p:spPr>
      </p:pic>
      <p:sp>
        <p:nvSpPr>
          <p:cNvPr id="110" name="TextBox 109">
            <a:extLst>
              <a:ext uri="{FF2B5EF4-FFF2-40B4-BE49-F238E27FC236}">
                <a16:creationId xmlns:a16="http://schemas.microsoft.com/office/drawing/2014/main" id="{E41CB36C-ED9F-C3EA-DF41-4D3D99901DC2}"/>
              </a:ext>
            </a:extLst>
          </p:cNvPr>
          <p:cNvSpPr txBox="1"/>
          <p:nvPr/>
        </p:nvSpPr>
        <p:spPr>
          <a:xfrm>
            <a:off x="25058146" y="10575361"/>
            <a:ext cx="3004574" cy="1200329"/>
          </a:xfrm>
          <a:prstGeom prst="rect">
            <a:avLst/>
          </a:prstGeom>
          <a:noFill/>
          <a:ln w="38100">
            <a:solidFill>
              <a:srgbClr val="E5B5B5"/>
            </a:solidFill>
            <a:prstDash val="solid"/>
          </a:ln>
        </p:spPr>
        <p:txBody>
          <a:bodyPr wrap="square" lIns="0" anchor="ctr" anchorCtr="0">
            <a:spAutoFit/>
          </a:bodyPr>
          <a:lstStyle/>
          <a:p>
            <a:pPr marL="0" lvl="1" algn="ctr"/>
            <a:r>
              <a:rPr lang="en-US" sz="3600" i="1" dirty="0"/>
              <a:t>Unsupervised</a:t>
            </a:r>
          </a:p>
          <a:p>
            <a:pPr marL="0" lvl="1" algn="ctr"/>
            <a:r>
              <a:rPr lang="en-US" sz="3600" i="1" dirty="0"/>
              <a:t>Training</a:t>
            </a:r>
          </a:p>
        </p:txBody>
      </p:sp>
      <p:sp>
        <p:nvSpPr>
          <p:cNvPr id="118" name="TextBox 117">
            <a:extLst>
              <a:ext uri="{FF2B5EF4-FFF2-40B4-BE49-F238E27FC236}">
                <a16:creationId xmlns:a16="http://schemas.microsoft.com/office/drawing/2014/main" id="{F0B0621D-4105-9BC2-CF96-301CA38F8869}"/>
              </a:ext>
            </a:extLst>
          </p:cNvPr>
          <p:cNvSpPr txBox="1"/>
          <p:nvPr/>
        </p:nvSpPr>
        <p:spPr>
          <a:xfrm>
            <a:off x="24997819" y="8464929"/>
            <a:ext cx="2976879" cy="1200329"/>
          </a:xfrm>
          <a:prstGeom prst="rect">
            <a:avLst/>
          </a:prstGeom>
          <a:noFill/>
          <a:ln w="38100">
            <a:solidFill>
              <a:srgbClr val="EF974F"/>
            </a:solidFill>
            <a:prstDash val="solid"/>
          </a:ln>
        </p:spPr>
        <p:txBody>
          <a:bodyPr wrap="square" lIns="0" anchor="ctr" anchorCtr="0">
            <a:spAutoFit/>
          </a:bodyPr>
          <a:lstStyle/>
          <a:p>
            <a:pPr marL="0" lvl="1" algn="ctr"/>
            <a:r>
              <a:rPr lang="en-US" sz="3600" i="1" dirty="0"/>
              <a:t>Curated Training / SFT</a:t>
            </a:r>
          </a:p>
        </p:txBody>
      </p:sp>
      <p:sp>
        <p:nvSpPr>
          <p:cNvPr id="120" name="TextBox 119">
            <a:extLst>
              <a:ext uri="{FF2B5EF4-FFF2-40B4-BE49-F238E27FC236}">
                <a16:creationId xmlns:a16="http://schemas.microsoft.com/office/drawing/2014/main" id="{0EA472D3-F1C4-6B95-853C-C45B62CA9C69}"/>
              </a:ext>
            </a:extLst>
          </p:cNvPr>
          <p:cNvSpPr txBox="1"/>
          <p:nvPr/>
        </p:nvSpPr>
        <p:spPr>
          <a:xfrm>
            <a:off x="18373176" y="6610853"/>
            <a:ext cx="2976880" cy="646331"/>
          </a:xfrm>
          <a:prstGeom prst="rect">
            <a:avLst/>
          </a:prstGeom>
          <a:noFill/>
          <a:ln w="38100">
            <a:solidFill>
              <a:srgbClr val="A78CCB"/>
            </a:solidFill>
            <a:prstDash val="solid"/>
          </a:ln>
        </p:spPr>
        <p:txBody>
          <a:bodyPr wrap="square" lIns="0" anchor="ctr" anchorCtr="0">
            <a:spAutoFit/>
          </a:bodyPr>
          <a:lstStyle/>
          <a:p>
            <a:pPr marL="0" lvl="1" algn="ctr"/>
            <a:r>
              <a:rPr lang="en-US" sz="3600" i="1" dirty="0"/>
              <a:t>RLHF / RLVR</a:t>
            </a:r>
          </a:p>
        </p:txBody>
      </p:sp>
      <p:sp>
        <p:nvSpPr>
          <p:cNvPr id="146" name="TextBox 145">
            <a:extLst>
              <a:ext uri="{FF2B5EF4-FFF2-40B4-BE49-F238E27FC236}">
                <a16:creationId xmlns:a16="http://schemas.microsoft.com/office/drawing/2014/main" id="{EEDF68F7-45DC-302C-1164-B8CA0F55A1D6}"/>
              </a:ext>
            </a:extLst>
          </p:cNvPr>
          <p:cNvSpPr txBox="1"/>
          <p:nvPr/>
        </p:nvSpPr>
        <p:spPr>
          <a:xfrm>
            <a:off x="18426844" y="7628162"/>
            <a:ext cx="2918137" cy="1200329"/>
          </a:xfrm>
          <a:prstGeom prst="rect">
            <a:avLst/>
          </a:prstGeom>
          <a:noFill/>
          <a:ln w="38100">
            <a:solidFill>
              <a:srgbClr val="87A5D5"/>
            </a:solidFill>
            <a:prstDash val="solid"/>
          </a:ln>
        </p:spPr>
        <p:txBody>
          <a:bodyPr wrap="square" lIns="0" anchor="ctr" anchorCtr="0">
            <a:spAutoFit/>
          </a:bodyPr>
          <a:lstStyle/>
          <a:p>
            <a:pPr marL="0" lvl="1" algn="ctr"/>
            <a:r>
              <a:rPr lang="en-US" sz="3600" i="1" dirty="0"/>
              <a:t>Multimodal</a:t>
            </a:r>
          </a:p>
          <a:p>
            <a:pPr marL="0" lvl="1" algn="ctr"/>
            <a:r>
              <a:rPr lang="en-US" sz="3600" i="1" dirty="0"/>
              <a:t>Encoders</a:t>
            </a:r>
          </a:p>
        </p:txBody>
      </p:sp>
      <p:sp>
        <p:nvSpPr>
          <p:cNvPr id="176" name="TextBox 175">
            <a:extLst>
              <a:ext uri="{FF2B5EF4-FFF2-40B4-BE49-F238E27FC236}">
                <a16:creationId xmlns:a16="http://schemas.microsoft.com/office/drawing/2014/main" id="{04FE2C66-3DF8-60CD-EE12-B32F849240CC}"/>
              </a:ext>
            </a:extLst>
          </p:cNvPr>
          <p:cNvSpPr txBox="1"/>
          <p:nvPr/>
        </p:nvSpPr>
        <p:spPr>
          <a:xfrm>
            <a:off x="18888640" y="12428762"/>
            <a:ext cx="2726122" cy="707886"/>
          </a:xfrm>
          <a:prstGeom prst="rect">
            <a:avLst/>
          </a:prstGeom>
          <a:noFill/>
          <a:ln w="38100">
            <a:solidFill>
              <a:srgbClr val="326768"/>
            </a:solidFill>
            <a:prstDash val="solid"/>
          </a:ln>
        </p:spPr>
        <p:txBody>
          <a:bodyPr wrap="square" lIns="0" anchor="ctr" anchorCtr="0">
            <a:spAutoFit/>
          </a:bodyPr>
          <a:lstStyle/>
          <a:p>
            <a:pPr marL="0" lvl="1" algn="ctr"/>
            <a:r>
              <a:rPr lang="en-US" sz="4000" i="1" dirty="0"/>
              <a:t>Tokenizer</a:t>
            </a:r>
          </a:p>
        </p:txBody>
      </p:sp>
      <p:sp>
        <p:nvSpPr>
          <p:cNvPr id="178" name="TextBox 177">
            <a:extLst>
              <a:ext uri="{FF2B5EF4-FFF2-40B4-BE49-F238E27FC236}">
                <a16:creationId xmlns:a16="http://schemas.microsoft.com/office/drawing/2014/main" id="{7F8619F0-2CE9-C471-995D-88F9EE8E5F7D}"/>
              </a:ext>
            </a:extLst>
          </p:cNvPr>
          <p:cNvSpPr txBox="1"/>
          <p:nvPr/>
        </p:nvSpPr>
        <p:spPr>
          <a:xfrm>
            <a:off x="21211802" y="5081472"/>
            <a:ext cx="3976030" cy="646331"/>
          </a:xfrm>
          <a:prstGeom prst="rect">
            <a:avLst/>
          </a:prstGeom>
          <a:noFill/>
          <a:ln w="38100">
            <a:solidFill>
              <a:srgbClr val="EC7D6A"/>
            </a:solidFill>
            <a:prstDash val="solid"/>
          </a:ln>
        </p:spPr>
        <p:txBody>
          <a:bodyPr wrap="square" lIns="0" anchor="ctr" anchorCtr="0">
            <a:spAutoFit/>
          </a:bodyPr>
          <a:lstStyle/>
          <a:p>
            <a:pPr marL="0" lvl="1" algn="ctr"/>
            <a:r>
              <a:rPr lang="en-US" sz="3600" i="1" dirty="0"/>
              <a:t>Refusal Direction</a:t>
            </a:r>
          </a:p>
        </p:txBody>
      </p:sp>
      <p:sp>
        <p:nvSpPr>
          <p:cNvPr id="180" name="TextBox 179">
            <a:extLst>
              <a:ext uri="{FF2B5EF4-FFF2-40B4-BE49-F238E27FC236}">
                <a16:creationId xmlns:a16="http://schemas.microsoft.com/office/drawing/2014/main" id="{BCE1B726-8427-D0DD-0FFD-C1CDB193D41C}"/>
              </a:ext>
            </a:extLst>
          </p:cNvPr>
          <p:cNvSpPr txBox="1"/>
          <p:nvPr/>
        </p:nvSpPr>
        <p:spPr>
          <a:xfrm>
            <a:off x="26020229" y="4802008"/>
            <a:ext cx="2437527" cy="1200329"/>
          </a:xfrm>
          <a:prstGeom prst="rect">
            <a:avLst/>
          </a:prstGeom>
          <a:noFill/>
          <a:ln w="38100">
            <a:solidFill>
              <a:srgbClr val="4C9262"/>
            </a:solidFill>
            <a:prstDash val="solid"/>
          </a:ln>
        </p:spPr>
        <p:txBody>
          <a:bodyPr wrap="square" lIns="0" anchor="ctr" anchorCtr="0">
            <a:spAutoFit/>
          </a:bodyPr>
          <a:lstStyle/>
          <a:p>
            <a:pPr marL="0" lvl="1" algn="ctr"/>
            <a:r>
              <a:rPr lang="en-US" sz="3600" i="1" dirty="0"/>
              <a:t>Reward</a:t>
            </a:r>
          </a:p>
          <a:p>
            <a:pPr marL="0" lvl="1" algn="ctr"/>
            <a:r>
              <a:rPr lang="en-US" sz="3600" i="1" dirty="0"/>
              <a:t>Model (RM)</a:t>
            </a:r>
          </a:p>
        </p:txBody>
      </p:sp>
      <p:cxnSp>
        <p:nvCxnSpPr>
          <p:cNvPr id="339" name="Connector: Elbow 338">
            <a:extLst>
              <a:ext uri="{FF2B5EF4-FFF2-40B4-BE49-F238E27FC236}">
                <a16:creationId xmlns:a16="http://schemas.microsoft.com/office/drawing/2014/main" id="{108EC9B1-70DD-29C8-619D-D025A9A2FD54}"/>
              </a:ext>
            </a:extLst>
          </p:cNvPr>
          <p:cNvCxnSpPr>
            <a:cxnSpLocks/>
            <a:stCxn id="169" idx="0"/>
          </p:cNvCxnSpPr>
          <p:nvPr/>
        </p:nvCxnSpPr>
        <p:spPr>
          <a:xfrm>
            <a:off x="16472375" y="4731733"/>
            <a:ext cx="8867561" cy="3727796"/>
          </a:xfrm>
          <a:prstGeom prst="bentConnector3">
            <a:avLst>
              <a:gd name="adj1" fmla="val 100413"/>
            </a:avLst>
          </a:prstGeom>
          <a:ln w="38100">
            <a:solidFill>
              <a:srgbClr val="EF974F"/>
            </a:solidFill>
            <a:prstDash val="lgDashDot"/>
          </a:ln>
        </p:spPr>
        <p:style>
          <a:lnRef idx="2">
            <a:schemeClr val="accent1"/>
          </a:lnRef>
          <a:fillRef idx="0">
            <a:schemeClr val="accent1"/>
          </a:fillRef>
          <a:effectRef idx="1">
            <a:schemeClr val="accent1"/>
          </a:effectRef>
          <a:fontRef idx="minor">
            <a:schemeClr val="tx1"/>
          </a:fontRef>
        </p:style>
      </p:cxnSp>
      <p:sp>
        <p:nvSpPr>
          <p:cNvPr id="6" name="Title 5">
            <a:extLst>
              <a:ext uri="{FF2B5EF4-FFF2-40B4-BE49-F238E27FC236}">
                <a16:creationId xmlns:a16="http://schemas.microsoft.com/office/drawing/2014/main" id="{D37E55EB-DC35-4EAF-5484-3D99C3E0B692}"/>
              </a:ext>
            </a:extLst>
          </p:cNvPr>
          <p:cNvSpPr>
            <a:spLocks noGrp="1"/>
          </p:cNvSpPr>
          <p:nvPr>
            <p:ph type="title"/>
          </p:nvPr>
        </p:nvSpPr>
        <p:spPr>
          <a:xfrm>
            <a:off x="2011680" y="1779764"/>
            <a:ext cx="25656294" cy="2277888"/>
          </a:xfrm>
        </p:spPr>
        <p:txBody>
          <a:bodyPr>
            <a:normAutofit/>
          </a:bodyPr>
          <a:lstStyle/>
          <a:p>
            <a:r>
              <a:rPr lang="en-US" dirty="0"/>
              <a:t>Neural Network: Layering them in </a:t>
            </a:r>
            <a:r>
              <a:rPr lang="en-US" b="1" dirty="0">
                <a:solidFill>
                  <a:schemeClr val="accent6"/>
                </a:solidFill>
              </a:rPr>
              <a:t>Training</a:t>
            </a:r>
          </a:p>
        </p:txBody>
      </p:sp>
      <p:sp>
        <p:nvSpPr>
          <p:cNvPr id="4" name="Footer Placeholder 3">
            <a:extLst>
              <a:ext uri="{FF2B5EF4-FFF2-40B4-BE49-F238E27FC236}">
                <a16:creationId xmlns:a16="http://schemas.microsoft.com/office/drawing/2014/main" id="{9CA0F7D9-439F-F95F-79E9-B580F58DB6EE}"/>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508CEDFA-E02A-AC7C-BAC2-479371DB77D5}"/>
              </a:ext>
            </a:extLst>
          </p:cNvPr>
          <p:cNvSpPr>
            <a:spLocks noGrp="1"/>
          </p:cNvSpPr>
          <p:nvPr>
            <p:ph type="sldNum" sz="quarter" idx="12"/>
          </p:nvPr>
        </p:nvSpPr>
        <p:spPr/>
        <p:txBody>
          <a:bodyPr/>
          <a:lstStyle/>
          <a:p>
            <a:fld id="{455CB61F-784F-47BE-8E88-4D7DF3343F95}" type="slidenum">
              <a:rPr lang="en-US" smtClean="0"/>
              <a:pPr/>
              <a:t>12</a:t>
            </a:fld>
            <a:endParaRPr lang="en-US" dirty="0"/>
          </a:p>
        </p:txBody>
      </p:sp>
      <p:pic>
        <p:nvPicPr>
          <p:cNvPr id="154" name="Picture 153">
            <a:extLst>
              <a:ext uri="{FF2B5EF4-FFF2-40B4-BE49-F238E27FC236}">
                <a16:creationId xmlns:a16="http://schemas.microsoft.com/office/drawing/2014/main" id="{3D576C23-7AF9-0DA3-87B4-34015D31212E}"/>
              </a:ext>
            </a:extLst>
          </p:cNvPr>
          <p:cNvPicPr>
            <a:picLocks noChangeAspect="1"/>
          </p:cNvPicPr>
          <p:nvPr/>
        </p:nvPicPr>
        <p:blipFill>
          <a:blip r:embed="rId4">
            <a:extLst>
              <a:ext uri="{28A0092B-C50C-407E-A947-70E740481C1C}">
                <a14:useLocalDpi xmlns:a14="http://schemas.microsoft.com/office/drawing/2010/main" val="0"/>
              </a:ext>
            </a:extLst>
          </a:blip>
          <a:srcRect l="11913" r="10212"/>
          <a:stretch>
            <a:fillRect/>
          </a:stretch>
        </p:blipFill>
        <p:spPr>
          <a:xfrm>
            <a:off x="284307" y="5111502"/>
            <a:ext cx="11150773" cy="7810302"/>
          </a:xfrm>
          <a:prstGeom prst="rect">
            <a:avLst/>
          </a:prstGeom>
        </p:spPr>
      </p:pic>
      <p:sp>
        <p:nvSpPr>
          <p:cNvPr id="78" name="Callout: Double Bent Line 77">
            <a:extLst>
              <a:ext uri="{FF2B5EF4-FFF2-40B4-BE49-F238E27FC236}">
                <a16:creationId xmlns:a16="http://schemas.microsoft.com/office/drawing/2014/main" id="{D257C199-4095-167F-3D60-9E4CF15778F8}"/>
              </a:ext>
            </a:extLst>
          </p:cNvPr>
          <p:cNvSpPr/>
          <p:nvPr/>
        </p:nvSpPr>
        <p:spPr>
          <a:xfrm>
            <a:off x="11865298" y="5578997"/>
            <a:ext cx="3972676" cy="1056461"/>
          </a:xfrm>
          <a:prstGeom prst="borderCallout3">
            <a:avLst>
              <a:gd name="adj1" fmla="val 8102"/>
              <a:gd name="adj2" fmla="val -876"/>
              <a:gd name="adj3" fmla="val 12015"/>
              <a:gd name="adj4" fmla="val -47642"/>
              <a:gd name="adj5" fmla="val 237787"/>
              <a:gd name="adj6" fmla="val -191652"/>
              <a:gd name="adj7" fmla="val 463889"/>
              <a:gd name="adj8" fmla="val -156947"/>
            </a:avLst>
          </a:prstGeom>
          <a:solidFill>
            <a:schemeClr val="bg1"/>
          </a:solidFill>
          <a:ln w="57150">
            <a:solidFill>
              <a:srgbClr val="EC7D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Avoiding Harm</a:t>
            </a:r>
          </a:p>
        </p:txBody>
      </p:sp>
      <p:sp>
        <p:nvSpPr>
          <p:cNvPr id="86" name="Callout: Bent Line 85">
            <a:extLst>
              <a:ext uri="{FF2B5EF4-FFF2-40B4-BE49-F238E27FC236}">
                <a16:creationId xmlns:a16="http://schemas.microsoft.com/office/drawing/2014/main" id="{49EB22A8-36D0-2E01-FDFC-DDA44EF1D7B6}"/>
              </a:ext>
            </a:extLst>
          </p:cNvPr>
          <p:cNvSpPr/>
          <p:nvPr/>
        </p:nvSpPr>
        <p:spPr>
          <a:xfrm>
            <a:off x="11746465" y="11361356"/>
            <a:ext cx="4060606" cy="1056461"/>
          </a:xfrm>
          <a:prstGeom prst="borderCallout2">
            <a:avLst>
              <a:gd name="adj1" fmla="val 546"/>
              <a:gd name="adj2" fmla="val -238"/>
              <a:gd name="adj3" fmla="val -5290"/>
              <a:gd name="adj4" fmla="val -125936"/>
              <a:gd name="adj5" fmla="val -166558"/>
              <a:gd name="adj6" fmla="val -143844"/>
            </a:avLst>
          </a:prstGeom>
          <a:solidFill>
            <a:schemeClr val="bg1"/>
          </a:solidFill>
          <a:ln w="57150">
            <a:solidFill>
              <a:srgbClr val="32676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4000" b="1" dirty="0">
                <a:solidFill>
                  <a:prstClr val="black"/>
                </a:solidFill>
              </a:rPr>
              <a:t>Processing Input </a:t>
            </a:r>
            <a:endParaRPr kumimoji="0" lang="en-US" sz="4000" b="1"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90" name="Callout: Bent Line 89">
            <a:extLst>
              <a:ext uri="{FF2B5EF4-FFF2-40B4-BE49-F238E27FC236}">
                <a16:creationId xmlns:a16="http://schemas.microsoft.com/office/drawing/2014/main" id="{0909AD9B-23F7-6050-0C63-1465C9120CE8}"/>
              </a:ext>
            </a:extLst>
          </p:cNvPr>
          <p:cNvSpPr/>
          <p:nvPr/>
        </p:nvSpPr>
        <p:spPr>
          <a:xfrm>
            <a:off x="11764673" y="8532409"/>
            <a:ext cx="4027409" cy="1056461"/>
          </a:xfrm>
          <a:prstGeom prst="borderCallout2">
            <a:avLst>
              <a:gd name="adj1" fmla="val 57220"/>
              <a:gd name="adj2" fmla="val -744"/>
              <a:gd name="adj3" fmla="val 58420"/>
              <a:gd name="adj4" fmla="val -9493"/>
              <a:gd name="adj5" fmla="val 58469"/>
              <a:gd name="adj6" fmla="val -14363"/>
            </a:avLst>
          </a:prstGeom>
          <a:solidFill>
            <a:schemeClr val="bg1"/>
          </a:solidFill>
          <a:ln w="57150">
            <a:solidFill>
              <a:srgbClr val="648BC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4000" b="1" dirty="0">
                <a:solidFill>
                  <a:prstClr val="black"/>
                </a:solidFill>
                <a:latin typeface="Times New Roman"/>
              </a:rPr>
              <a:t>Processing Media</a:t>
            </a:r>
            <a:endParaRPr kumimoji="0" lang="en-US" sz="4000" b="1"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94" name="Callout: Bent Line 93">
            <a:extLst>
              <a:ext uri="{FF2B5EF4-FFF2-40B4-BE49-F238E27FC236}">
                <a16:creationId xmlns:a16="http://schemas.microsoft.com/office/drawing/2014/main" id="{FDF2211C-1BCB-2177-7185-DD2E5668DBC2}"/>
              </a:ext>
            </a:extLst>
          </p:cNvPr>
          <p:cNvSpPr/>
          <p:nvPr/>
        </p:nvSpPr>
        <p:spPr>
          <a:xfrm>
            <a:off x="11678937" y="6953808"/>
            <a:ext cx="4274039" cy="1056461"/>
          </a:xfrm>
          <a:prstGeom prst="borderCallout2">
            <a:avLst>
              <a:gd name="adj1" fmla="val 47602"/>
              <a:gd name="adj2" fmla="val 19"/>
              <a:gd name="adj3" fmla="val 50004"/>
              <a:gd name="adj4" fmla="val -20633"/>
              <a:gd name="adj5" fmla="val 280634"/>
              <a:gd name="adj6" fmla="val -107557"/>
            </a:avLst>
          </a:prstGeom>
          <a:solidFill>
            <a:schemeClr val="bg1"/>
          </a:solidFill>
          <a:ln w="57150">
            <a:solidFill>
              <a:srgbClr val="9273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Reward Signaling</a:t>
            </a:r>
          </a:p>
        </p:txBody>
      </p:sp>
      <p:sp>
        <p:nvSpPr>
          <p:cNvPr id="157" name="Callout: Bent Line 156">
            <a:extLst>
              <a:ext uri="{FF2B5EF4-FFF2-40B4-BE49-F238E27FC236}">
                <a16:creationId xmlns:a16="http://schemas.microsoft.com/office/drawing/2014/main" id="{47DA1FF8-39CD-3790-47AE-50762E677DF4}"/>
              </a:ext>
            </a:extLst>
          </p:cNvPr>
          <p:cNvSpPr/>
          <p:nvPr/>
        </p:nvSpPr>
        <p:spPr>
          <a:xfrm>
            <a:off x="11527682" y="9980739"/>
            <a:ext cx="4603004" cy="1056461"/>
          </a:xfrm>
          <a:prstGeom prst="borderCallout2">
            <a:avLst>
              <a:gd name="adj1" fmla="val 57219"/>
              <a:gd name="adj2" fmla="val -631"/>
              <a:gd name="adj3" fmla="val 57217"/>
              <a:gd name="adj4" fmla="val -57262"/>
              <a:gd name="adj5" fmla="val -40106"/>
              <a:gd name="adj6" fmla="val -61382"/>
            </a:avLst>
          </a:prstGeom>
          <a:solidFill>
            <a:schemeClr val="bg1"/>
          </a:solidFill>
          <a:ln w="57150">
            <a:solidFill>
              <a:srgbClr val="E5B5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Predictive Modeling</a:t>
            </a:r>
          </a:p>
        </p:txBody>
      </p:sp>
      <p:sp>
        <p:nvSpPr>
          <p:cNvPr id="169" name="Callout: Bent Line 168">
            <a:extLst>
              <a:ext uri="{FF2B5EF4-FFF2-40B4-BE49-F238E27FC236}">
                <a16:creationId xmlns:a16="http://schemas.microsoft.com/office/drawing/2014/main" id="{E4C7989F-11C6-1FEC-3BC4-005A62D18828}"/>
              </a:ext>
            </a:extLst>
          </p:cNvPr>
          <p:cNvSpPr/>
          <p:nvPr/>
        </p:nvSpPr>
        <p:spPr>
          <a:xfrm>
            <a:off x="11261815" y="4203502"/>
            <a:ext cx="5210560" cy="1056461"/>
          </a:xfrm>
          <a:prstGeom prst="borderCallout2">
            <a:avLst>
              <a:gd name="adj1" fmla="val 50006"/>
              <a:gd name="adj2" fmla="val -709"/>
              <a:gd name="adj3" fmla="val 47602"/>
              <a:gd name="adj4" fmla="val -139573"/>
              <a:gd name="adj5" fmla="val 117144"/>
              <a:gd name="adj6" fmla="val -139363"/>
            </a:avLst>
          </a:prstGeom>
          <a:solidFill>
            <a:schemeClr val="bg1"/>
          </a:solidFill>
          <a:ln w="57150">
            <a:solidFill>
              <a:srgbClr val="EF974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Response Structuring</a:t>
            </a:r>
          </a:p>
        </p:txBody>
      </p:sp>
      <p:sp>
        <p:nvSpPr>
          <p:cNvPr id="171" name="Callout: Double Bent Line 170">
            <a:extLst>
              <a:ext uri="{FF2B5EF4-FFF2-40B4-BE49-F238E27FC236}">
                <a16:creationId xmlns:a16="http://schemas.microsoft.com/office/drawing/2014/main" id="{FAC84E43-8CA6-9C31-64A6-8D804AA9C860}"/>
              </a:ext>
            </a:extLst>
          </p:cNvPr>
          <p:cNvSpPr/>
          <p:nvPr/>
        </p:nvSpPr>
        <p:spPr>
          <a:xfrm>
            <a:off x="11764673" y="12755517"/>
            <a:ext cx="4042398" cy="1224652"/>
          </a:xfrm>
          <a:prstGeom prst="borderCallout3">
            <a:avLst>
              <a:gd name="adj1" fmla="val 30637"/>
              <a:gd name="adj2" fmla="val 0"/>
              <a:gd name="adj3" fmla="val 32146"/>
              <a:gd name="adj4" fmla="val -34479"/>
              <a:gd name="adj5" fmla="val 31682"/>
              <a:gd name="adj6" fmla="val -245832"/>
              <a:gd name="adj7" fmla="val -181678"/>
              <a:gd name="adj8" fmla="val -246250"/>
            </a:avLst>
          </a:prstGeom>
          <a:solidFill>
            <a:schemeClr val="bg1"/>
          </a:solidFill>
          <a:ln w="57150">
            <a:solidFill>
              <a:srgbClr val="4C926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Value-based</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4000" b="1" dirty="0">
                <a:solidFill>
                  <a:prstClr val="black"/>
                </a:solidFill>
                <a:latin typeface="Times New Roman"/>
              </a:rPr>
              <a:t>Decision Making</a:t>
            </a:r>
            <a:endParaRPr kumimoji="0" lang="en-US" sz="4000" b="1" i="0" u="none" strike="noStrike" kern="1200" cap="none" spc="0" normalizeH="0" baseline="0" noProof="0" dirty="0">
              <a:ln>
                <a:noFill/>
              </a:ln>
              <a:solidFill>
                <a:prstClr val="black"/>
              </a:solidFill>
              <a:effectLst/>
              <a:uLnTx/>
              <a:uFillTx/>
              <a:latin typeface="Times New Roman"/>
              <a:ea typeface="+mn-ea"/>
              <a:cs typeface="+mn-cs"/>
            </a:endParaRPr>
          </a:p>
        </p:txBody>
      </p:sp>
      <p:sp>
        <p:nvSpPr>
          <p:cNvPr id="216" name="TextBox 215">
            <a:extLst>
              <a:ext uri="{FF2B5EF4-FFF2-40B4-BE49-F238E27FC236}">
                <a16:creationId xmlns:a16="http://schemas.microsoft.com/office/drawing/2014/main" id="{FA6D2834-71BF-DC46-8042-9DC6694D4132}"/>
              </a:ext>
            </a:extLst>
          </p:cNvPr>
          <p:cNvSpPr txBox="1"/>
          <p:nvPr/>
        </p:nvSpPr>
        <p:spPr>
          <a:xfrm>
            <a:off x="5308269" y="8686757"/>
            <a:ext cx="2210131" cy="584775"/>
          </a:xfrm>
          <a:prstGeom prst="rect">
            <a:avLst/>
          </a:prstGeom>
          <a:noFill/>
        </p:spPr>
        <p:txBody>
          <a:bodyPr wrap="square">
            <a:spAutoFit/>
          </a:bodyPr>
          <a:lstStyle/>
          <a:p>
            <a:r>
              <a:rPr lang="en-US" sz="3200" b="1" i="1" dirty="0">
                <a:solidFill>
                  <a:schemeClr val="bg2"/>
                </a:solidFill>
              </a:rPr>
              <a:t>Thalamus</a:t>
            </a:r>
            <a:endParaRPr lang="en-US" sz="1200" b="1" i="1" dirty="0">
              <a:solidFill>
                <a:schemeClr val="bg2"/>
              </a:solidFill>
            </a:endParaRPr>
          </a:p>
        </p:txBody>
      </p:sp>
      <p:cxnSp>
        <p:nvCxnSpPr>
          <p:cNvPr id="218" name="Connector: Elbow 217">
            <a:extLst>
              <a:ext uri="{FF2B5EF4-FFF2-40B4-BE49-F238E27FC236}">
                <a16:creationId xmlns:a16="http://schemas.microsoft.com/office/drawing/2014/main" id="{1328558C-5E81-53B9-F59F-EBD26162497A}"/>
              </a:ext>
            </a:extLst>
          </p:cNvPr>
          <p:cNvCxnSpPr>
            <a:cxnSpLocks/>
            <a:stCxn id="86" idx="0"/>
            <a:endCxn id="176" idx="1"/>
          </p:cNvCxnSpPr>
          <p:nvPr/>
        </p:nvCxnSpPr>
        <p:spPr>
          <a:xfrm>
            <a:off x="15807071" y="11889587"/>
            <a:ext cx="3081569" cy="893118"/>
          </a:xfrm>
          <a:prstGeom prst="bentConnector3">
            <a:avLst/>
          </a:prstGeom>
          <a:ln w="38100">
            <a:solidFill>
              <a:srgbClr val="326768"/>
            </a:solidFill>
            <a:prstDash val="lgDashDot"/>
          </a:ln>
        </p:spPr>
        <p:style>
          <a:lnRef idx="2">
            <a:schemeClr val="accent1"/>
          </a:lnRef>
          <a:fillRef idx="0">
            <a:schemeClr val="accent1"/>
          </a:fillRef>
          <a:effectRef idx="1">
            <a:schemeClr val="accent1"/>
          </a:effectRef>
          <a:fontRef idx="minor">
            <a:schemeClr val="tx1"/>
          </a:fontRef>
        </p:style>
      </p:cxnSp>
      <p:sp>
        <p:nvSpPr>
          <p:cNvPr id="222" name="TextBox 221">
            <a:extLst>
              <a:ext uri="{FF2B5EF4-FFF2-40B4-BE49-F238E27FC236}">
                <a16:creationId xmlns:a16="http://schemas.microsoft.com/office/drawing/2014/main" id="{605B0AE7-8F17-2138-D70D-DA896B51D65E}"/>
              </a:ext>
            </a:extLst>
          </p:cNvPr>
          <p:cNvSpPr txBox="1"/>
          <p:nvPr/>
        </p:nvSpPr>
        <p:spPr>
          <a:xfrm>
            <a:off x="790161" y="9449818"/>
            <a:ext cx="2443037" cy="1077218"/>
          </a:xfrm>
          <a:prstGeom prst="rect">
            <a:avLst/>
          </a:prstGeom>
          <a:noFill/>
        </p:spPr>
        <p:txBody>
          <a:bodyPr wrap="square">
            <a:spAutoFit/>
          </a:bodyPr>
          <a:lstStyle/>
          <a:p>
            <a:pPr algn="ctr"/>
            <a:r>
              <a:rPr lang="en-US" sz="3200" b="1" i="1" dirty="0">
                <a:solidFill>
                  <a:schemeClr val="bg2"/>
                </a:solidFill>
              </a:rPr>
              <a:t>Prefrontal</a:t>
            </a:r>
          </a:p>
          <a:p>
            <a:pPr algn="ctr"/>
            <a:r>
              <a:rPr lang="en-US" sz="3200" b="1" i="1" dirty="0">
                <a:solidFill>
                  <a:schemeClr val="bg2"/>
                </a:solidFill>
              </a:rPr>
              <a:t>Cortex</a:t>
            </a:r>
            <a:endParaRPr lang="en-US" sz="1200" b="1" i="1" dirty="0">
              <a:solidFill>
                <a:schemeClr val="bg2"/>
              </a:solidFill>
            </a:endParaRPr>
          </a:p>
        </p:txBody>
      </p:sp>
      <p:cxnSp>
        <p:nvCxnSpPr>
          <p:cNvPr id="225" name="Connector: Elbow 224">
            <a:extLst>
              <a:ext uri="{FF2B5EF4-FFF2-40B4-BE49-F238E27FC236}">
                <a16:creationId xmlns:a16="http://schemas.microsoft.com/office/drawing/2014/main" id="{094279DD-AB53-75D9-2FEE-078F108A41AC}"/>
              </a:ext>
            </a:extLst>
          </p:cNvPr>
          <p:cNvCxnSpPr>
            <a:cxnSpLocks/>
            <a:stCxn id="171" idx="0"/>
            <a:endCxn id="180" idx="3"/>
          </p:cNvCxnSpPr>
          <p:nvPr/>
        </p:nvCxnSpPr>
        <p:spPr>
          <a:xfrm flipV="1">
            <a:off x="15807071" y="5402173"/>
            <a:ext cx="12650685" cy="7965670"/>
          </a:xfrm>
          <a:prstGeom prst="bentConnector3">
            <a:avLst>
              <a:gd name="adj1" fmla="val 101807"/>
            </a:avLst>
          </a:prstGeom>
          <a:ln w="38100">
            <a:solidFill>
              <a:srgbClr val="4C9262"/>
            </a:solidFill>
            <a:prstDash val="lgDashDot"/>
          </a:ln>
        </p:spPr>
        <p:style>
          <a:lnRef idx="2">
            <a:schemeClr val="accent1"/>
          </a:lnRef>
          <a:fillRef idx="0">
            <a:schemeClr val="accent1"/>
          </a:fillRef>
          <a:effectRef idx="1">
            <a:schemeClr val="accent1"/>
          </a:effectRef>
          <a:fontRef idx="minor">
            <a:schemeClr val="tx1"/>
          </a:fontRef>
        </p:style>
      </p:cxnSp>
      <p:sp>
        <p:nvSpPr>
          <p:cNvPr id="237" name="TextBox 236">
            <a:extLst>
              <a:ext uri="{FF2B5EF4-FFF2-40B4-BE49-F238E27FC236}">
                <a16:creationId xmlns:a16="http://schemas.microsoft.com/office/drawing/2014/main" id="{9E2FCA0D-096A-CE5F-EF8D-74081485C348}"/>
              </a:ext>
            </a:extLst>
          </p:cNvPr>
          <p:cNvSpPr txBox="1"/>
          <p:nvPr/>
        </p:nvSpPr>
        <p:spPr>
          <a:xfrm>
            <a:off x="8298037" y="7198688"/>
            <a:ext cx="2134149" cy="584775"/>
          </a:xfrm>
          <a:prstGeom prst="rect">
            <a:avLst/>
          </a:prstGeom>
          <a:noFill/>
        </p:spPr>
        <p:txBody>
          <a:bodyPr wrap="square">
            <a:spAutoFit/>
          </a:bodyPr>
          <a:lstStyle/>
          <a:p>
            <a:r>
              <a:rPr lang="en-US" sz="3200" b="1" i="1" dirty="0"/>
              <a:t>Neocortex</a:t>
            </a:r>
            <a:endParaRPr lang="en-US" sz="1200" b="1" i="1" dirty="0"/>
          </a:p>
        </p:txBody>
      </p:sp>
      <p:cxnSp>
        <p:nvCxnSpPr>
          <p:cNvPr id="238" name="Connector: Elbow 237">
            <a:extLst>
              <a:ext uri="{FF2B5EF4-FFF2-40B4-BE49-F238E27FC236}">
                <a16:creationId xmlns:a16="http://schemas.microsoft.com/office/drawing/2014/main" id="{14E461A1-9EBC-0E75-D3C5-FFFE516F3465}"/>
              </a:ext>
            </a:extLst>
          </p:cNvPr>
          <p:cNvCxnSpPr>
            <a:cxnSpLocks/>
            <a:stCxn id="157" idx="0"/>
            <a:endCxn id="110" idx="1"/>
          </p:cNvCxnSpPr>
          <p:nvPr/>
        </p:nvCxnSpPr>
        <p:spPr>
          <a:xfrm>
            <a:off x="16130686" y="10508970"/>
            <a:ext cx="8927460" cy="666556"/>
          </a:xfrm>
          <a:prstGeom prst="bentConnector3">
            <a:avLst>
              <a:gd name="adj1" fmla="val 99790"/>
            </a:avLst>
          </a:prstGeom>
          <a:ln w="38100">
            <a:solidFill>
              <a:srgbClr val="E5B5B5"/>
            </a:solidFill>
            <a:prstDash val="lgDashDot"/>
          </a:ln>
        </p:spPr>
        <p:style>
          <a:lnRef idx="2">
            <a:schemeClr val="accent1"/>
          </a:lnRef>
          <a:fillRef idx="0">
            <a:schemeClr val="accent1"/>
          </a:fillRef>
          <a:effectRef idx="1">
            <a:schemeClr val="accent1"/>
          </a:effectRef>
          <a:fontRef idx="minor">
            <a:schemeClr val="tx1"/>
          </a:fontRef>
        </p:style>
      </p:cxnSp>
      <p:sp>
        <p:nvSpPr>
          <p:cNvPr id="243" name="TextBox 242">
            <a:extLst>
              <a:ext uri="{FF2B5EF4-FFF2-40B4-BE49-F238E27FC236}">
                <a16:creationId xmlns:a16="http://schemas.microsoft.com/office/drawing/2014/main" id="{7821E427-C552-3624-0347-FC7A4FE54D50}"/>
              </a:ext>
            </a:extLst>
          </p:cNvPr>
          <p:cNvSpPr txBox="1"/>
          <p:nvPr/>
        </p:nvSpPr>
        <p:spPr>
          <a:xfrm>
            <a:off x="9243156" y="8588040"/>
            <a:ext cx="2210131" cy="1077218"/>
          </a:xfrm>
          <a:prstGeom prst="rect">
            <a:avLst/>
          </a:prstGeom>
          <a:noFill/>
        </p:spPr>
        <p:txBody>
          <a:bodyPr wrap="square">
            <a:spAutoFit/>
          </a:bodyPr>
          <a:lstStyle/>
          <a:p>
            <a:pPr algn="ctr"/>
            <a:r>
              <a:rPr lang="en-US" sz="3200" b="1" i="1" dirty="0">
                <a:solidFill>
                  <a:schemeClr val="bg2"/>
                </a:solidFill>
              </a:rPr>
              <a:t>Sensory</a:t>
            </a:r>
          </a:p>
          <a:p>
            <a:pPr algn="ctr"/>
            <a:r>
              <a:rPr lang="en-US" sz="3200" b="1" i="1" dirty="0">
                <a:solidFill>
                  <a:schemeClr val="bg2"/>
                </a:solidFill>
              </a:rPr>
              <a:t>Cortices</a:t>
            </a:r>
            <a:endParaRPr lang="en-US" sz="1200" b="1" i="1" dirty="0">
              <a:solidFill>
                <a:schemeClr val="bg2"/>
              </a:solidFill>
            </a:endParaRPr>
          </a:p>
        </p:txBody>
      </p:sp>
      <p:cxnSp>
        <p:nvCxnSpPr>
          <p:cNvPr id="245" name="Connector: Elbow 244">
            <a:extLst>
              <a:ext uri="{FF2B5EF4-FFF2-40B4-BE49-F238E27FC236}">
                <a16:creationId xmlns:a16="http://schemas.microsoft.com/office/drawing/2014/main" id="{61BA9D9E-94B8-F5EA-827C-43408BB8D31A}"/>
              </a:ext>
            </a:extLst>
          </p:cNvPr>
          <p:cNvCxnSpPr>
            <a:cxnSpLocks/>
            <a:stCxn id="90" idx="0"/>
            <a:endCxn id="146" idx="1"/>
          </p:cNvCxnSpPr>
          <p:nvPr/>
        </p:nvCxnSpPr>
        <p:spPr>
          <a:xfrm flipV="1">
            <a:off x="15792082" y="8228327"/>
            <a:ext cx="2634762" cy="832313"/>
          </a:xfrm>
          <a:prstGeom prst="bentConnector3">
            <a:avLst>
              <a:gd name="adj1" fmla="val 50000"/>
            </a:avLst>
          </a:prstGeom>
          <a:ln w="38100">
            <a:solidFill>
              <a:srgbClr val="648BCA"/>
            </a:solidFill>
            <a:prstDash val="lgDashDot"/>
          </a:ln>
        </p:spPr>
        <p:style>
          <a:lnRef idx="2">
            <a:schemeClr val="accent1"/>
          </a:lnRef>
          <a:fillRef idx="0">
            <a:schemeClr val="accent1"/>
          </a:fillRef>
          <a:effectRef idx="1">
            <a:schemeClr val="accent1"/>
          </a:effectRef>
          <a:fontRef idx="minor">
            <a:schemeClr val="tx1"/>
          </a:fontRef>
        </p:style>
      </p:cxnSp>
      <p:sp>
        <p:nvSpPr>
          <p:cNvPr id="258" name="TextBox 257">
            <a:extLst>
              <a:ext uri="{FF2B5EF4-FFF2-40B4-BE49-F238E27FC236}">
                <a16:creationId xmlns:a16="http://schemas.microsoft.com/office/drawing/2014/main" id="{AED8BDD6-7215-B01F-D3AE-A080C4B58BCE}"/>
              </a:ext>
            </a:extLst>
          </p:cNvPr>
          <p:cNvSpPr txBox="1"/>
          <p:nvPr/>
        </p:nvSpPr>
        <p:spPr>
          <a:xfrm>
            <a:off x="6243640" y="9812376"/>
            <a:ext cx="1031956" cy="584775"/>
          </a:xfrm>
          <a:prstGeom prst="rect">
            <a:avLst/>
          </a:prstGeom>
          <a:noFill/>
        </p:spPr>
        <p:txBody>
          <a:bodyPr wrap="square">
            <a:spAutoFit/>
          </a:bodyPr>
          <a:lstStyle/>
          <a:p>
            <a:r>
              <a:rPr lang="en-US" sz="3200" b="1" i="1" dirty="0">
                <a:solidFill>
                  <a:schemeClr val="bg2"/>
                </a:solidFill>
              </a:rPr>
              <a:t>VTA</a:t>
            </a:r>
            <a:endParaRPr lang="en-US" sz="1200" b="1" i="1" dirty="0">
              <a:solidFill>
                <a:schemeClr val="bg2"/>
              </a:solidFill>
            </a:endParaRPr>
          </a:p>
        </p:txBody>
      </p:sp>
      <p:cxnSp>
        <p:nvCxnSpPr>
          <p:cNvPr id="261" name="Connector: Elbow 260">
            <a:extLst>
              <a:ext uri="{FF2B5EF4-FFF2-40B4-BE49-F238E27FC236}">
                <a16:creationId xmlns:a16="http://schemas.microsoft.com/office/drawing/2014/main" id="{EA4D1840-EE86-BD49-07CA-193C73B4FFE9}"/>
              </a:ext>
            </a:extLst>
          </p:cNvPr>
          <p:cNvCxnSpPr>
            <a:cxnSpLocks/>
            <a:stCxn id="94" idx="0"/>
            <a:endCxn id="120" idx="1"/>
          </p:cNvCxnSpPr>
          <p:nvPr/>
        </p:nvCxnSpPr>
        <p:spPr>
          <a:xfrm flipV="1">
            <a:off x="15952976" y="6934019"/>
            <a:ext cx="2420200" cy="548020"/>
          </a:xfrm>
          <a:prstGeom prst="bentConnector3">
            <a:avLst>
              <a:gd name="adj1" fmla="val 50000"/>
            </a:avLst>
          </a:prstGeom>
          <a:ln w="38100">
            <a:solidFill>
              <a:srgbClr val="A78CCB"/>
            </a:solidFill>
            <a:prstDash val="lgDashDot"/>
          </a:ln>
        </p:spPr>
        <p:style>
          <a:lnRef idx="2">
            <a:schemeClr val="accent1"/>
          </a:lnRef>
          <a:fillRef idx="0">
            <a:schemeClr val="accent1"/>
          </a:fillRef>
          <a:effectRef idx="1">
            <a:schemeClr val="accent1"/>
          </a:effectRef>
          <a:fontRef idx="minor">
            <a:schemeClr val="tx1"/>
          </a:fontRef>
        </p:style>
      </p:cxnSp>
      <p:sp>
        <p:nvSpPr>
          <p:cNvPr id="276" name="TextBox 275">
            <a:extLst>
              <a:ext uri="{FF2B5EF4-FFF2-40B4-BE49-F238E27FC236}">
                <a16:creationId xmlns:a16="http://schemas.microsoft.com/office/drawing/2014/main" id="{AFACEE9F-1650-8E05-33B7-A9BD156B7283}"/>
              </a:ext>
            </a:extLst>
          </p:cNvPr>
          <p:cNvSpPr txBox="1"/>
          <p:nvPr/>
        </p:nvSpPr>
        <p:spPr>
          <a:xfrm>
            <a:off x="4058170" y="10799004"/>
            <a:ext cx="2134149" cy="584775"/>
          </a:xfrm>
          <a:prstGeom prst="rect">
            <a:avLst/>
          </a:prstGeom>
          <a:noFill/>
        </p:spPr>
        <p:txBody>
          <a:bodyPr wrap="square">
            <a:spAutoFit/>
          </a:bodyPr>
          <a:lstStyle/>
          <a:p>
            <a:r>
              <a:rPr lang="en-US" sz="3200" b="1" i="1" dirty="0"/>
              <a:t>Amygdala</a:t>
            </a:r>
            <a:endParaRPr lang="en-US" sz="1200" b="1" i="1" dirty="0"/>
          </a:p>
        </p:txBody>
      </p:sp>
      <p:cxnSp>
        <p:nvCxnSpPr>
          <p:cNvPr id="277" name="Connector: Elbow 276">
            <a:extLst>
              <a:ext uri="{FF2B5EF4-FFF2-40B4-BE49-F238E27FC236}">
                <a16:creationId xmlns:a16="http://schemas.microsoft.com/office/drawing/2014/main" id="{51E3BFA2-F9EA-2DFA-F1C5-956FB17D7B77}"/>
              </a:ext>
            </a:extLst>
          </p:cNvPr>
          <p:cNvCxnSpPr>
            <a:cxnSpLocks/>
            <a:stCxn id="78" idx="0"/>
            <a:endCxn id="178" idx="1"/>
          </p:cNvCxnSpPr>
          <p:nvPr/>
        </p:nvCxnSpPr>
        <p:spPr>
          <a:xfrm flipV="1">
            <a:off x="15837974" y="5404638"/>
            <a:ext cx="5373828" cy="702590"/>
          </a:xfrm>
          <a:prstGeom prst="bentConnector3">
            <a:avLst>
              <a:gd name="adj1" fmla="val 50000"/>
            </a:avLst>
          </a:prstGeom>
          <a:ln w="38100">
            <a:solidFill>
              <a:srgbClr val="EC7D6A"/>
            </a:solidFill>
            <a:prstDash val="lgDashDot"/>
          </a:ln>
        </p:spPr>
        <p:style>
          <a:lnRef idx="2">
            <a:schemeClr val="accent1"/>
          </a:lnRef>
          <a:fillRef idx="0">
            <a:schemeClr val="accent1"/>
          </a:fillRef>
          <a:effectRef idx="1">
            <a:schemeClr val="accent1"/>
          </a:effectRef>
          <a:fontRef idx="minor">
            <a:schemeClr val="tx1"/>
          </a:fontRef>
        </p:style>
      </p:cxnSp>
      <p:sp>
        <p:nvSpPr>
          <p:cNvPr id="334" name="TextBox 333">
            <a:extLst>
              <a:ext uri="{FF2B5EF4-FFF2-40B4-BE49-F238E27FC236}">
                <a16:creationId xmlns:a16="http://schemas.microsoft.com/office/drawing/2014/main" id="{C007E067-075E-23B0-8225-334A3A155D4E}"/>
              </a:ext>
            </a:extLst>
          </p:cNvPr>
          <p:cNvSpPr txBox="1"/>
          <p:nvPr/>
        </p:nvSpPr>
        <p:spPr>
          <a:xfrm>
            <a:off x="3233198" y="5894007"/>
            <a:ext cx="2210131" cy="584775"/>
          </a:xfrm>
          <a:prstGeom prst="rect">
            <a:avLst/>
          </a:prstGeom>
          <a:noFill/>
        </p:spPr>
        <p:txBody>
          <a:bodyPr wrap="square">
            <a:spAutoFit/>
          </a:bodyPr>
          <a:lstStyle/>
          <a:p>
            <a:r>
              <a:rPr lang="en-US" sz="3200" b="1" i="1" dirty="0"/>
              <a:t>Pre-SMA</a:t>
            </a:r>
            <a:endParaRPr lang="en-US" sz="1200" b="1" i="1" dirty="0"/>
          </a:p>
        </p:txBody>
      </p:sp>
      <p:sp>
        <p:nvSpPr>
          <p:cNvPr id="378" name="TextBox 377">
            <a:extLst>
              <a:ext uri="{FF2B5EF4-FFF2-40B4-BE49-F238E27FC236}">
                <a16:creationId xmlns:a16="http://schemas.microsoft.com/office/drawing/2014/main" id="{82F84A73-4B94-3E89-ED6D-66F1E6C31774}"/>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380" name="TextBox 379">
            <a:extLst>
              <a:ext uri="{FF2B5EF4-FFF2-40B4-BE49-F238E27FC236}">
                <a16:creationId xmlns:a16="http://schemas.microsoft.com/office/drawing/2014/main" id="{45C9D6A7-3380-C8A5-2B66-A7D85C563111}"/>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382" name="TextBox 381">
            <a:extLst>
              <a:ext uri="{FF2B5EF4-FFF2-40B4-BE49-F238E27FC236}">
                <a16:creationId xmlns:a16="http://schemas.microsoft.com/office/drawing/2014/main" id="{2D50E3EF-277E-BF00-32F9-07A0AA73E768}"/>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384" name="TextBox 383">
            <a:extLst>
              <a:ext uri="{FF2B5EF4-FFF2-40B4-BE49-F238E27FC236}">
                <a16:creationId xmlns:a16="http://schemas.microsoft.com/office/drawing/2014/main" id="{172CD78E-AF73-4E16-F5D4-4A8BF7598E21}"/>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386" name="TextBox 385">
            <a:extLst>
              <a:ext uri="{FF2B5EF4-FFF2-40B4-BE49-F238E27FC236}">
                <a16:creationId xmlns:a16="http://schemas.microsoft.com/office/drawing/2014/main" id="{BA018C09-9443-5D53-9853-8F02A4DA01F6}"/>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388" name="TextBox 387">
            <a:extLst>
              <a:ext uri="{FF2B5EF4-FFF2-40B4-BE49-F238E27FC236}">
                <a16:creationId xmlns:a16="http://schemas.microsoft.com/office/drawing/2014/main" id="{A268E6B8-B011-2AA4-2099-DC279CA33C83}"/>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396" name="Picture 395">
            <a:extLst>
              <a:ext uri="{FF2B5EF4-FFF2-40B4-BE49-F238E27FC236}">
                <a16:creationId xmlns:a16="http://schemas.microsoft.com/office/drawing/2014/main" id="{1947ED9B-0F2B-11F3-EF3A-B7D8F9D0A3C8}"/>
              </a:ext>
            </a:extLst>
          </p:cNvPr>
          <p:cNvPicPr>
            <a:picLocks noChangeAspect="1"/>
          </p:cNvPicPr>
          <p:nvPr/>
        </p:nvPicPr>
        <p:blipFill>
          <a:blip r:embed="rId5">
            <a:extLst>
              <a:ext uri="{BEBA8EAE-BF5A-486C-A8C5-ECC9F3942E4B}">
                <a14:imgProps xmlns:a14="http://schemas.microsoft.com/office/drawing/2010/main">
                  <a14:imgLayer r:embed="rId6">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Tree>
    <p:extLst>
      <p:ext uri="{BB962C8B-B14F-4D97-AF65-F5344CB8AC3E}">
        <p14:creationId xmlns:p14="http://schemas.microsoft.com/office/powerpoint/2010/main" val="1582955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wipe(down)">
                                      <p:cBhvr>
                                        <p:cTn id="7" dur="500"/>
                                        <p:tgtEl>
                                          <p:spTgt spid="21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6"/>
                                        </p:tgtEl>
                                        <p:attrNameLst>
                                          <p:attrName>style.visibility</p:attrName>
                                        </p:attrNameLst>
                                      </p:cBhvr>
                                      <p:to>
                                        <p:strVal val="visible"/>
                                      </p:to>
                                    </p:set>
                                    <p:animEffect transition="in" filter="wipe(down)">
                                      <p:cBhvr>
                                        <p:cTn id="10" dur="500"/>
                                        <p:tgtEl>
                                          <p:spTgt spid="8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18"/>
                                        </p:tgtEl>
                                        <p:attrNameLst>
                                          <p:attrName>style.visibility</p:attrName>
                                        </p:attrNameLst>
                                      </p:cBhvr>
                                      <p:to>
                                        <p:strVal val="visible"/>
                                      </p:to>
                                    </p:set>
                                    <p:animEffect transition="in" filter="fade">
                                      <p:cBhvr>
                                        <p:cTn id="15" dur="500"/>
                                        <p:tgtEl>
                                          <p:spTgt spid="21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6"/>
                                        </p:tgtEl>
                                        <p:attrNameLst>
                                          <p:attrName>style.visibility</p:attrName>
                                        </p:attrNameLst>
                                      </p:cBhvr>
                                      <p:to>
                                        <p:strVal val="visible"/>
                                      </p:to>
                                    </p:set>
                                    <p:animEffect transition="in" filter="fade">
                                      <p:cBhvr>
                                        <p:cTn id="18" dur="500"/>
                                        <p:tgtEl>
                                          <p:spTgt spid="17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157"/>
                                        </p:tgtEl>
                                        <p:attrNameLst>
                                          <p:attrName>style.visibility</p:attrName>
                                        </p:attrNameLst>
                                      </p:cBhvr>
                                      <p:to>
                                        <p:strVal val="visible"/>
                                      </p:to>
                                    </p:set>
                                    <p:animEffect transition="in" filter="wipe(down)">
                                      <p:cBhvr>
                                        <p:cTn id="23" dur="500"/>
                                        <p:tgtEl>
                                          <p:spTgt spid="15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237"/>
                                        </p:tgtEl>
                                        <p:attrNameLst>
                                          <p:attrName>style.visibility</p:attrName>
                                        </p:attrNameLst>
                                      </p:cBhvr>
                                      <p:to>
                                        <p:strVal val="visible"/>
                                      </p:to>
                                    </p:set>
                                    <p:animEffect transition="in" filter="wipe(down)">
                                      <p:cBhvr>
                                        <p:cTn id="26" dur="500"/>
                                        <p:tgtEl>
                                          <p:spTgt spid="23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8"/>
                                        </p:tgtEl>
                                        <p:attrNameLst>
                                          <p:attrName>style.visibility</p:attrName>
                                        </p:attrNameLst>
                                      </p:cBhvr>
                                      <p:to>
                                        <p:strVal val="visible"/>
                                      </p:to>
                                    </p:set>
                                    <p:animEffect transition="in" filter="fade">
                                      <p:cBhvr>
                                        <p:cTn id="31" dur="500"/>
                                        <p:tgtEl>
                                          <p:spTgt spid="23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10"/>
                                        </p:tgtEl>
                                        <p:attrNameLst>
                                          <p:attrName>style.visibility</p:attrName>
                                        </p:attrNameLst>
                                      </p:cBhvr>
                                      <p:to>
                                        <p:strVal val="visible"/>
                                      </p:to>
                                    </p:set>
                                    <p:animEffect transition="in" filter="fade">
                                      <p:cBhvr>
                                        <p:cTn id="34" dur="500"/>
                                        <p:tgtEl>
                                          <p:spTgt spid="1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43"/>
                                        </p:tgtEl>
                                        <p:attrNameLst>
                                          <p:attrName>style.visibility</p:attrName>
                                        </p:attrNameLst>
                                      </p:cBhvr>
                                      <p:to>
                                        <p:strVal val="visible"/>
                                      </p:to>
                                    </p:set>
                                    <p:animEffect transition="in" filter="wipe(down)">
                                      <p:cBhvr>
                                        <p:cTn id="39" dur="500"/>
                                        <p:tgtEl>
                                          <p:spTgt spid="243"/>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90"/>
                                        </p:tgtEl>
                                        <p:attrNameLst>
                                          <p:attrName>style.visibility</p:attrName>
                                        </p:attrNameLst>
                                      </p:cBhvr>
                                      <p:to>
                                        <p:strVal val="visible"/>
                                      </p:to>
                                    </p:set>
                                    <p:animEffect transition="in" filter="wipe(down)">
                                      <p:cBhvr>
                                        <p:cTn id="42" dur="500"/>
                                        <p:tgtEl>
                                          <p:spTgt spid="9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46"/>
                                        </p:tgtEl>
                                        <p:attrNameLst>
                                          <p:attrName>style.visibility</p:attrName>
                                        </p:attrNameLst>
                                      </p:cBhvr>
                                      <p:to>
                                        <p:strVal val="visible"/>
                                      </p:to>
                                    </p:set>
                                    <p:animEffect transition="in" filter="fade">
                                      <p:cBhvr>
                                        <p:cTn id="47" dur="500"/>
                                        <p:tgtEl>
                                          <p:spTgt spid="146"/>
                                        </p:tgtEl>
                                      </p:cBhvr>
                                    </p:animEffect>
                                  </p:childTnLst>
                                </p:cTn>
                              </p:par>
                              <p:par>
                                <p:cTn id="48" presetID="10" presetClass="entr" presetSubtype="0" fill="hold" nodeType="withEffect">
                                  <p:stCondLst>
                                    <p:cond delay="0"/>
                                  </p:stCondLst>
                                  <p:childTnLst>
                                    <p:set>
                                      <p:cBhvr>
                                        <p:cTn id="49" dur="1" fill="hold">
                                          <p:stCondLst>
                                            <p:cond delay="0"/>
                                          </p:stCondLst>
                                        </p:cTn>
                                        <p:tgtEl>
                                          <p:spTgt spid="245"/>
                                        </p:tgtEl>
                                        <p:attrNameLst>
                                          <p:attrName>style.visibility</p:attrName>
                                        </p:attrNameLst>
                                      </p:cBhvr>
                                      <p:to>
                                        <p:strVal val="visible"/>
                                      </p:to>
                                    </p:set>
                                    <p:animEffect transition="in" filter="fade">
                                      <p:cBhvr>
                                        <p:cTn id="50" dur="500"/>
                                        <p:tgtEl>
                                          <p:spTgt spid="24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169"/>
                                        </p:tgtEl>
                                        <p:attrNameLst>
                                          <p:attrName>style.visibility</p:attrName>
                                        </p:attrNameLst>
                                      </p:cBhvr>
                                      <p:to>
                                        <p:strVal val="visible"/>
                                      </p:to>
                                    </p:set>
                                    <p:animEffect transition="in" filter="wipe(down)">
                                      <p:cBhvr>
                                        <p:cTn id="55" dur="500"/>
                                        <p:tgtEl>
                                          <p:spTgt spid="169"/>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334"/>
                                        </p:tgtEl>
                                        <p:attrNameLst>
                                          <p:attrName>style.visibility</p:attrName>
                                        </p:attrNameLst>
                                      </p:cBhvr>
                                      <p:to>
                                        <p:strVal val="visible"/>
                                      </p:to>
                                    </p:set>
                                    <p:animEffect transition="in" filter="wipe(down)">
                                      <p:cBhvr>
                                        <p:cTn id="58" dur="500"/>
                                        <p:tgtEl>
                                          <p:spTgt spid="33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339"/>
                                        </p:tgtEl>
                                        <p:attrNameLst>
                                          <p:attrName>style.visibility</p:attrName>
                                        </p:attrNameLst>
                                      </p:cBhvr>
                                      <p:to>
                                        <p:strVal val="visible"/>
                                      </p:to>
                                    </p:set>
                                    <p:animEffect transition="in" filter="fade">
                                      <p:cBhvr>
                                        <p:cTn id="63" dur="500"/>
                                        <p:tgtEl>
                                          <p:spTgt spid="339"/>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18"/>
                                        </p:tgtEl>
                                        <p:attrNameLst>
                                          <p:attrName>style.visibility</p:attrName>
                                        </p:attrNameLst>
                                      </p:cBhvr>
                                      <p:to>
                                        <p:strVal val="visible"/>
                                      </p:to>
                                    </p:set>
                                    <p:animEffect transition="in" filter="fade">
                                      <p:cBhvr>
                                        <p:cTn id="66" dur="500"/>
                                        <p:tgtEl>
                                          <p:spTgt spid="11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258"/>
                                        </p:tgtEl>
                                        <p:attrNameLst>
                                          <p:attrName>style.visibility</p:attrName>
                                        </p:attrNameLst>
                                      </p:cBhvr>
                                      <p:to>
                                        <p:strVal val="visible"/>
                                      </p:to>
                                    </p:set>
                                    <p:animEffect transition="in" filter="wipe(down)">
                                      <p:cBhvr>
                                        <p:cTn id="71" dur="500"/>
                                        <p:tgtEl>
                                          <p:spTgt spid="258"/>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94"/>
                                        </p:tgtEl>
                                        <p:attrNameLst>
                                          <p:attrName>style.visibility</p:attrName>
                                        </p:attrNameLst>
                                      </p:cBhvr>
                                      <p:to>
                                        <p:strVal val="visible"/>
                                      </p:to>
                                    </p:set>
                                    <p:animEffect transition="in" filter="wipe(down)">
                                      <p:cBhvr>
                                        <p:cTn id="74" dur="500"/>
                                        <p:tgtEl>
                                          <p:spTgt spid="94"/>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261"/>
                                        </p:tgtEl>
                                        <p:attrNameLst>
                                          <p:attrName>style.visibility</p:attrName>
                                        </p:attrNameLst>
                                      </p:cBhvr>
                                      <p:to>
                                        <p:strVal val="visible"/>
                                      </p:to>
                                    </p:set>
                                    <p:animEffect transition="in" filter="fade">
                                      <p:cBhvr>
                                        <p:cTn id="79" dur="500"/>
                                        <p:tgtEl>
                                          <p:spTgt spid="261"/>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120"/>
                                        </p:tgtEl>
                                        <p:attrNameLst>
                                          <p:attrName>style.visibility</p:attrName>
                                        </p:attrNameLst>
                                      </p:cBhvr>
                                      <p:to>
                                        <p:strVal val="visible"/>
                                      </p:to>
                                    </p:set>
                                    <p:animEffect transition="in" filter="fade">
                                      <p:cBhvr>
                                        <p:cTn id="82" dur="500"/>
                                        <p:tgtEl>
                                          <p:spTgt spid="120"/>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171"/>
                                        </p:tgtEl>
                                        <p:attrNameLst>
                                          <p:attrName>style.visibility</p:attrName>
                                        </p:attrNameLst>
                                      </p:cBhvr>
                                      <p:to>
                                        <p:strVal val="visible"/>
                                      </p:to>
                                    </p:set>
                                    <p:animEffect transition="in" filter="wipe(down)">
                                      <p:cBhvr>
                                        <p:cTn id="87" dur="500"/>
                                        <p:tgtEl>
                                          <p:spTgt spid="171"/>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276"/>
                                        </p:tgtEl>
                                        <p:attrNameLst>
                                          <p:attrName>style.visibility</p:attrName>
                                        </p:attrNameLst>
                                      </p:cBhvr>
                                      <p:to>
                                        <p:strVal val="visible"/>
                                      </p:to>
                                    </p:set>
                                    <p:animEffect transition="in" filter="wipe(down)">
                                      <p:cBhvr>
                                        <p:cTn id="90" dur="500"/>
                                        <p:tgtEl>
                                          <p:spTgt spid="276"/>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222"/>
                                        </p:tgtEl>
                                        <p:attrNameLst>
                                          <p:attrName>style.visibility</p:attrName>
                                        </p:attrNameLst>
                                      </p:cBhvr>
                                      <p:to>
                                        <p:strVal val="visible"/>
                                      </p:to>
                                    </p:set>
                                    <p:animEffect transition="in" filter="wipe(down)">
                                      <p:cBhvr>
                                        <p:cTn id="93" dur="500"/>
                                        <p:tgtEl>
                                          <p:spTgt spid="222"/>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78"/>
                                        </p:tgtEl>
                                        <p:attrNameLst>
                                          <p:attrName>style.visibility</p:attrName>
                                        </p:attrNameLst>
                                      </p:cBhvr>
                                      <p:to>
                                        <p:strVal val="visible"/>
                                      </p:to>
                                    </p:set>
                                    <p:animEffect transition="in" filter="wipe(down)">
                                      <p:cBhvr>
                                        <p:cTn id="96" dur="500"/>
                                        <p:tgtEl>
                                          <p:spTgt spid="78"/>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277"/>
                                        </p:tgtEl>
                                        <p:attrNameLst>
                                          <p:attrName>style.visibility</p:attrName>
                                        </p:attrNameLst>
                                      </p:cBhvr>
                                      <p:to>
                                        <p:strVal val="visible"/>
                                      </p:to>
                                    </p:set>
                                    <p:animEffect transition="in" filter="fade">
                                      <p:cBhvr>
                                        <p:cTn id="101" dur="500"/>
                                        <p:tgtEl>
                                          <p:spTgt spid="277"/>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178"/>
                                        </p:tgtEl>
                                        <p:attrNameLst>
                                          <p:attrName>style.visibility</p:attrName>
                                        </p:attrNameLst>
                                      </p:cBhvr>
                                      <p:to>
                                        <p:strVal val="visible"/>
                                      </p:to>
                                    </p:set>
                                    <p:animEffect transition="in" filter="fade">
                                      <p:cBhvr>
                                        <p:cTn id="104" dur="500"/>
                                        <p:tgtEl>
                                          <p:spTgt spid="178"/>
                                        </p:tgtEl>
                                      </p:cBhvr>
                                    </p:animEffec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225"/>
                                        </p:tgtEl>
                                        <p:attrNameLst>
                                          <p:attrName>style.visibility</p:attrName>
                                        </p:attrNameLst>
                                      </p:cBhvr>
                                      <p:to>
                                        <p:strVal val="visible"/>
                                      </p:to>
                                    </p:set>
                                    <p:animEffect transition="in" filter="fade">
                                      <p:cBhvr>
                                        <p:cTn id="109" dur="500"/>
                                        <p:tgtEl>
                                          <p:spTgt spid="225"/>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180"/>
                                        </p:tgtEl>
                                        <p:attrNameLst>
                                          <p:attrName>style.visibility</p:attrName>
                                        </p:attrNameLst>
                                      </p:cBhvr>
                                      <p:to>
                                        <p:strVal val="visible"/>
                                      </p:to>
                                    </p:set>
                                    <p:animEffect transition="in" filter="fade">
                                      <p:cBhvr>
                                        <p:cTn id="112" dur="500"/>
                                        <p:tgtEl>
                                          <p:spTgt spid="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8" grpId="0" animBg="1"/>
      <p:bldP spid="120" grpId="0" animBg="1"/>
      <p:bldP spid="146" grpId="0" animBg="1"/>
      <p:bldP spid="176" grpId="0" animBg="1"/>
      <p:bldP spid="178" grpId="0" animBg="1"/>
      <p:bldP spid="180" grpId="0" animBg="1"/>
      <p:bldP spid="78" grpId="0" animBg="1"/>
      <p:bldP spid="86" grpId="0" animBg="1"/>
      <p:bldP spid="90" grpId="0" animBg="1"/>
      <p:bldP spid="94" grpId="0" animBg="1"/>
      <p:bldP spid="157" grpId="0" animBg="1"/>
      <p:bldP spid="169" grpId="0" animBg="1"/>
      <p:bldP spid="171" grpId="0" animBg="1"/>
      <p:bldP spid="216" grpId="0"/>
      <p:bldP spid="222" grpId="0"/>
      <p:bldP spid="237" grpId="0"/>
      <p:bldP spid="243" grpId="0"/>
      <p:bldP spid="258" grpId="0"/>
      <p:bldP spid="276" grpId="0"/>
      <p:bldP spid="33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CBEC2-E487-7A8B-D17E-3B4B43EAA4BA}"/>
            </a:ext>
          </a:extLst>
        </p:cNvPr>
        <p:cNvGrpSpPr/>
        <p:nvPr/>
      </p:nvGrpSpPr>
      <p:grpSpPr>
        <a:xfrm>
          <a:off x="0" y="0"/>
          <a:ext cx="0" cy="0"/>
          <a:chOff x="0" y="0"/>
          <a:chExt cx="0" cy="0"/>
        </a:xfrm>
      </p:grpSpPr>
      <p:pic>
        <p:nvPicPr>
          <p:cNvPr id="89" name="Picture 88">
            <a:extLst>
              <a:ext uri="{FF2B5EF4-FFF2-40B4-BE49-F238E27FC236}">
                <a16:creationId xmlns:a16="http://schemas.microsoft.com/office/drawing/2014/main" id="{1181C615-6B3D-BED7-41E3-D841792FB6F5}"/>
              </a:ext>
            </a:extLst>
          </p:cNvPr>
          <p:cNvPicPr>
            <a:picLocks noChangeAspect="1"/>
          </p:cNvPicPr>
          <p:nvPr/>
        </p:nvPicPr>
        <p:blipFill>
          <a:blip r:embed="rId2">
            <a:extLst>
              <a:ext uri="{28A0092B-C50C-407E-A947-70E740481C1C}">
                <a14:useLocalDpi xmlns:a14="http://schemas.microsoft.com/office/drawing/2010/main" val="0"/>
              </a:ext>
            </a:extLst>
          </a:blip>
          <a:srcRect l="36713" t="36590" r="36123" b="18480"/>
          <a:stretch>
            <a:fillRect/>
          </a:stretch>
        </p:blipFill>
        <p:spPr>
          <a:xfrm>
            <a:off x="22688809" y="7701881"/>
            <a:ext cx="2964293" cy="2674373"/>
          </a:xfrm>
          <a:prstGeom prst="rect">
            <a:avLst/>
          </a:prstGeom>
        </p:spPr>
      </p:pic>
      <p:sp>
        <p:nvSpPr>
          <p:cNvPr id="61" name="TextBox 60">
            <a:extLst>
              <a:ext uri="{FF2B5EF4-FFF2-40B4-BE49-F238E27FC236}">
                <a16:creationId xmlns:a16="http://schemas.microsoft.com/office/drawing/2014/main" id="{ABD35B91-00AB-D369-DAFD-EB7C266D4EAA}"/>
              </a:ext>
            </a:extLst>
          </p:cNvPr>
          <p:cNvSpPr txBox="1"/>
          <p:nvPr/>
        </p:nvSpPr>
        <p:spPr>
          <a:xfrm>
            <a:off x="23421101" y="9058795"/>
            <a:ext cx="1578065" cy="523220"/>
          </a:xfrm>
          <a:prstGeom prst="rect">
            <a:avLst/>
          </a:prstGeom>
          <a:noFill/>
          <a:ln w="38100">
            <a:solidFill>
              <a:schemeClr val="tx1"/>
            </a:solidFill>
            <a:prstDash val="solid"/>
          </a:ln>
        </p:spPr>
        <p:txBody>
          <a:bodyPr wrap="square" lIns="0" anchor="ctr" anchorCtr="0">
            <a:spAutoFit/>
          </a:bodyPr>
          <a:lstStyle/>
          <a:p>
            <a:pPr marL="0" lvl="1" algn="ctr"/>
            <a:r>
              <a:rPr lang="en-US" sz="2800" i="1" dirty="0"/>
              <a:t>Model</a:t>
            </a:r>
          </a:p>
        </p:txBody>
      </p:sp>
      <p:pic>
        <p:nvPicPr>
          <p:cNvPr id="433" name="Picture 432">
            <a:extLst>
              <a:ext uri="{FF2B5EF4-FFF2-40B4-BE49-F238E27FC236}">
                <a16:creationId xmlns:a16="http://schemas.microsoft.com/office/drawing/2014/main" id="{10A75D36-26EE-7923-9FC3-EFE654471BBA}"/>
              </a:ext>
            </a:extLst>
          </p:cNvPr>
          <p:cNvPicPr>
            <a:picLocks noChangeAspect="1"/>
          </p:cNvPicPr>
          <p:nvPr/>
        </p:nvPicPr>
        <p:blipFill>
          <a:blip r:embed="rId3">
            <a:duotone>
              <a:prstClr val="black"/>
              <a:schemeClr val="accent2">
                <a:tint val="45000"/>
                <a:satMod val="400000"/>
              </a:schemeClr>
            </a:duotone>
            <a:extLst>
              <a:ext uri="{BEBA8EAE-BF5A-486C-A8C5-ECC9F3942E4B}">
                <a14:imgProps xmlns:a14="http://schemas.microsoft.com/office/drawing/2010/main">
                  <a14:imgLayer r:embed="rId4">
                    <a14:imgEffect>
                      <a14:brightnessContrast bright="-20000" contrast="20000"/>
                    </a14:imgEffect>
                  </a14:imgLayer>
                </a14:imgProps>
              </a:ext>
            </a:extLst>
          </a:blip>
          <a:srcRect l="37854" t="35480" r="38087" b="54953"/>
          <a:stretch>
            <a:fillRect/>
          </a:stretch>
        </p:blipFill>
        <p:spPr>
          <a:xfrm>
            <a:off x="22791982" y="7155163"/>
            <a:ext cx="2861121" cy="620533"/>
          </a:xfrm>
          <a:prstGeom prst="rect">
            <a:avLst/>
          </a:prstGeom>
        </p:spPr>
      </p:pic>
      <p:pic>
        <p:nvPicPr>
          <p:cNvPr id="87" name="Picture 86">
            <a:extLst>
              <a:ext uri="{FF2B5EF4-FFF2-40B4-BE49-F238E27FC236}">
                <a16:creationId xmlns:a16="http://schemas.microsoft.com/office/drawing/2014/main" id="{E9C0AE4D-CE53-5DBF-AF1A-B7537BD04080}"/>
              </a:ext>
            </a:extLst>
          </p:cNvPr>
          <p:cNvPicPr>
            <a:picLocks noChangeAspect="1"/>
          </p:cNvPicPr>
          <p:nvPr/>
        </p:nvPicPr>
        <p:blipFill>
          <a:blip r:embed="rId2">
            <a:extLst>
              <a:ext uri="{28A0092B-C50C-407E-A947-70E740481C1C}">
                <a14:useLocalDpi xmlns:a14="http://schemas.microsoft.com/office/drawing/2010/main" val="0"/>
              </a:ext>
            </a:extLst>
          </a:blip>
          <a:srcRect l="38537" t="79966" r="39357"/>
          <a:stretch>
            <a:fillRect/>
          </a:stretch>
        </p:blipFill>
        <p:spPr>
          <a:xfrm>
            <a:off x="20323367" y="10891578"/>
            <a:ext cx="2345996" cy="1159723"/>
          </a:xfrm>
          <a:prstGeom prst="rect">
            <a:avLst/>
          </a:prstGeom>
        </p:spPr>
      </p:pic>
      <p:pic>
        <p:nvPicPr>
          <p:cNvPr id="41" name="Picture 40">
            <a:extLst>
              <a:ext uri="{FF2B5EF4-FFF2-40B4-BE49-F238E27FC236}">
                <a16:creationId xmlns:a16="http://schemas.microsoft.com/office/drawing/2014/main" id="{B95B8F6A-3986-4AC0-7D75-1224BC7AC65A}"/>
              </a:ext>
            </a:extLst>
          </p:cNvPr>
          <p:cNvPicPr>
            <a:picLocks noChangeAspect="1"/>
          </p:cNvPicPr>
          <p:nvPr/>
        </p:nvPicPr>
        <p:blipFill>
          <a:blip r:embed="rId5">
            <a:extLst>
              <a:ext uri="{28A0092B-C50C-407E-A947-70E740481C1C}">
                <a14:useLocalDpi xmlns:a14="http://schemas.microsoft.com/office/drawing/2010/main" val="0"/>
              </a:ext>
            </a:extLst>
          </a:blip>
          <a:srcRect l="12772" r="8125"/>
          <a:stretch>
            <a:fillRect/>
          </a:stretch>
        </p:blipFill>
        <p:spPr>
          <a:xfrm>
            <a:off x="483861" y="5300337"/>
            <a:ext cx="11586219" cy="7989288"/>
          </a:xfrm>
          <a:prstGeom prst="rect">
            <a:avLst/>
          </a:prstGeom>
        </p:spPr>
      </p:pic>
      <p:sp>
        <p:nvSpPr>
          <p:cNvPr id="6" name="Title 5">
            <a:extLst>
              <a:ext uri="{FF2B5EF4-FFF2-40B4-BE49-F238E27FC236}">
                <a16:creationId xmlns:a16="http://schemas.microsoft.com/office/drawing/2014/main" id="{D5BAB921-2FBE-3B01-1DD1-810303AB36D2}"/>
              </a:ext>
            </a:extLst>
          </p:cNvPr>
          <p:cNvSpPr>
            <a:spLocks noGrp="1"/>
          </p:cNvSpPr>
          <p:nvPr>
            <p:ph type="title"/>
          </p:nvPr>
        </p:nvSpPr>
        <p:spPr>
          <a:xfrm>
            <a:off x="2011680" y="1779764"/>
            <a:ext cx="26233120" cy="2277888"/>
          </a:xfrm>
        </p:spPr>
        <p:txBody>
          <a:bodyPr>
            <a:normAutofit/>
          </a:bodyPr>
          <a:lstStyle/>
          <a:p>
            <a:r>
              <a:rPr lang="en-US" dirty="0"/>
              <a:t>Neural Network: Available in</a:t>
            </a:r>
            <a:r>
              <a:rPr lang="en-US" b="1" dirty="0">
                <a:solidFill>
                  <a:schemeClr val="accent6"/>
                </a:solidFill>
              </a:rPr>
              <a:t> Deployment</a:t>
            </a:r>
            <a:endParaRPr lang="en-US" b="1" dirty="0"/>
          </a:p>
        </p:txBody>
      </p:sp>
      <p:sp>
        <p:nvSpPr>
          <p:cNvPr id="4" name="Footer Placeholder 3">
            <a:extLst>
              <a:ext uri="{FF2B5EF4-FFF2-40B4-BE49-F238E27FC236}">
                <a16:creationId xmlns:a16="http://schemas.microsoft.com/office/drawing/2014/main" id="{5139377B-16D1-8107-05C0-980731099614}"/>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F2ECF9FB-669D-54CF-CF61-893FC313B445}"/>
              </a:ext>
            </a:extLst>
          </p:cNvPr>
          <p:cNvSpPr>
            <a:spLocks noGrp="1"/>
          </p:cNvSpPr>
          <p:nvPr>
            <p:ph type="sldNum" sz="quarter" idx="12"/>
          </p:nvPr>
        </p:nvSpPr>
        <p:spPr/>
        <p:txBody>
          <a:bodyPr/>
          <a:lstStyle/>
          <a:p>
            <a:fld id="{455CB61F-784F-47BE-8E88-4D7DF3343F95}" type="slidenum">
              <a:rPr lang="en-US" smtClean="0"/>
              <a:pPr/>
              <a:t>13</a:t>
            </a:fld>
            <a:endParaRPr lang="en-US" dirty="0"/>
          </a:p>
        </p:txBody>
      </p:sp>
      <p:sp>
        <p:nvSpPr>
          <p:cNvPr id="11" name="Callout: Bent Line 10">
            <a:extLst>
              <a:ext uri="{FF2B5EF4-FFF2-40B4-BE49-F238E27FC236}">
                <a16:creationId xmlns:a16="http://schemas.microsoft.com/office/drawing/2014/main" id="{A259B123-BE89-B3A7-6226-A450C012283B}"/>
              </a:ext>
            </a:extLst>
          </p:cNvPr>
          <p:cNvSpPr/>
          <p:nvPr/>
        </p:nvSpPr>
        <p:spPr>
          <a:xfrm>
            <a:off x="12070080" y="9664321"/>
            <a:ext cx="4314268" cy="1227257"/>
          </a:xfrm>
          <a:prstGeom prst="borderCallout2">
            <a:avLst>
              <a:gd name="adj1" fmla="val 95259"/>
              <a:gd name="adj2" fmla="val 1197"/>
              <a:gd name="adj3" fmla="val 221033"/>
              <a:gd name="adj4" fmla="val -22675"/>
              <a:gd name="adj5" fmla="val 223590"/>
              <a:gd name="adj6" fmla="val -85314"/>
            </a:avLst>
          </a:prstGeom>
          <a:solidFill>
            <a:schemeClr val="bg1"/>
          </a:solidFill>
          <a:ln w="57150">
            <a:solidFill>
              <a:srgbClr val="9D76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Peripheral Control</a:t>
            </a:r>
          </a:p>
        </p:txBody>
      </p:sp>
      <p:sp>
        <p:nvSpPr>
          <p:cNvPr id="47" name="Callout: Bent Line 46">
            <a:extLst>
              <a:ext uri="{FF2B5EF4-FFF2-40B4-BE49-F238E27FC236}">
                <a16:creationId xmlns:a16="http://schemas.microsoft.com/office/drawing/2014/main" id="{15A78DA6-7AEE-F668-1EC5-C2DECE154B56}"/>
              </a:ext>
            </a:extLst>
          </p:cNvPr>
          <p:cNvSpPr/>
          <p:nvPr/>
        </p:nvSpPr>
        <p:spPr>
          <a:xfrm>
            <a:off x="12070080" y="8163441"/>
            <a:ext cx="4314268" cy="1069117"/>
          </a:xfrm>
          <a:prstGeom prst="borderCallout2">
            <a:avLst>
              <a:gd name="adj1" fmla="val 15932"/>
              <a:gd name="adj2" fmla="val 961"/>
              <a:gd name="adj3" fmla="val 14207"/>
              <a:gd name="adj4" fmla="val -12565"/>
              <a:gd name="adj5" fmla="val 21286"/>
              <a:gd name="adj6" fmla="val -122893"/>
            </a:avLst>
          </a:prstGeom>
          <a:solidFill>
            <a:schemeClr val="bg1"/>
          </a:solidFill>
          <a:ln w="57150">
            <a:solidFill>
              <a:srgbClr val="44885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Action Sampling</a:t>
            </a:r>
          </a:p>
        </p:txBody>
      </p:sp>
      <p:sp>
        <p:nvSpPr>
          <p:cNvPr id="49" name="Callout: Double Bent Line 48">
            <a:extLst>
              <a:ext uri="{FF2B5EF4-FFF2-40B4-BE49-F238E27FC236}">
                <a16:creationId xmlns:a16="http://schemas.microsoft.com/office/drawing/2014/main" id="{D385DC17-F897-E71F-EE77-519EB040842E}"/>
              </a:ext>
            </a:extLst>
          </p:cNvPr>
          <p:cNvSpPr/>
          <p:nvPr/>
        </p:nvSpPr>
        <p:spPr>
          <a:xfrm>
            <a:off x="12070080" y="4420325"/>
            <a:ext cx="4314268" cy="1224652"/>
          </a:xfrm>
          <a:prstGeom prst="borderCallout3">
            <a:avLst>
              <a:gd name="adj1" fmla="val 29"/>
              <a:gd name="adj2" fmla="val -683"/>
              <a:gd name="adj3" fmla="val 1888"/>
              <a:gd name="adj4" fmla="val -237909"/>
              <a:gd name="adj5" fmla="val 514250"/>
              <a:gd name="adj6" fmla="val -234852"/>
              <a:gd name="adj7" fmla="val 507668"/>
              <a:gd name="adj8" fmla="val -164401"/>
            </a:avLst>
          </a:prstGeom>
          <a:solidFill>
            <a:schemeClr val="bg1"/>
          </a:solidFill>
          <a:ln w="57150">
            <a:solidFill>
              <a:srgbClr val="EB9E2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Resource Allocation</a:t>
            </a:r>
          </a:p>
        </p:txBody>
      </p:sp>
      <p:sp>
        <p:nvSpPr>
          <p:cNvPr id="51" name="Callout: Double Bent Line 50">
            <a:extLst>
              <a:ext uri="{FF2B5EF4-FFF2-40B4-BE49-F238E27FC236}">
                <a16:creationId xmlns:a16="http://schemas.microsoft.com/office/drawing/2014/main" id="{9686E18D-1802-6BEF-06A6-F224838F917F}"/>
              </a:ext>
            </a:extLst>
          </p:cNvPr>
          <p:cNvSpPr/>
          <p:nvPr/>
        </p:nvSpPr>
        <p:spPr>
          <a:xfrm>
            <a:off x="12070080" y="12785619"/>
            <a:ext cx="4314268" cy="1224652"/>
          </a:xfrm>
          <a:prstGeom prst="borderCallout3">
            <a:avLst>
              <a:gd name="adj1" fmla="val 89115"/>
              <a:gd name="adj2" fmla="val 1"/>
              <a:gd name="adj3" fmla="val 87542"/>
              <a:gd name="adj4" fmla="val -60125"/>
              <a:gd name="adj5" fmla="val 85343"/>
              <a:gd name="adj6" fmla="val -157458"/>
              <a:gd name="adj7" fmla="val -122528"/>
              <a:gd name="adj8" fmla="val -157004"/>
            </a:avLst>
          </a:prstGeom>
          <a:solidFill>
            <a:schemeClr val="bg1"/>
          </a:solidFill>
          <a:ln w="57150">
            <a:solidFill>
              <a:srgbClr val="C256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Behavioral Conditioning</a:t>
            </a:r>
          </a:p>
        </p:txBody>
      </p:sp>
      <p:sp>
        <p:nvSpPr>
          <p:cNvPr id="55" name="Callout: Double Bent Line 54">
            <a:extLst>
              <a:ext uri="{FF2B5EF4-FFF2-40B4-BE49-F238E27FC236}">
                <a16:creationId xmlns:a16="http://schemas.microsoft.com/office/drawing/2014/main" id="{84AB0085-DE99-3CA4-AD05-688140A67AB5}"/>
              </a:ext>
            </a:extLst>
          </p:cNvPr>
          <p:cNvSpPr/>
          <p:nvPr/>
        </p:nvSpPr>
        <p:spPr>
          <a:xfrm>
            <a:off x="12070080" y="6252993"/>
            <a:ext cx="4314268" cy="1013841"/>
          </a:xfrm>
          <a:prstGeom prst="borderCallout3">
            <a:avLst>
              <a:gd name="adj1" fmla="val 44076"/>
              <a:gd name="adj2" fmla="val -190"/>
              <a:gd name="adj3" fmla="val -110723"/>
              <a:gd name="adj4" fmla="val -63874"/>
              <a:gd name="adj5" fmla="val -117578"/>
              <a:gd name="adj6" fmla="val -207035"/>
              <a:gd name="adj7" fmla="val 184315"/>
              <a:gd name="adj8" fmla="val -204240"/>
            </a:avLst>
          </a:prstGeom>
          <a:solidFill>
            <a:schemeClr val="bg1"/>
          </a:solidFill>
          <a:ln w="57150">
            <a:solidFill>
              <a:srgbClr val="389A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Chain-of-thought</a:t>
            </a:r>
          </a:p>
        </p:txBody>
      </p:sp>
      <p:sp>
        <p:nvSpPr>
          <p:cNvPr id="59" name="TextBox 58">
            <a:extLst>
              <a:ext uri="{FF2B5EF4-FFF2-40B4-BE49-F238E27FC236}">
                <a16:creationId xmlns:a16="http://schemas.microsoft.com/office/drawing/2014/main" id="{59637E19-D855-8A1D-E436-53BD458E6007}"/>
              </a:ext>
            </a:extLst>
          </p:cNvPr>
          <p:cNvSpPr txBox="1"/>
          <p:nvPr/>
        </p:nvSpPr>
        <p:spPr>
          <a:xfrm>
            <a:off x="20409005" y="11957993"/>
            <a:ext cx="2207738" cy="646331"/>
          </a:xfrm>
          <a:prstGeom prst="rect">
            <a:avLst/>
          </a:prstGeom>
          <a:noFill/>
          <a:ln w="38100">
            <a:solidFill>
              <a:srgbClr val="326768"/>
            </a:solidFill>
            <a:prstDash val="solid"/>
          </a:ln>
        </p:spPr>
        <p:txBody>
          <a:bodyPr wrap="square" lIns="0" anchor="ctr" anchorCtr="0">
            <a:spAutoFit/>
          </a:bodyPr>
          <a:lstStyle/>
          <a:p>
            <a:pPr marL="0" lvl="1" algn="ctr"/>
            <a:r>
              <a:rPr lang="en-US" sz="3600" i="1" dirty="0"/>
              <a:t>Tokenizer</a:t>
            </a:r>
          </a:p>
        </p:txBody>
      </p:sp>
      <p:sp>
        <p:nvSpPr>
          <p:cNvPr id="63" name="TextBox 62">
            <a:extLst>
              <a:ext uri="{FF2B5EF4-FFF2-40B4-BE49-F238E27FC236}">
                <a16:creationId xmlns:a16="http://schemas.microsoft.com/office/drawing/2014/main" id="{956A3CDC-E11F-808A-6A79-610B5087E66B}"/>
              </a:ext>
            </a:extLst>
          </p:cNvPr>
          <p:cNvSpPr txBox="1"/>
          <p:nvPr/>
        </p:nvSpPr>
        <p:spPr>
          <a:xfrm>
            <a:off x="18120518" y="9481816"/>
            <a:ext cx="1425186" cy="1200329"/>
          </a:xfrm>
          <a:prstGeom prst="rect">
            <a:avLst/>
          </a:prstGeom>
          <a:noFill/>
          <a:ln w="38100">
            <a:solidFill>
              <a:srgbClr val="9D7655"/>
            </a:solidFill>
            <a:prstDash val="solid"/>
          </a:ln>
        </p:spPr>
        <p:txBody>
          <a:bodyPr wrap="square" lIns="0" anchor="ctr" anchorCtr="0">
            <a:spAutoFit/>
          </a:bodyPr>
          <a:lstStyle/>
          <a:p>
            <a:pPr marL="0" lvl="1" algn="ctr"/>
            <a:r>
              <a:rPr lang="en-US" sz="3600" i="1" dirty="0"/>
              <a:t>APIs </a:t>
            </a:r>
          </a:p>
          <a:p>
            <a:pPr marL="0" lvl="1" algn="ctr"/>
            <a:r>
              <a:rPr lang="en-US" sz="3600" i="1" dirty="0"/>
              <a:t>MCPs</a:t>
            </a:r>
          </a:p>
        </p:txBody>
      </p:sp>
      <p:sp>
        <p:nvSpPr>
          <p:cNvPr id="65" name="TextBox 64">
            <a:extLst>
              <a:ext uri="{FF2B5EF4-FFF2-40B4-BE49-F238E27FC236}">
                <a16:creationId xmlns:a16="http://schemas.microsoft.com/office/drawing/2014/main" id="{76B5B795-3A95-8215-70B6-466062AAA17D}"/>
              </a:ext>
            </a:extLst>
          </p:cNvPr>
          <p:cNvSpPr txBox="1"/>
          <p:nvPr/>
        </p:nvSpPr>
        <p:spPr>
          <a:xfrm>
            <a:off x="23137229" y="7813752"/>
            <a:ext cx="2149409" cy="646331"/>
          </a:xfrm>
          <a:prstGeom prst="rect">
            <a:avLst/>
          </a:prstGeom>
          <a:solidFill>
            <a:schemeClr val="bg1"/>
          </a:solidFill>
          <a:ln w="38100">
            <a:solidFill>
              <a:srgbClr val="326768"/>
            </a:solidFill>
            <a:prstDash val="solid"/>
          </a:ln>
        </p:spPr>
        <p:txBody>
          <a:bodyPr wrap="square" lIns="0" anchor="ctr" anchorCtr="0">
            <a:spAutoFit/>
          </a:bodyPr>
          <a:lstStyle/>
          <a:p>
            <a:pPr marL="0" lvl="1" algn="ctr"/>
            <a:r>
              <a:rPr lang="en-US" sz="3600" i="1" dirty="0"/>
              <a:t>T-Decoder</a:t>
            </a:r>
          </a:p>
        </p:txBody>
      </p:sp>
      <p:pic>
        <p:nvPicPr>
          <p:cNvPr id="71" name="Picture 70">
            <a:extLst>
              <a:ext uri="{FF2B5EF4-FFF2-40B4-BE49-F238E27FC236}">
                <a16:creationId xmlns:a16="http://schemas.microsoft.com/office/drawing/2014/main" id="{D3337710-A38F-26B0-2953-DF40982A1523}"/>
              </a:ext>
            </a:extLst>
          </p:cNvPr>
          <p:cNvPicPr>
            <a:picLocks noChangeAspect="1"/>
          </p:cNvPicPr>
          <p:nvPr/>
        </p:nvPicPr>
        <p:blipFill>
          <a:blip r:embed="rId2">
            <a:extLst>
              <a:ext uri="{28A0092B-C50C-407E-A947-70E740481C1C}">
                <a14:useLocalDpi xmlns:a14="http://schemas.microsoft.com/office/drawing/2010/main" val="0"/>
              </a:ext>
            </a:extLst>
          </a:blip>
          <a:srcRect l="23715" t="42413" r="68635" b="41131"/>
          <a:stretch>
            <a:fillRect/>
          </a:stretch>
        </p:blipFill>
        <p:spPr>
          <a:xfrm>
            <a:off x="23631853" y="10504738"/>
            <a:ext cx="1045923" cy="1227257"/>
          </a:xfrm>
          <a:prstGeom prst="rect">
            <a:avLst/>
          </a:prstGeom>
        </p:spPr>
      </p:pic>
      <p:sp>
        <p:nvSpPr>
          <p:cNvPr id="75" name="TextBox 74">
            <a:extLst>
              <a:ext uri="{FF2B5EF4-FFF2-40B4-BE49-F238E27FC236}">
                <a16:creationId xmlns:a16="http://schemas.microsoft.com/office/drawing/2014/main" id="{86C577D7-E60B-A8A6-E386-E5FD8A2B3260}"/>
              </a:ext>
            </a:extLst>
          </p:cNvPr>
          <p:cNvSpPr txBox="1"/>
          <p:nvPr/>
        </p:nvSpPr>
        <p:spPr>
          <a:xfrm>
            <a:off x="22940642" y="12008994"/>
            <a:ext cx="2345996" cy="646331"/>
          </a:xfrm>
          <a:prstGeom prst="rect">
            <a:avLst/>
          </a:prstGeom>
          <a:noFill/>
          <a:ln w="38100">
            <a:solidFill>
              <a:srgbClr val="8D71C5"/>
            </a:solidFill>
            <a:prstDash val="solid"/>
          </a:ln>
        </p:spPr>
        <p:txBody>
          <a:bodyPr wrap="square" lIns="0" anchor="ctr" anchorCtr="0">
            <a:spAutoFit/>
          </a:bodyPr>
          <a:lstStyle/>
          <a:p>
            <a:pPr marL="0" lvl="1" algn="ctr"/>
            <a:r>
              <a:rPr lang="en-US" sz="3600" i="1" dirty="0"/>
              <a:t>Guardrails</a:t>
            </a:r>
          </a:p>
        </p:txBody>
      </p:sp>
      <p:pic>
        <p:nvPicPr>
          <p:cNvPr id="83" name="Picture 82">
            <a:extLst>
              <a:ext uri="{FF2B5EF4-FFF2-40B4-BE49-F238E27FC236}">
                <a16:creationId xmlns:a16="http://schemas.microsoft.com/office/drawing/2014/main" id="{DD315230-4E8D-A885-A3A7-BC602034125A}"/>
              </a:ext>
            </a:extLst>
          </p:cNvPr>
          <p:cNvPicPr>
            <a:picLocks noChangeAspect="1"/>
          </p:cNvPicPr>
          <p:nvPr/>
        </p:nvPicPr>
        <p:blipFill>
          <a:blip r:embed="rId6">
            <a:duotone>
              <a:prstClr val="black"/>
              <a:srgbClr val="9D7655">
                <a:tint val="45000"/>
                <a:satMod val="400000"/>
              </a:srgbClr>
            </a:duotone>
          </a:blip>
          <a:srcRect l="23715" t="42413" r="68635" b="41131"/>
          <a:stretch>
            <a:fillRect/>
          </a:stretch>
        </p:blipFill>
        <p:spPr>
          <a:xfrm flipH="1">
            <a:off x="19738889" y="9429480"/>
            <a:ext cx="1045923" cy="1227257"/>
          </a:xfrm>
          <a:prstGeom prst="rect">
            <a:avLst/>
          </a:prstGeom>
        </p:spPr>
      </p:pic>
      <p:sp>
        <p:nvSpPr>
          <p:cNvPr id="68" name="TextBox 67">
            <a:extLst>
              <a:ext uri="{FF2B5EF4-FFF2-40B4-BE49-F238E27FC236}">
                <a16:creationId xmlns:a16="http://schemas.microsoft.com/office/drawing/2014/main" id="{98F32669-33DA-0351-6F0B-91377FAC5807}"/>
              </a:ext>
            </a:extLst>
          </p:cNvPr>
          <p:cNvSpPr txBox="1"/>
          <p:nvPr/>
        </p:nvSpPr>
        <p:spPr>
          <a:xfrm>
            <a:off x="22916160" y="5648244"/>
            <a:ext cx="3053093" cy="646331"/>
          </a:xfrm>
          <a:prstGeom prst="rect">
            <a:avLst/>
          </a:prstGeom>
          <a:noFill/>
          <a:ln w="38100">
            <a:solidFill>
              <a:srgbClr val="EB9E2D"/>
            </a:solidFill>
            <a:prstDash val="solid"/>
          </a:ln>
        </p:spPr>
        <p:txBody>
          <a:bodyPr wrap="square" lIns="0" anchor="ctr" anchorCtr="0">
            <a:spAutoFit/>
          </a:bodyPr>
          <a:lstStyle/>
          <a:p>
            <a:pPr marL="0" lvl="1" algn="ctr"/>
            <a:r>
              <a:rPr lang="en-US" sz="3600" i="1" dirty="0"/>
              <a:t>Token Balance</a:t>
            </a:r>
          </a:p>
        </p:txBody>
      </p:sp>
      <p:sp>
        <p:nvSpPr>
          <p:cNvPr id="91" name="TextBox 90">
            <a:extLst>
              <a:ext uri="{FF2B5EF4-FFF2-40B4-BE49-F238E27FC236}">
                <a16:creationId xmlns:a16="http://schemas.microsoft.com/office/drawing/2014/main" id="{D2A2C98D-8E3B-4EB6-68F8-2AAB38785B04}"/>
              </a:ext>
            </a:extLst>
          </p:cNvPr>
          <p:cNvSpPr txBox="1"/>
          <p:nvPr/>
        </p:nvSpPr>
        <p:spPr>
          <a:xfrm>
            <a:off x="25930001" y="11715999"/>
            <a:ext cx="1737996" cy="1200329"/>
          </a:xfrm>
          <a:prstGeom prst="rect">
            <a:avLst/>
          </a:prstGeom>
          <a:noFill/>
          <a:ln w="38100">
            <a:solidFill>
              <a:srgbClr val="C25694"/>
            </a:solidFill>
            <a:prstDash val="solid"/>
          </a:ln>
        </p:spPr>
        <p:txBody>
          <a:bodyPr wrap="square" lIns="0" anchor="ctr" anchorCtr="0">
            <a:spAutoFit/>
          </a:bodyPr>
          <a:lstStyle/>
          <a:p>
            <a:pPr marL="0" lvl="1" algn="ctr"/>
            <a:r>
              <a:rPr lang="en-US" sz="3600" i="1" dirty="0"/>
              <a:t>System Prompt</a:t>
            </a:r>
          </a:p>
        </p:txBody>
      </p:sp>
      <p:pic>
        <p:nvPicPr>
          <p:cNvPr id="93" name="Picture 92">
            <a:extLst>
              <a:ext uri="{FF2B5EF4-FFF2-40B4-BE49-F238E27FC236}">
                <a16:creationId xmlns:a16="http://schemas.microsoft.com/office/drawing/2014/main" id="{3B168B84-838D-56B5-2C10-8FB1DCAF52A7}"/>
              </a:ext>
            </a:extLst>
          </p:cNvPr>
          <p:cNvPicPr>
            <a:picLocks noChangeAspect="1"/>
          </p:cNvPicPr>
          <p:nvPr/>
        </p:nvPicPr>
        <p:blipFill>
          <a:blip r:embed="rId7">
            <a:duotone>
              <a:prstClr val="black"/>
              <a:srgbClr val="DC9EC3">
                <a:tint val="45000"/>
                <a:satMod val="400000"/>
              </a:srgbClr>
            </a:duotone>
            <a:extLst>
              <a:ext uri="{BEBA8EAE-BF5A-486C-A8C5-ECC9F3942E4B}">
                <a14:imgProps xmlns:a14="http://schemas.microsoft.com/office/drawing/2010/main">
                  <a14:imgLayer r:embed="rId8">
                    <a14:imgEffect>
                      <a14:brightnessContrast contrast="40000"/>
                    </a14:imgEffect>
                  </a14:imgLayer>
                </a14:imgProps>
              </a:ext>
            </a:extLst>
          </a:blip>
          <a:srcRect l="36713" r="36123" b="68048"/>
          <a:stretch>
            <a:fillRect/>
          </a:stretch>
        </p:blipFill>
        <p:spPr>
          <a:xfrm>
            <a:off x="26072933" y="10324300"/>
            <a:ext cx="1303393" cy="1391699"/>
          </a:xfrm>
          <a:prstGeom prst="rect">
            <a:avLst/>
          </a:prstGeom>
        </p:spPr>
      </p:pic>
      <p:cxnSp>
        <p:nvCxnSpPr>
          <p:cNvPr id="94" name="Connector: Elbow 93">
            <a:extLst>
              <a:ext uri="{FF2B5EF4-FFF2-40B4-BE49-F238E27FC236}">
                <a16:creationId xmlns:a16="http://schemas.microsoft.com/office/drawing/2014/main" id="{34E25216-5CC0-F126-D279-1778399AA865}"/>
              </a:ext>
            </a:extLst>
          </p:cNvPr>
          <p:cNvCxnSpPr>
            <a:cxnSpLocks/>
            <a:stCxn id="279" idx="0"/>
            <a:endCxn id="75" idx="2"/>
          </p:cNvCxnSpPr>
          <p:nvPr/>
        </p:nvCxnSpPr>
        <p:spPr>
          <a:xfrm>
            <a:off x="16384348" y="11884219"/>
            <a:ext cx="7729292" cy="771106"/>
          </a:xfrm>
          <a:prstGeom prst="bentConnector4">
            <a:avLst>
              <a:gd name="adj1" fmla="val 42412"/>
              <a:gd name="adj2" fmla="val 129646"/>
            </a:avLst>
          </a:prstGeom>
          <a:ln w="38100">
            <a:solidFill>
              <a:srgbClr val="8D71C5"/>
            </a:solidFill>
            <a:prstDash val="lgDashDot"/>
          </a:ln>
        </p:spPr>
        <p:style>
          <a:lnRef idx="2">
            <a:schemeClr val="accent1"/>
          </a:lnRef>
          <a:fillRef idx="0">
            <a:schemeClr val="accent1"/>
          </a:fillRef>
          <a:effectRef idx="1">
            <a:schemeClr val="accent1"/>
          </a:effectRef>
          <a:fontRef idx="minor">
            <a:schemeClr val="tx1"/>
          </a:fontRef>
        </p:style>
      </p:cxnSp>
      <p:cxnSp>
        <p:nvCxnSpPr>
          <p:cNvPr id="109" name="Connector: Elbow 108">
            <a:extLst>
              <a:ext uri="{FF2B5EF4-FFF2-40B4-BE49-F238E27FC236}">
                <a16:creationId xmlns:a16="http://schemas.microsoft.com/office/drawing/2014/main" id="{4FE9925A-5F3B-438B-17F0-34CF51CD56F4}"/>
              </a:ext>
            </a:extLst>
          </p:cNvPr>
          <p:cNvCxnSpPr>
            <a:cxnSpLocks/>
            <a:stCxn id="91" idx="2"/>
          </p:cNvCxnSpPr>
          <p:nvPr/>
        </p:nvCxnSpPr>
        <p:spPr>
          <a:xfrm rot="5400000">
            <a:off x="21221053" y="8079624"/>
            <a:ext cx="741242" cy="10414651"/>
          </a:xfrm>
          <a:prstGeom prst="bentConnector2">
            <a:avLst/>
          </a:prstGeom>
          <a:ln w="38100">
            <a:solidFill>
              <a:srgbClr val="C25694"/>
            </a:solidFill>
            <a:prstDash val="lgDashDot"/>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F00301E5-5B15-86AF-F2CF-E0AFE5CDCE6B}"/>
              </a:ext>
            </a:extLst>
          </p:cNvPr>
          <p:cNvCxnSpPr>
            <a:cxnSpLocks/>
            <a:stCxn id="55" idx="0"/>
            <a:endCxn id="513" idx="1"/>
          </p:cNvCxnSpPr>
          <p:nvPr/>
        </p:nvCxnSpPr>
        <p:spPr>
          <a:xfrm>
            <a:off x="16384348" y="6759914"/>
            <a:ext cx="1430561" cy="3550"/>
          </a:xfrm>
          <a:prstGeom prst="bentConnector3">
            <a:avLst>
              <a:gd name="adj1" fmla="val 50000"/>
            </a:avLst>
          </a:prstGeom>
          <a:ln w="38100">
            <a:solidFill>
              <a:srgbClr val="389A91"/>
            </a:solidFill>
            <a:prstDash val="lgDashDot"/>
          </a:ln>
        </p:spPr>
        <p:style>
          <a:lnRef idx="2">
            <a:schemeClr val="accent1"/>
          </a:lnRef>
          <a:fillRef idx="0">
            <a:schemeClr val="accent1"/>
          </a:fillRef>
          <a:effectRef idx="1">
            <a:schemeClr val="accent1"/>
          </a:effectRef>
          <a:fontRef idx="minor">
            <a:schemeClr val="tx1"/>
          </a:fontRef>
        </p:style>
      </p:cxnSp>
      <p:cxnSp>
        <p:nvCxnSpPr>
          <p:cNvPr id="137" name="Connector: Elbow 136">
            <a:extLst>
              <a:ext uri="{FF2B5EF4-FFF2-40B4-BE49-F238E27FC236}">
                <a16:creationId xmlns:a16="http://schemas.microsoft.com/office/drawing/2014/main" id="{C569F4C0-1747-FF4E-A647-144EBD861A29}"/>
              </a:ext>
            </a:extLst>
          </p:cNvPr>
          <p:cNvCxnSpPr>
            <a:cxnSpLocks/>
            <a:endCxn id="63" idx="1"/>
          </p:cNvCxnSpPr>
          <p:nvPr/>
        </p:nvCxnSpPr>
        <p:spPr>
          <a:xfrm flipV="1">
            <a:off x="16384348" y="10081981"/>
            <a:ext cx="1736170" cy="566380"/>
          </a:xfrm>
          <a:prstGeom prst="bentConnector3">
            <a:avLst>
              <a:gd name="adj1" fmla="val 50000"/>
            </a:avLst>
          </a:prstGeom>
          <a:ln w="38100">
            <a:solidFill>
              <a:srgbClr val="9D7655"/>
            </a:solidFill>
            <a:prstDash val="lgDashDot"/>
          </a:ln>
        </p:spPr>
        <p:style>
          <a:lnRef idx="2">
            <a:schemeClr val="accent1"/>
          </a:lnRef>
          <a:fillRef idx="0">
            <a:schemeClr val="accent1"/>
          </a:fillRef>
          <a:effectRef idx="1">
            <a:schemeClr val="accent1"/>
          </a:effectRef>
          <a:fontRef idx="minor">
            <a:schemeClr val="tx1"/>
          </a:fontRef>
        </p:style>
      </p:cxnSp>
      <p:sp>
        <p:nvSpPr>
          <p:cNvPr id="279" name="Callout: Double Bent Line 278">
            <a:extLst>
              <a:ext uri="{FF2B5EF4-FFF2-40B4-BE49-F238E27FC236}">
                <a16:creationId xmlns:a16="http://schemas.microsoft.com/office/drawing/2014/main" id="{7A4199A1-0000-304E-2315-9287A1C0F464}"/>
              </a:ext>
            </a:extLst>
          </p:cNvPr>
          <p:cNvSpPr/>
          <p:nvPr/>
        </p:nvSpPr>
        <p:spPr>
          <a:xfrm>
            <a:off x="12070080" y="11271893"/>
            <a:ext cx="4314268" cy="1224652"/>
          </a:xfrm>
          <a:prstGeom prst="borderCallout3">
            <a:avLst>
              <a:gd name="adj1" fmla="val 48650"/>
              <a:gd name="adj2" fmla="val 303"/>
              <a:gd name="adj3" fmla="val 185948"/>
              <a:gd name="adj4" fmla="val -24481"/>
              <a:gd name="adj5" fmla="val 182841"/>
              <a:gd name="adj6" fmla="val -119406"/>
              <a:gd name="adj7" fmla="val 68354"/>
              <a:gd name="adj8" fmla="val -120040"/>
            </a:avLst>
          </a:prstGeom>
          <a:solidFill>
            <a:schemeClr val="bg1"/>
          </a:solidFill>
          <a:ln w="57150">
            <a:solidFill>
              <a:srgbClr val="8D71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4000" b="1" dirty="0">
                <a:solidFill>
                  <a:prstClr val="black"/>
                </a:solidFill>
              </a:rPr>
              <a:t>Threat Interception</a:t>
            </a:r>
          </a:p>
        </p:txBody>
      </p:sp>
      <p:cxnSp>
        <p:nvCxnSpPr>
          <p:cNvPr id="348" name="Straight Arrow Connector 347">
            <a:extLst>
              <a:ext uri="{FF2B5EF4-FFF2-40B4-BE49-F238E27FC236}">
                <a16:creationId xmlns:a16="http://schemas.microsoft.com/office/drawing/2014/main" id="{83D9DA59-8FB9-36DB-73F1-BECE985AFC7C}"/>
              </a:ext>
            </a:extLst>
          </p:cNvPr>
          <p:cNvCxnSpPr>
            <a:cxnSpLocks/>
          </p:cNvCxnSpPr>
          <p:nvPr/>
        </p:nvCxnSpPr>
        <p:spPr>
          <a:xfrm>
            <a:off x="22669363" y="11198570"/>
            <a:ext cx="807325" cy="0"/>
          </a:xfrm>
          <a:prstGeom prst="straightConnector1">
            <a:avLst/>
          </a:prstGeom>
          <a:ln w="5715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362" name="Straight Arrow Connector 361">
            <a:extLst>
              <a:ext uri="{FF2B5EF4-FFF2-40B4-BE49-F238E27FC236}">
                <a16:creationId xmlns:a16="http://schemas.microsoft.com/office/drawing/2014/main" id="{784C6D9D-789D-C024-D829-CC189BD8CD63}"/>
              </a:ext>
            </a:extLst>
          </p:cNvPr>
          <p:cNvCxnSpPr>
            <a:cxnSpLocks/>
          </p:cNvCxnSpPr>
          <p:nvPr/>
        </p:nvCxnSpPr>
        <p:spPr>
          <a:xfrm>
            <a:off x="24928721" y="11118366"/>
            <a:ext cx="1001280" cy="0"/>
          </a:xfrm>
          <a:prstGeom prst="straightConnector1">
            <a:avLst/>
          </a:prstGeom>
          <a:ln w="5715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pic>
        <p:nvPicPr>
          <p:cNvPr id="500" name="Picture 499">
            <a:extLst>
              <a:ext uri="{FF2B5EF4-FFF2-40B4-BE49-F238E27FC236}">
                <a16:creationId xmlns:a16="http://schemas.microsoft.com/office/drawing/2014/main" id="{EADDD68E-0015-B005-D558-FF6FBFC48BB0}"/>
              </a:ext>
            </a:extLst>
          </p:cNvPr>
          <p:cNvPicPr>
            <a:picLocks noChangeAspect="1"/>
          </p:cNvPicPr>
          <p:nvPr/>
        </p:nvPicPr>
        <p:blipFill>
          <a:blip r:embed="rId9">
            <a:duotone>
              <a:prstClr val="black"/>
              <a:srgbClr val="389A91">
                <a:tint val="45000"/>
                <a:satMod val="400000"/>
              </a:srgbClr>
            </a:duotone>
            <a:extLst>
              <a:ext uri="{BEBA8EAE-BF5A-486C-A8C5-ECC9F3942E4B}">
                <a14:imgProps xmlns:a14="http://schemas.microsoft.com/office/drawing/2010/main">
                  <a14:imgLayer r:embed="rId10">
                    <a14:imgEffect>
                      <a14:colorTemperature colorTemp="4700"/>
                    </a14:imgEffect>
                    <a14:imgEffect>
                      <a14:brightnessContrast contrast="-20000"/>
                    </a14:imgEffect>
                  </a14:imgLayer>
                </a14:imgProps>
              </a:ext>
            </a:extLst>
          </a:blip>
          <a:srcRect l="63509" t="6215" r="26192" b="72389"/>
          <a:stretch>
            <a:fillRect/>
          </a:stretch>
        </p:blipFill>
        <p:spPr>
          <a:xfrm rot="14475695">
            <a:off x="18234840" y="4664798"/>
            <a:ext cx="1433926" cy="1624983"/>
          </a:xfrm>
          <a:prstGeom prst="rect">
            <a:avLst/>
          </a:prstGeom>
        </p:spPr>
      </p:pic>
      <p:cxnSp>
        <p:nvCxnSpPr>
          <p:cNvPr id="511" name="Connector: Elbow 510">
            <a:extLst>
              <a:ext uri="{FF2B5EF4-FFF2-40B4-BE49-F238E27FC236}">
                <a16:creationId xmlns:a16="http://schemas.microsoft.com/office/drawing/2014/main" id="{5C8C3FF1-9586-C7D1-3CA6-952D2CB283B0}"/>
              </a:ext>
            </a:extLst>
          </p:cNvPr>
          <p:cNvCxnSpPr>
            <a:cxnSpLocks/>
          </p:cNvCxnSpPr>
          <p:nvPr/>
        </p:nvCxnSpPr>
        <p:spPr>
          <a:xfrm flipV="1">
            <a:off x="16536748" y="8289318"/>
            <a:ext cx="6752881" cy="561082"/>
          </a:xfrm>
          <a:prstGeom prst="bentConnector3">
            <a:avLst>
              <a:gd name="adj1" fmla="val 50000"/>
            </a:avLst>
          </a:prstGeom>
          <a:ln w="38100">
            <a:solidFill>
              <a:srgbClr val="44885E"/>
            </a:solidFill>
            <a:prstDash val="lgDashDot"/>
          </a:ln>
        </p:spPr>
        <p:style>
          <a:lnRef idx="2">
            <a:schemeClr val="accent1"/>
          </a:lnRef>
          <a:fillRef idx="0">
            <a:schemeClr val="accent1"/>
          </a:fillRef>
          <a:effectRef idx="1">
            <a:schemeClr val="accent1"/>
          </a:effectRef>
          <a:fontRef idx="minor">
            <a:schemeClr val="tx1"/>
          </a:fontRef>
        </p:style>
      </p:cxnSp>
      <p:sp>
        <p:nvSpPr>
          <p:cNvPr id="513" name="TextBox 512">
            <a:extLst>
              <a:ext uri="{FF2B5EF4-FFF2-40B4-BE49-F238E27FC236}">
                <a16:creationId xmlns:a16="http://schemas.microsoft.com/office/drawing/2014/main" id="{FD52D03B-F911-79CE-333E-6901E070AD73}"/>
              </a:ext>
            </a:extLst>
          </p:cNvPr>
          <p:cNvSpPr txBox="1"/>
          <p:nvPr/>
        </p:nvSpPr>
        <p:spPr>
          <a:xfrm>
            <a:off x="17814909" y="6163299"/>
            <a:ext cx="2554603" cy="1200329"/>
          </a:xfrm>
          <a:prstGeom prst="rect">
            <a:avLst/>
          </a:prstGeom>
          <a:noFill/>
          <a:ln w="38100">
            <a:solidFill>
              <a:srgbClr val="389A91"/>
            </a:solidFill>
            <a:prstDash val="solid"/>
          </a:ln>
        </p:spPr>
        <p:txBody>
          <a:bodyPr wrap="square" lIns="0" anchor="ctr" anchorCtr="0">
            <a:spAutoFit/>
          </a:bodyPr>
          <a:lstStyle/>
          <a:p>
            <a:pPr marL="0" lvl="1" algn="ctr"/>
            <a:r>
              <a:rPr lang="en-US" sz="3600" i="1" dirty="0"/>
              <a:t>Sandbox</a:t>
            </a:r>
          </a:p>
          <a:p>
            <a:pPr marL="0" lvl="1" algn="ctr"/>
            <a:r>
              <a:rPr lang="en-US" sz="3600" i="1" dirty="0"/>
              <a:t>Scratchpad</a:t>
            </a:r>
          </a:p>
        </p:txBody>
      </p:sp>
      <p:pic>
        <p:nvPicPr>
          <p:cNvPr id="549" name="Picture 548">
            <a:extLst>
              <a:ext uri="{FF2B5EF4-FFF2-40B4-BE49-F238E27FC236}">
                <a16:creationId xmlns:a16="http://schemas.microsoft.com/office/drawing/2014/main" id="{FB591444-B819-D913-AA4D-5D9CEC794D01}"/>
              </a:ext>
            </a:extLst>
          </p:cNvPr>
          <p:cNvPicPr>
            <a:picLocks noChangeAspect="1"/>
          </p:cNvPicPr>
          <p:nvPr/>
        </p:nvPicPr>
        <p:blipFill>
          <a:blip r:embed="rId11">
            <a:extLst>
              <a:ext uri="{28A0092B-C50C-407E-A947-70E740481C1C}">
                <a14:useLocalDpi xmlns:a14="http://schemas.microsoft.com/office/drawing/2010/main" val="0"/>
              </a:ext>
            </a:extLst>
          </a:blip>
          <a:srcRect l="90937" t="43399" r="2197" b="46111"/>
          <a:stretch>
            <a:fillRect/>
          </a:stretch>
        </p:blipFill>
        <p:spPr>
          <a:xfrm>
            <a:off x="25001405" y="4630988"/>
            <a:ext cx="1071528" cy="892916"/>
          </a:xfrm>
          <a:prstGeom prst="rect">
            <a:avLst/>
          </a:prstGeom>
        </p:spPr>
      </p:pic>
      <p:cxnSp>
        <p:nvCxnSpPr>
          <p:cNvPr id="565" name="Connector: Curved 564">
            <a:extLst>
              <a:ext uri="{FF2B5EF4-FFF2-40B4-BE49-F238E27FC236}">
                <a16:creationId xmlns:a16="http://schemas.microsoft.com/office/drawing/2014/main" id="{B57084DE-ADEB-3833-D5A2-E0E7857E3328}"/>
              </a:ext>
            </a:extLst>
          </p:cNvPr>
          <p:cNvCxnSpPr>
            <a:cxnSpLocks/>
            <a:stCxn id="93" idx="0"/>
            <a:endCxn id="433" idx="3"/>
          </p:cNvCxnSpPr>
          <p:nvPr/>
        </p:nvCxnSpPr>
        <p:spPr>
          <a:xfrm rot="16200000" flipV="1">
            <a:off x="24759432" y="8359101"/>
            <a:ext cx="2858870" cy="1071527"/>
          </a:xfrm>
          <a:prstGeom prst="curvedConnector2">
            <a:avLst/>
          </a:prstGeom>
          <a:ln w="5715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573" name="TextBox 572">
            <a:extLst>
              <a:ext uri="{FF2B5EF4-FFF2-40B4-BE49-F238E27FC236}">
                <a16:creationId xmlns:a16="http://schemas.microsoft.com/office/drawing/2014/main" id="{653B8B92-A5D5-2075-CB75-0DE3079B17D6}"/>
              </a:ext>
            </a:extLst>
          </p:cNvPr>
          <p:cNvSpPr txBox="1"/>
          <p:nvPr/>
        </p:nvSpPr>
        <p:spPr>
          <a:xfrm>
            <a:off x="6591437" y="11271893"/>
            <a:ext cx="1031956" cy="584775"/>
          </a:xfrm>
          <a:prstGeom prst="rect">
            <a:avLst/>
          </a:prstGeom>
          <a:noFill/>
        </p:spPr>
        <p:txBody>
          <a:bodyPr wrap="square">
            <a:spAutoFit/>
          </a:bodyPr>
          <a:lstStyle/>
          <a:p>
            <a:r>
              <a:rPr lang="en-US" sz="3200" b="1" i="1" dirty="0">
                <a:solidFill>
                  <a:schemeClr val="bg2"/>
                </a:solidFill>
              </a:rPr>
              <a:t>PAG</a:t>
            </a:r>
            <a:endParaRPr lang="en-US" sz="1200" b="1" i="1" dirty="0">
              <a:solidFill>
                <a:schemeClr val="bg2"/>
              </a:solidFill>
            </a:endParaRPr>
          </a:p>
        </p:txBody>
      </p:sp>
      <p:sp>
        <p:nvSpPr>
          <p:cNvPr id="574" name="TextBox 573">
            <a:extLst>
              <a:ext uri="{FF2B5EF4-FFF2-40B4-BE49-F238E27FC236}">
                <a16:creationId xmlns:a16="http://schemas.microsoft.com/office/drawing/2014/main" id="{F30D0463-2A91-FDD8-D135-2165C868DCC4}"/>
              </a:ext>
            </a:extLst>
          </p:cNvPr>
          <p:cNvSpPr txBox="1"/>
          <p:nvPr/>
        </p:nvSpPr>
        <p:spPr>
          <a:xfrm>
            <a:off x="5602653" y="9002593"/>
            <a:ext cx="2210131" cy="584775"/>
          </a:xfrm>
          <a:prstGeom prst="rect">
            <a:avLst/>
          </a:prstGeom>
          <a:noFill/>
        </p:spPr>
        <p:txBody>
          <a:bodyPr wrap="square">
            <a:spAutoFit/>
          </a:bodyPr>
          <a:lstStyle/>
          <a:p>
            <a:r>
              <a:rPr lang="en-US" sz="3200" b="1" i="1" dirty="0">
                <a:solidFill>
                  <a:schemeClr val="bg2"/>
                </a:solidFill>
              </a:rPr>
              <a:t>Thalamus</a:t>
            </a:r>
            <a:endParaRPr lang="en-US" sz="1200" b="1" i="1" dirty="0">
              <a:solidFill>
                <a:schemeClr val="bg2"/>
              </a:solidFill>
            </a:endParaRPr>
          </a:p>
        </p:txBody>
      </p:sp>
      <p:sp>
        <p:nvSpPr>
          <p:cNvPr id="575" name="TextBox 574">
            <a:extLst>
              <a:ext uri="{FF2B5EF4-FFF2-40B4-BE49-F238E27FC236}">
                <a16:creationId xmlns:a16="http://schemas.microsoft.com/office/drawing/2014/main" id="{7660E10A-737F-8645-ACF5-2B3A7920ACB4}"/>
              </a:ext>
            </a:extLst>
          </p:cNvPr>
          <p:cNvSpPr txBox="1"/>
          <p:nvPr/>
        </p:nvSpPr>
        <p:spPr>
          <a:xfrm>
            <a:off x="3254574" y="11352925"/>
            <a:ext cx="2134149" cy="584775"/>
          </a:xfrm>
          <a:prstGeom prst="rect">
            <a:avLst/>
          </a:prstGeom>
          <a:noFill/>
        </p:spPr>
        <p:txBody>
          <a:bodyPr wrap="square">
            <a:spAutoFit/>
          </a:bodyPr>
          <a:lstStyle/>
          <a:p>
            <a:r>
              <a:rPr lang="en-US" sz="3200" b="1" i="1" dirty="0"/>
              <a:t>Hypophysis</a:t>
            </a:r>
            <a:endParaRPr lang="en-US" sz="1200" b="1" i="1" dirty="0"/>
          </a:p>
        </p:txBody>
      </p:sp>
      <p:sp>
        <p:nvSpPr>
          <p:cNvPr id="577" name="TextBox 576">
            <a:extLst>
              <a:ext uri="{FF2B5EF4-FFF2-40B4-BE49-F238E27FC236}">
                <a16:creationId xmlns:a16="http://schemas.microsoft.com/office/drawing/2014/main" id="{B0FD874C-077C-C076-D4DC-95FB75B4D820}"/>
              </a:ext>
            </a:extLst>
          </p:cNvPr>
          <p:cNvSpPr txBox="1"/>
          <p:nvPr/>
        </p:nvSpPr>
        <p:spPr>
          <a:xfrm>
            <a:off x="7291248" y="12169022"/>
            <a:ext cx="1679626" cy="584775"/>
          </a:xfrm>
          <a:prstGeom prst="rect">
            <a:avLst/>
          </a:prstGeom>
          <a:noFill/>
        </p:spPr>
        <p:txBody>
          <a:bodyPr wrap="square">
            <a:spAutoFit/>
          </a:bodyPr>
          <a:lstStyle/>
          <a:p>
            <a:r>
              <a:rPr lang="en-US" sz="3200" b="1" i="1" dirty="0">
                <a:solidFill>
                  <a:schemeClr val="bg2"/>
                </a:solidFill>
              </a:rPr>
              <a:t>Spine</a:t>
            </a:r>
          </a:p>
        </p:txBody>
      </p:sp>
      <p:sp>
        <p:nvSpPr>
          <p:cNvPr id="579" name="TextBox 578">
            <a:extLst>
              <a:ext uri="{FF2B5EF4-FFF2-40B4-BE49-F238E27FC236}">
                <a16:creationId xmlns:a16="http://schemas.microsoft.com/office/drawing/2014/main" id="{02DCFF8E-4C30-DFC8-F5B1-1305AF6AFBF7}"/>
              </a:ext>
            </a:extLst>
          </p:cNvPr>
          <p:cNvSpPr txBox="1"/>
          <p:nvPr/>
        </p:nvSpPr>
        <p:spPr>
          <a:xfrm>
            <a:off x="4495883" y="8340419"/>
            <a:ext cx="1679626" cy="584775"/>
          </a:xfrm>
          <a:prstGeom prst="rect">
            <a:avLst/>
          </a:prstGeom>
          <a:noFill/>
        </p:spPr>
        <p:txBody>
          <a:bodyPr wrap="square">
            <a:spAutoFit/>
          </a:bodyPr>
          <a:lstStyle/>
          <a:p>
            <a:r>
              <a:rPr lang="en-US" sz="3200" b="1" i="1" dirty="0">
                <a:solidFill>
                  <a:schemeClr val="bg2"/>
                </a:solidFill>
              </a:rPr>
              <a:t>Ganglia</a:t>
            </a:r>
          </a:p>
        </p:txBody>
      </p:sp>
      <p:sp>
        <p:nvSpPr>
          <p:cNvPr id="583" name="TextBox 582">
            <a:extLst>
              <a:ext uri="{FF2B5EF4-FFF2-40B4-BE49-F238E27FC236}">
                <a16:creationId xmlns:a16="http://schemas.microsoft.com/office/drawing/2014/main" id="{B23552D3-0A01-AF64-C777-C8D79AA925AC}"/>
              </a:ext>
            </a:extLst>
          </p:cNvPr>
          <p:cNvSpPr txBox="1"/>
          <p:nvPr/>
        </p:nvSpPr>
        <p:spPr>
          <a:xfrm>
            <a:off x="1976183" y="9320405"/>
            <a:ext cx="2134149" cy="1077218"/>
          </a:xfrm>
          <a:prstGeom prst="rect">
            <a:avLst/>
          </a:prstGeom>
          <a:noFill/>
        </p:spPr>
        <p:txBody>
          <a:bodyPr wrap="square">
            <a:spAutoFit/>
          </a:bodyPr>
          <a:lstStyle/>
          <a:p>
            <a:pPr algn="ctr"/>
            <a:r>
              <a:rPr lang="en-US" sz="3200" b="1" i="1" dirty="0"/>
              <a:t>Cingulate</a:t>
            </a:r>
          </a:p>
          <a:p>
            <a:pPr algn="ctr"/>
            <a:r>
              <a:rPr lang="en-US" sz="3200" b="1" i="1" dirty="0"/>
              <a:t>Cortex</a:t>
            </a:r>
            <a:endParaRPr lang="en-US" sz="1200" b="1" i="1" dirty="0"/>
          </a:p>
        </p:txBody>
      </p:sp>
      <p:sp>
        <p:nvSpPr>
          <p:cNvPr id="586" name="TextBox 585">
            <a:extLst>
              <a:ext uri="{FF2B5EF4-FFF2-40B4-BE49-F238E27FC236}">
                <a16:creationId xmlns:a16="http://schemas.microsoft.com/office/drawing/2014/main" id="{BCF7DF11-BCEE-6BDA-85F1-8AA42DFFDD66}"/>
              </a:ext>
            </a:extLst>
          </p:cNvPr>
          <p:cNvSpPr txBox="1"/>
          <p:nvPr/>
        </p:nvSpPr>
        <p:spPr>
          <a:xfrm>
            <a:off x="5089215" y="9730266"/>
            <a:ext cx="3215821" cy="584775"/>
          </a:xfrm>
          <a:prstGeom prst="rect">
            <a:avLst/>
          </a:prstGeom>
          <a:noFill/>
        </p:spPr>
        <p:txBody>
          <a:bodyPr wrap="square">
            <a:spAutoFit/>
          </a:bodyPr>
          <a:lstStyle/>
          <a:p>
            <a:r>
              <a:rPr lang="en-US" sz="3200" b="1" i="1" dirty="0">
                <a:solidFill>
                  <a:schemeClr val="bg2"/>
                </a:solidFill>
              </a:rPr>
              <a:t>Hypo</a:t>
            </a:r>
            <a:endParaRPr lang="en-US" sz="1200" b="1" i="1" dirty="0">
              <a:solidFill>
                <a:schemeClr val="bg2"/>
              </a:solidFill>
            </a:endParaRPr>
          </a:p>
        </p:txBody>
      </p:sp>
      <p:cxnSp>
        <p:nvCxnSpPr>
          <p:cNvPr id="598" name="Connector: Elbow 597">
            <a:extLst>
              <a:ext uri="{FF2B5EF4-FFF2-40B4-BE49-F238E27FC236}">
                <a16:creationId xmlns:a16="http://schemas.microsoft.com/office/drawing/2014/main" id="{7DEB6111-8693-0390-2425-587A183136C7}"/>
              </a:ext>
            </a:extLst>
          </p:cNvPr>
          <p:cNvCxnSpPr>
            <a:cxnSpLocks/>
            <a:endCxn id="68" idx="0"/>
          </p:cNvCxnSpPr>
          <p:nvPr/>
        </p:nvCxnSpPr>
        <p:spPr>
          <a:xfrm>
            <a:off x="16384348" y="4484217"/>
            <a:ext cx="8058359" cy="1164027"/>
          </a:xfrm>
          <a:prstGeom prst="bentConnector2">
            <a:avLst/>
          </a:prstGeom>
          <a:ln w="38100">
            <a:solidFill>
              <a:srgbClr val="EB9E2D"/>
            </a:solidFill>
            <a:prstDash val="lgDashDot"/>
          </a:ln>
        </p:spPr>
        <p:style>
          <a:lnRef idx="2">
            <a:schemeClr val="accent1"/>
          </a:lnRef>
          <a:fillRef idx="0">
            <a:schemeClr val="accent1"/>
          </a:fillRef>
          <a:effectRef idx="1">
            <a:schemeClr val="accent1"/>
          </a:effectRef>
          <a:fontRef idx="minor">
            <a:schemeClr val="tx1"/>
          </a:fontRef>
        </p:style>
      </p:cxnSp>
      <p:sp>
        <p:nvSpPr>
          <p:cNvPr id="607" name="TextBox 606">
            <a:extLst>
              <a:ext uri="{FF2B5EF4-FFF2-40B4-BE49-F238E27FC236}">
                <a16:creationId xmlns:a16="http://schemas.microsoft.com/office/drawing/2014/main" id="{49DF4632-610B-1AF9-66B6-ADE2D959C70B}"/>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609" name="TextBox 608">
            <a:extLst>
              <a:ext uri="{FF2B5EF4-FFF2-40B4-BE49-F238E27FC236}">
                <a16:creationId xmlns:a16="http://schemas.microsoft.com/office/drawing/2014/main" id="{DF8A0E89-DCC0-F281-F86A-2AF69BD40368}"/>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611" name="TextBox 610">
            <a:extLst>
              <a:ext uri="{FF2B5EF4-FFF2-40B4-BE49-F238E27FC236}">
                <a16:creationId xmlns:a16="http://schemas.microsoft.com/office/drawing/2014/main" id="{FE041CC6-EF70-7D0D-CA86-CA17A4E19F41}"/>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613" name="TextBox 612">
            <a:extLst>
              <a:ext uri="{FF2B5EF4-FFF2-40B4-BE49-F238E27FC236}">
                <a16:creationId xmlns:a16="http://schemas.microsoft.com/office/drawing/2014/main" id="{6DD9C12A-A912-D28C-A44C-003EA6E96446}"/>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615" name="TextBox 614">
            <a:extLst>
              <a:ext uri="{FF2B5EF4-FFF2-40B4-BE49-F238E27FC236}">
                <a16:creationId xmlns:a16="http://schemas.microsoft.com/office/drawing/2014/main" id="{361D9B2C-A922-2968-DC6C-265D119C9E19}"/>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617" name="TextBox 616">
            <a:extLst>
              <a:ext uri="{FF2B5EF4-FFF2-40B4-BE49-F238E27FC236}">
                <a16:creationId xmlns:a16="http://schemas.microsoft.com/office/drawing/2014/main" id="{980ED73C-22C3-12FB-E39E-35CC40C4315B}"/>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625" name="Picture 624">
            <a:extLst>
              <a:ext uri="{FF2B5EF4-FFF2-40B4-BE49-F238E27FC236}">
                <a16:creationId xmlns:a16="http://schemas.microsoft.com/office/drawing/2014/main" id="{6830F309-5AF1-D954-0252-996512CEDD3B}"/>
              </a:ext>
            </a:extLst>
          </p:cNvPr>
          <p:cNvPicPr>
            <a:picLocks noChangeAspect="1"/>
          </p:cNvPicPr>
          <p:nvPr/>
        </p:nvPicPr>
        <p:blipFill>
          <a:blip r:embed="rId12">
            <a:extLst>
              <a:ext uri="{BEBA8EAE-BF5A-486C-A8C5-ECC9F3942E4B}">
                <a14:imgProps xmlns:a14="http://schemas.microsoft.com/office/drawing/2010/main">
                  <a14:imgLayer r:embed="rId13">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Tree>
    <p:extLst>
      <p:ext uri="{BB962C8B-B14F-4D97-AF65-F5344CB8AC3E}">
        <p14:creationId xmlns:p14="http://schemas.microsoft.com/office/powerpoint/2010/main" val="26597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4"/>
                                        </p:tgtEl>
                                        <p:attrNameLst>
                                          <p:attrName>style.visibility</p:attrName>
                                        </p:attrNameLst>
                                      </p:cBhvr>
                                      <p:to>
                                        <p:strVal val="visible"/>
                                      </p:to>
                                    </p:set>
                                    <p:animEffect transition="in" filter="fade">
                                      <p:cBhvr>
                                        <p:cTn id="7" dur="500"/>
                                        <p:tgtEl>
                                          <p:spTgt spid="574"/>
                                        </p:tgtEl>
                                      </p:cBhvr>
                                    </p:animEffect>
                                  </p:childTnLst>
                                </p:cTn>
                              </p:par>
                              <p:par>
                                <p:cTn id="8" presetID="10" presetClass="entr" presetSubtype="0" fill="hold" nodeType="withEffect">
                                  <p:stCondLst>
                                    <p:cond delay="0"/>
                                  </p:stCondLst>
                                  <p:childTnLst>
                                    <p:set>
                                      <p:cBhvr>
                                        <p:cTn id="9" dur="1" fill="hold">
                                          <p:stCondLst>
                                            <p:cond delay="0"/>
                                          </p:stCondLst>
                                        </p:cTn>
                                        <p:tgtEl>
                                          <p:spTgt spid="87"/>
                                        </p:tgtEl>
                                        <p:attrNameLst>
                                          <p:attrName>style.visibility</p:attrName>
                                        </p:attrNameLst>
                                      </p:cBhvr>
                                      <p:to>
                                        <p:strVal val="visible"/>
                                      </p:to>
                                    </p:set>
                                    <p:animEffect transition="in" filter="fade">
                                      <p:cBhvr>
                                        <p:cTn id="10" dur="500"/>
                                        <p:tgtEl>
                                          <p:spTgt spid="8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279"/>
                                        </p:tgtEl>
                                        <p:attrNameLst>
                                          <p:attrName>style.visibility</p:attrName>
                                        </p:attrNameLst>
                                      </p:cBhvr>
                                      <p:to>
                                        <p:strVal val="visible"/>
                                      </p:to>
                                    </p:set>
                                    <p:animEffect transition="in" filter="wipe(down)">
                                      <p:cBhvr>
                                        <p:cTn id="18" dur="500"/>
                                        <p:tgtEl>
                                          <p:spTgt spid="279"/>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573"/>
                                        </p:tgtEl>
                                        <p:attrNameLst>
                                          <p:attrName>style.visibility</p:attrName>
                                        </p:attrNameLst>
                                      </p:cBhvr>
                                      <p:to>
                                        <p:strVal val="visible"/>
                                      </p:to>
                                    </p:set>
                                    <p:animEffect transition="in" filter="wipe(down)">
                                      <p:cBhvr>
                                        <p:cTn id="21" dur="500"/>
                                        <p:tgtEl>
                                          <p:spTgt spid="57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94"/>
                                        </p:tgtEl>
                                        <p:attrNameLst>
                                          <p:attrName>style.visibility</p:attrName>
                                        </p:attrNameLst>
                                      </p:cBhvr>
                                      <p:to>
                                        <p:strVal val="visible"/>
                                      </p:to>
                                    </p:set>
                                    <p:animEffect transition="in" filter="fade">
                                      <p:cBhvr>
                                        <p:cTn id="26" dur="500"/>
                                        <p:tgtEl>
                                          <p:spTgt spid="9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fade">
                                      <p:cBhvr>
                                        <p:cTn id="29" dur="500"/>
                                        <p:tgtEl>
                                          <p:spTgt spid="75"/>
                                        </p:tgtEl>
                                      </p:cBhvr>
                                    </p:animEffect>
                                  </p:childTnLst>
                                </p:cTn>
                              </p:par>
                              <p:par>
                                <p:cTn id="30" presetID="10" presetClass="entr" presetSubtype="0" fill="hold" nodeType="with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par>
                                <p:cTn id="33" presetID="10" presetClass="entr" presetSubtype="0" fill="hold" nodeType="withEffect">
                                  <p:stCondLst>
                                    <p:cond delay="0"/>
                                  </p:stCondLst>
                                  <p:childTnLst>
                                    <p:set>
                                      <p:cBhvr>
                                        <p:cTn id="34" dur="1" fill="hold">
                                          <p:stCondLst>
                                            <p:cond delay="0"/>
                                          </p:stCondLst>
                                        </p:cTn>
                                        <p:tgtEl>
                                          <p:spTgt spid="348"/>
                                        </p:tgtEl>
                                        <p:attrNameLst>
                                          <p:attrName>style.visibility</p:attrName>
                                        </p:attrNameLst>
                                      </p:cBhvr>
                                      <p:to>
                                        <p:strVal val="visible"/>
                                      </p:to>
                                    </p:set>
                                    <p:animEffect transition="in" filter="fade">
                                      <p:cBhvr>
                                        <p:cTn id="35" dur="500"/>
                                        <p:tgtEl>
                                          <p:spTgt spid="34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51"/>
                                        </p:tgtEl>
                                        <p:attrNameLst>
                                          <p:attrName>style.visibility</p:attrName>
                                        </p:attrNameLst>
                                      </p:cBhvr>
                                      <p:to>
                                        <p:strVal val="visible"/>
                                      </p:to>
                                    </p:set>
                                    <p:animEffect transition="in" filter="wipe(down)">
                                      <p:cBhvr>
                                        <p:cTn id="40" dur="500"/>
                                        <p:tgtEl>
                                          <p:spTgt spid="51"/>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575"/>
                                        </p:tgtEl>
                                        <p:attrNameLst>
                                          <p:attrName>style.visibility</p:attrName>
                                        </p:attrNameLst>
                                      </p:cBhvr>
                                      <p:to>
                                        <p:strVal val="visible"/>
                                      </p:to>
                                    </p:set>
                                    <p:animEffect transition="in" filter="wipe(down)">
                                      <p:cBhvr>
                                        <p:cTn id="43" dur="500"/>
                                        <p:tgtEl>
                                          <p:spTgt spid="57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09"/>
                                        </p:tgtEl>
                                        <p:attrNameLst>
                                          <p:attrName>style.visibility</p:attrName>
                                        </p:attrNameLst>
                                      </p:cBhvr>
                                      <p:to>
                                        <p:strVal val="visible"/>
                                      </p:to>
                                    </p:set>
                                    <p:animEffect transition="in" filter="fade">
                                      <p:cBhvr>
                                        <p:cTn id="48" dur="500"/>
                                        <p:tgtEl>
                                          <p:spTgt spid="10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fade">
                                      <p:cBhvr>
                                        <p:cTn id="51" dur="500"/>
                                        <p:tgtEl>
                                          <p:spTgt spid="91"/>
                                        </p:tgtEl>
                                      </p:cBhvr>
                                    </p:animEffect>
                                  </p:childTnLst>
                                </p:cTn>
                              </p:par>
                              <p:par>
                                <p:cTn id="52" presetID="10" presetClass="entr" presetSubtype="0" fill="hold" nodeType="withEffect">
                                  <p:stCondLst>
                                    <p:cond delay="0"/>
                                  </p:stCondLst>
                                  <p:childTnLst>
                                    <p:set>
                                      <p:cBhvr>
                                        <p:cTn id="53" dur="1" fill="hold">
                                          <p:stCondLst>
                                            <p:cond delay="0"/>
                                          </p:stCondLst>
                                        </p:cTn>
                                        <p:tgtEl>
                                          <p:spTgt spid="362"/>
                                        </p:tgtEl>
                                        <p:attrNameLst>
                                          <p:attrName>style.visibility</p:attrName>
                                        </p:attrNameLst>
                                      </p:cBhvr>
                                      <p:to>
                                        <p:strVal val="visible"/>
                                      </p:to>
                                    </p:set>
                                    <p:animEffect transition="in" filter="fade">
                                      <p:cBhvr>
                                        <p:cTn id="54" dur="500"/>
                                        <p:tgtEl>
                                          <p:spTgt spid="362"/>
                                        </p:tgtEl>
                                      </p:cBhvr>
                                    </p:animEffect>
                                  </p:childTnLst>
                                </p:cTn>
                              </p:par>
                              <p:par>
                                <p:cTn id="55" presetID="10" presetClass="entr" presetSubtype="0" fill="hold" nodeType="withEffect">
                                  <p:stCondLst>
                                    <p:cond delay="0"/>
                                  </p:stCondLst>
                                  <p:childTnLst>
                                    <p:set>
                                      <p:cBhvr>
                                        <p:cTn id="56" dur="1" fill="hold">
                                          <p:stCondLst>
                                            <p:cond delay="0"/>
                                          </p:stCondLst>
                                        </p:cTn>
                                        <p:tgtEl>
                                          <p:spTgt spid="93"/>
                                        </p:tgtEl>
                                        <p:attrNameLst>
                                          <p:attrName>style.visibility</p:attrName>
                                        </p:attrNameLst>
                                      </p:cBhvr>
                                      <p:to>
                                        <p:strVal val="visible"/>
                                      </p:to>
                                    </p:set>
                                    <p:animEffect transition="in" filter="fade">
                                      <p:cBhvr>
                                        <p:cTn id="57" dur="500"/>
                                        <p:tgtEl>
                                          <p:spTgt spid="9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579"/>
                                        </p:tgtEl>
                                        <p:attrNameLst>
                                          <p:attrName>style.visibility</p:attrName>
                                        </p:attrNameLst>
                                      </p:cBhvr>
                                      <p:to>
                                        <p:strVal val="visible"/>
                                      </p:to>
                                    </p:set>
                                    <p:animEffect transition="in" filter="wipe(down)">
                                      <p:cBhvr>
                                        <p:cTn id="62" dur="500"/>
                                        <p:tgtEl>
                                          <p:spTgt spid="579"/>
                                        </p:tgtEl>
                                      </p:cBhvr>
                                    </p:animEffect>
                                  </p:childTnLst>
                                </p:cTn>
                              </p:par>
                              <p:par>
                                <p:cTn id="63" presetID="22" presetClass="entr" presetSubtype="4" fill="hold" grpId="0" nodeType="with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down)">
                                      <p:cBhvr>
                                        <p:cTn id="65" dur="500"/>
                                        <p:tgtEl>
                                          <p:spTgt spid="47"/>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511"/>
                                        </p:tgtEl>
                                        <p:attrNameLst>
                                          <p:attrName>style.visibility</p:attrName>
                                        </p:attrNameLst>
                                      </p:cBhvr>
                                      <p:to>
                                        <p:strVal val="visible"/>
                                      </p:to>
                                    </p:set>
                                    <p:animEffect transition="in" filter="fade">
                                      <p:cBhvr>
                                        <p:cTn id="70" dur="500"/>
                                        <p:tgtEl>
                                          <p:spTgt spid="511"/>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65"/>
                                        </p:tgtEl>
                                        <p:attrNameLst>
                                          <p:attrName>style.visibility</p:attrName>
                                        </p:attrNameLst>
                                      </p:cBhvr>
                                      <p:to>
                                        <p:strVal val="visible"/>
                                      </p:to>
                                    </p:set>
                                    <p:animEffect transition="in" filter="fade">
                                      <p:cBhvr>
                                        <p:cTn id="73" dur="500"/>
                                        <p:tgtEl>
                                          <p:spTgt spid="65"/>
                                        </p:tgtEl>
                                      </p:cBhvr>
                                    </p:animEffect>
                                  </p:childTnLst>
                                </p:cTn>
                              </p:par>
                              <p:par>
                                <p:cTn id="74" presetID="10" presetClass="entr" presetSubtype="0" fill="hold" nodeType="withEffect">
                                  <p:stCondLst>
                                    <p:cond delay="0"/>
                                  </p:stCondLst>
                                  <p:childTnLst>
                                    <p:set>
                                      <p:cBhvr>
                                        <p:cTn id="75" dur="1" fill="hold">
                                          <p:stCondLst>
                                            <p:cond delay="0"/>
                                          </p:stCondLst>
                                        </p:cTn>
                                        <p:tgtEl>
                                          <p:spTgt spid="433"/>
                                        </p:tgtEl>
                                        <p:attrNameLst>
                                          <p:attrName>style.visibility</p:attrName>
                                        </p:attrNameLst>
                                      </p:cBhvr>
                                      <p:to>
                                        <p:strVal val="visible"/>
                                      </p:to>
                                    </p:set>
                                    <p:animEffect transition="in" filter="fade">
                                      <p:cBhvr>
                                        <p:cTn id="76" dur="500"/>
                                        <p:tgtEl>
                                          <p:spTgt spid="433"/>
                                        </p:tgtEl>
                                      </p:cBhvr>
                                    </p:animEffect>
                                  </p:childTnLst>
                                </p:cTn>
                              </p:par>
                              <p:par>
                                <p:cTn id="77" presetID="10" presetClass="entr" presetSubtype="0" fill="hold" nodeType="withEffect">
                                  <p:stCondLst>
                                    <p:cond delay="0"/>
                                  </p:stCondLst>
                                  <p:childTnLst>
                                    <p:set>
                                      <p:cBhvr>
                                        <p:cTn id="78" dur="1" fill="hold">
                                          <p:stCondLst>
                                            <p:cond delay="0"/>
                                          </p:stCondLst>
                                        </p:cTn>
                                        <p:tgtEl>
                                          <p:spTgt spid="565"/>
                                        </p:tgtEl>
                                        <p:attrNameLst>
                                          <p:attrName>style.visibility</p:attrName>
                                        </p:attrNameLst>
                                      </p:cBhvr>
                                      <p:to>
                                        <p:strVal val="visible"/>
                                      </p:to>
                                    </p:set>
                                    <p:animEffect transition="in" filter="fade">
                                      <p:cBhvr>
                                        <p:cTn id="79" dur="500"/>
                                        <p:tgtEl>
                                          <p:spTgt spid="565"/>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577"/>
                                        </p:tgtEl>
                                        <p:attrNameLst>
                                          <p:attrName>style.visibility</p:attrName>
                                        </p:attrNameLst>
                                      </p:cBhvr>
                                      <p:to>
                                        <p:strVal val="visible"/>
                                      </p:to>
                                    </p:set>
                                    <p:animEffect transition="in" filter="wipe(down)">
                                      <p:cBhvr>
                                        <p:cTn id="84" dur="500"/>
                                        <p:tgtEl>
                                          <p:spTgt spid="577"/>
                                        </p:tgtEl>
                                      </p:cBhvr>
                                    </p:animEffect>
                                  </p:childTnLst>
                                </p:cTn>
                              </p:par>
                              <p:par>
                                <p:cTn id="85" presetID="22" presetClass="entr" presetSubtype="4"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animEffect transition="in" filter="wipe(down)">
                                      <p:cBhvr>
                                        <p:cTn id="87" dur="500"/>
                                        <p:tgtEl>
                                          <p:spTgt spid="1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37"/>
                                        </p:tgtEl>
                                        <p:attrNameLst>
                                          <p:attrName>style.visibility</p:attrName>
                                        </p:attrNameLst>
                                      </p:cBhvr>
                                      <p:to>
                                        <p:strVal val="visible"/>
                                      </p:to>
                                    </p:set>
                                    <p:animEffect transition="in" filter="fade">
                                      <p:cBhvr>
                                        <p:cTn id="92" dur="500"/>
                                        <p:tgtEl>
                                          <p:spTgt spid="13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3"/>
                                        </p:tgtEl>
                                        <p:attrNameLst>
                                          <p:attrName>style.visibility</p:attrName>
                                        </p:attrNameLst>
                                      </p:cBhvr>
                                      <p:to>
                                        <p:strVal val="visible"/>
                                      </p:to>
                                    </p:set>
                                    <p:animEffect transition="in" filter="fade">
                                      <p:cBhvr>
                                        <p:cTn id="95" dur="500"/>
                                        <p:tgtEl>
                                          <p:spTgt spid="63"/>
                                        </p:tgtEl>
                                      </p:cBhvr>
                                    </p:animEffect>
                                  </p:childTnLst>
                                </p:cTn>
                              </p:par>
                              <p:par>
                                <p:cTn id="96" presetID="10" presetClass="entr" presetSubtype="0" fill="hold" nodeType="withEffect">
                                  <p:stCondLst>
                                    <p:cond delay="0"/>
                                  </p:stCondLst>
                                  <p:childTnLst>
                                    <p:set>
                                      <p:cBhvr>
                                        <p:cTn id="97" dur="1" fill="hold">
                                          <p:stCondLst>
                                            <p:cond delay="0"/>
                                          </p:stCondLst>
                                        </p:cTn>
                                        <p:tgtEl>
                                          <p:spTgt spid="83"/>
                                        </p:tgtEl>
                                        <p:attrNameLst>
                                          <p:attrName>style.visibility</p:attrName>
                                        </p:attrNameLst>
                                      </p:cBhvr>
                                      <p:to>
                                        <p:strVal val="visible"/>
                                      </p:to>
                                    </p:set>
                                    <p:animEffect transition="in" filter="fade">
                                      <p:cBhvr>
                                        <p:cTn id="98" dur="500"/>
                                        <p:tgtEl>
                                          <p:spTgt spid="83"/>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4" fill="hold" grpId="0" nodeType="clickEffect">
                                  <p:stCondLst>
                                    <p:cond delay="0"/>
                                  </p:stCondLst>
                                  <p:childTnLst>
                                    <p:set>
                                      <p:cBhvr>
                                        <p:cTn id="102" dur="1" fill="hold">
                                          <p:stCondLst>
                                            <p:cond delay="0"/>
                                          </p:stCondLst>
                                        </p:cTn>
                                        <p:tgtEl>
                                          <p:spTgt spid="55"/>
                                        </p:tgtEl>
                                        <p:attrNameLst>
                                          <p:attrName>style.visibility</p:attrName>
                                        </p:attrNameLst>
                                      </p:cBhvr>
                                      <p:to>
                                        <p:strVal val="visible"/>
                                      </p:to>
                                    </p:set>
                                    <p:animEffect transition="in" filter="wipe(down)">
                                      <p:cBhvr>
                                        <p:cTn id="103" dur="500"/>
                                        <p:tgtEl>
                                          <p:spTgt spid="55"/>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583"/>
                                        </p:tgtEl>
                                        <p:attrNameLst>
                                          <p:attrName>style.visibility</p:attrName>
                                        </p:attrNameLst>
                                      </p:cBhvr>
                                      <p:to>
                                        <p:strVal val="visible"/>
                                      </p:to>
                                    </p:set>
                                    <p:animEffect transition="in" filter="wipe(down)">
                                      <p:cBhvr>
                                        <p:cTn id="106" dur="500"/>
                                        <p:tgtEl>
                                          <p:spTgt spid="58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19"/>
                                        </p:tgtEl>
                                        <p:attrNameLst>
                                          <p:attrName>style.visibility</p:attrName>
                                        </p:attrNameLst>
                                      </p:cBhvr>
                                      <p:to>
                                        <p:strVal val="visible"/>
                                      </p:to>
                                    </p:set>
                                    <p:animEffect transition="in" filter="fade">
                                      <p:cBhvr>
                                        <p:cTn id="111" dur="500"/>
                                        <p:tgtEl>
                                          <p:spTgt spid="119"/>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513"/>
                                        </p:tgtEl>
                                        <p:attrNameLst>
                                          <p:attrName>style.visibility</p:attrName>
                                        </p:attrNameLst>
                                      </p:cBhvr>
                                      <p:to>
                                        <p:strVal val="visible"/>
                                      </p:to>
                                    </p:set>
                                    <p:animEffect transition="in" filter="fade">
                                      <p:cBhvr>
                                        <p:cTn id="114" dur="500"/>
                                        <p:tgtEl>
                                          <p:spTgt spid="513"/>
                                        </p:tgtEl>
                                      </p:cBhvr>
                                    </p:animEffect>
                                  </p:childTnLst>
                                </p:cTn>
                              </p:par>
                              <p:par>
                                <p:cTn id="115" presetID="10" presetClass="entr" presetSubtype="0" fill="hold" nodeType="withEffect">
                                  <p:stCondLst>
                                    <p:cond delay="0"/>
                                  </p:stCondLst>
                                  <p:childTnLst>
                                    <p:set>
                                      <p:cBhvr>
                                        <p:cTn id="116" dur="1" fill="hold">
                                          <p:stCondLst>
                                            <p:cond delay="0"/>
                                          </p:stCondLst>
                                        </p:cTn>
                                        <p:tgtEl>
                                          <p:spTgt spid="500"/>
                                        </p:tgtEl>
                                        <p:attrNameLst>
                                          <p:attrName>style.visibility</p:attrName>
                                        </p:attrNameLst>
                                      </p:cBhvr>
                                      <p:to>
                                        <p:strVal val="visible"/>
                                      </p:to>
                                    </p:set>
                                    <p:animEffect transition="in" filter="fade">
                                      <p:cBhvr>
                                        <p:cTn id="117" dur="500"/>
                                        <p:tgtEl>
                                          <p:spTgt spid="50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49"/>
                                        </p:tgtEl>
                                        <p:attrNameLst>
                                          <p:attrName>style.visibility</p:attrName>
                                        </p:attrNameLst>
                                      </p:cBhvr>
                                      <p:to>
                                        <p:strVal val="visible"/>
                                      </p:to>
                                    </p:set>
                                    <p:animEffect transition="in" filter="wipe(down)">
                                      <p:cBhvr>
                                        <p:cTn id="122" dur="500"/>
                                        <p:tgtEl>
                                          <p:spTgt spid="49"/>
                                        </p:tgtEl>
                                      </p:cBhvr>
                                    </p:animEffect>
                                  </p:childTnLst>
                                </p:cTn>
                              </p:par>
                              <p:par>
                                <p:cTn id="123" presetID="22" presetClass="entr" presetSubtype="4" fill="hold" grpId="0" nodeType="withEffect">
                                  <p:stCondLst>
                                    <p:cond delay="0"/>
                                  </p:stCondLst>
                                  <p:childTnLst>
                                    <p:set>
                                      <p:cBhvr>
                                        <p:cTn id="124" dur="1" fill="hold">
                                          <p:stCondLst>
                                            <p:cond delay="0"/>
                                          </p:stCondLst>
                                        </p:cTn>
                                        <p:tgtEl>
                                          <p:spTgt spid="586"/>
                                        </p:tgtEl>
                                        <p:attrNameLst>
                                          <p:attrName>style.visibility</p:attrName>
                                        </p:attrNameLst>
                                      </p:cBhvr>
                                      <p:to>
                                        <p:strVal val="visible"/>
                                      </p:to>
                                    </p:set>
                                    <p:animEffect transition="in" filter="wipe(down)">
                                      <p:cBhvr>
                                        <p:cTn id="125" dur="500"/>
                                        <p:tgtEl>
                                          <p:spTgt spid="586"/>
                                        </p:tgtEl>
                                      </p:cBhvr>
                                    </p:animEffect>
                                  </p:childTnLst>
                                </p:cTn>
                              </p:par>
                            </p:childTnLst>
                          </p:cTn>
                        </p:par>
                      </p:childTnLst>
                    </p:cTn>
                  </p:par>
                  <p:par>
                    <p:cTn id="126" fill="hold">
                      <p:stCondLst>
                        <p:cond delay="indefinite"/>
                      </p:stCondLst>
                      <p:childTnLst>
                        <p:par>
                          <p:cTn id="127" fill="hold">
                            <p:stCondLst>
                              <p:cond delay="0"/>
                            </p:stCondLst>
                            <p:childTnLst>
                              <p:par>
                                <p:cTn id="128" presetID="10" presetClass="entr" presetSubtype="0" fill="hold" nodeType="clickEffect">
                                  <p:stCondLst>
                                    <p:cond delay="0"/>
                                  </p:stCondLst>
                                  <p:childTnLst>
                                    <p:set>
                                      <p:cBhvr>
                                        <p:cTn id="129" dur="1" fill="hold">
                                          <p:stCondLst>
                                            <p:cond delay="0"/>
                                          </p:stCondLst>
                                        </p:cTn>
                                        <p:tgtEl>
                                          <p:spTgt spid="598"/>
                                        </p:tgtEl>
                                        <p:attrNameLst>
                                          <p:attrName>style.visibility</p:attrName>
                                        </p:attrNameLst>
                                      </p:cBhvr>
                                      <p:to>
                                        <p:strVal val="visible"/>
                                      </p:to>
                                    </p:set>
                                    <p:animEffect transition="in" filter="fade">
                                      <p:cBhvr>
                                        <p:cTn id="130" dur="500"/>
                                        <p:tgtEl>
                                          <p:spTgt spid="598"/>
                                        </p:tgtEl>
                                      </p:cBhvr>
                                    </p:animEffect>
                                  </p:childTnLst>
                                </p:cTn>
                              </p:par>
                              <p:par>
                                <p:cTn id="131" presetID="10" presetClass="entr" presetSubtype="0" fill="hold" grpId="0" nodeType="withEffect">
                                  <p:stCondLst>
                                    <p:cond delay="0"/>
                                  </p:stCondLst>
                                  <p:childTnLst>
                                    <p:set>
                                      <p:cBhvr>
                                        <p:cTn id="132" dur="1" fill="hold">
                                          <p:stCondLst>
                                            <p:cond delay="0"/>
                                          </p:stCondLst>
                                        </p:cTn>
                                        <p:tgtEl>
                                          <p:spTgt spid="68"/>
                                        </p:tgtEl>
                                        <p:attrNameLst>
                                          <p:attrName>style.visibility</p:attrName>
                                        </p:attrNameLst>
                                      </p:cBhvr>
                                      <p:to>
                                        <p:strVal val="visible"/>
                                      </p:to>
                                    </p:set>
                                    <p:animEffect transition="in" filter="fade">
                                      <p:cBhvr>
                                        <p:cTn id="133" dur="500"/>
                                        <p:tgtEl>
                                          <p:spTgt spid="68"/>
                                        </p:tgtEl>
                                      </p:cBhvr>
                                    </p:animEffect>
                                  </p:childTnLst>
                                </p:cTn>
                              </p:par>
                              <p:par>
                                <p:cTn id="134" presetID="10" presetClass="entr" presetSubtype="0" fill="hold" nodeType="withEffect">
                                  <p:stCondLst>
                                    <p:cond delay="0"/>
                                  </p:stCondLst>
                                  <p:childTnLst>
                                    <p:set>
                                      <p:cBhvr>
                                        <p:cTn id="135" dur="1" fill="hold">
                                          <p:stCondLst>
                                            <p:cond delay="0"/>
                                          </p:stCondLst>
                                        </p:cTn>
                                        <p:tgtEl>
                                          <p:spTgt spid="549"/>
                                        </p:tgtEl>
                                        <p:attrNameLst>
                                          <p:attrName>style.visibility</p:attrName>
                                        </p:attrNameLst>
                                      </p:cBhvr>
                                      <p:to>
                                        <p:strVal val="visible"/>
                                      </p:to>
                                    </p:set>
                                    <p:animEffect transition="in" filter="fade">
                                      <p:cBhvr>
                                        <p:cTn id="136" dur="500"/>
                                        <p:tgtEl>
                                          <p:spTgt spid="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47" grpId="0" animBg="1"/>
      <p:bldP spid="49" grpId="0" animBg="1"/>
      <p:bldP spid="51" grpId="0" animBg="1"/>
      <p:bldP spid="55" grpId="0" animBg="1"/>
      <p:bldP spid="59" grpId="0" animBg="1"/>
      <p:bldP spid="63" grpId="0" animBg="1"/>
      <p:bldP spid="65" grpId="0" animBg="1"/>
      <p:bldP spid="75" grpId="0" animBg="1"/>
      <p:bldP spid="68" grpId="0" animBg="1"/>
      <p:bldP spid="91" grpId="0" animBg="1"/>
      <p:bldP spid="279" grpId="0" animBg="1"/>
      <p:bldP spid="513" grpId="0" animBg="1"/>
      <p:bldP spid="573" grpId="0"/>
      <p:bldP spid="574" grpId="0"/>
      <p:bldP spid="575" grpId="0"/>
      <p:bldP spid="577" grpId="0"/>
      <p:bldP spid="579" grpId="0"/>
      <p:bldP spid="583" grpId="0"/>
      <p:bldP spid="58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F56A2-68D8-EE31-F562-9CF4F3FD47CB}"/>
            </a:ext>
          </a:extLst>
        </p:cNvPr>
        <p:cNvGrpSpPr/>
        <p:nvPr/>
      </p:nvGrpSpPr>
      <p:grpSpPr>
        <a:xfrm>
          <a:off x="0" y="0"/>
          <a:ext cx="0" cy="0"/>
          <a:chOff x="0" y="0"/>
          <a:chExt cx="0" cy="0"/>
        </a:xfrm>
      </p:grpSpPr>
      <p:pic>
        <p:nvPicPr>
          <p:cNvPr id="41" name="Picture 40">
            <a:extLst>
              <a:ext uri="{FF2B5EF4-FFF2-40B4-BE49-F238E27FC236}">
                <a16:creationId xmlns:a16="http://schemas.microsoft.com/office/drawing/2014/main" id="{8D167B4F-CCCD-6AA7-AB2F-93E6CC51045F}"/>
              </a:ext>
            </a:extLst>
          </p:cNvPr>
          <p:cNvPicPr>
            <a:picLocks noChangeAspect="1"/>
          </p:cNvPicPr>
          <p:nvPr/>
        </p:nvPicPr>
        <p:blipFill>
          <a:blip r:embed="rId2">
            <a:extLst>
              <a:ext uri="{28A0092B-C50C-407E-A947-70E740481C1C}">
                <a14:useLocalDpi xmlns:a14="http://schemas.microsoft.com/office/drawing/2010/main" val="0"/>
              </a:ext>
            </a:extLst>
          </a:blip>
          <a:srcRect l="12772" r="8125"/>
          <a:stretch>
            <a:fillRect/>
          </a:stretch>
        </p:blipFill>
        <p:spPr>
          <a:xfrm>
            <a:off x="483861" y="5300337"/>
            <a:ext cx="11586219" cy="7989288"/>
          </a:xfrm>
          <a:prstGeom prst="rect">
            <a:avLst/>
          </a:prstGeom>
        </p:spPr>
      </p:pic>
      <p:sp>
        <p:nvSpPr>
          <p:cNvPr id="6" name="Title 5">
            <a:extLst>
              <a:ext uri="{FF2B5EF4-FFF2-40B4-BE49-F238E27FC236}">
                <a16:creationId xmlns:a16="http://schemas.microsoft.com/office/drawing/2014/main" id="{FEF988AD-3645-4AC6-5534-670CAEDF69E5}"/>
              </a:ext>
            </a:extLst>
          </p:cNvPr>
          <p:cNvSpPr>
            <a:spLocks noGrp="1"/>
          </p:cNvSpPr>
          <p:nvPr>
            <p:ph type="title"/>
          </p:nvPr>
        </p:nvSpPr>
        <p:spPr>
          <a:xfrm>
            <a:off x="2011680" y="1779764"/>
            <a:ext cx="25656294" cy="2277888"/>
          </a:xfrm>
        </p:spPr>
        <p:txBody>
          <a:bodyPr>
            <a:normAutofit/>
          </a:bodyPr>
          <a:lstStyle/>
          <a:p>
            <a:r>
              <a:rPr lang="en-US" dirty="0"/>
              <a:t>Neural Network: Active during</a:t>
            </a:r>
            <a:r>
              <a:rPr lang="en-US" b="1" dirty="0">
                <a:solidFill>
                  <a:schemeClr val="accent6"/>
                </a:solidFill>
              </a:rPr>
              <a:t> Inference</a:t>
            </a:r>
            <a:endParaRPr lang="en-US" dirty="0"/>
          </a:p>
        </p:txBody>
      </p:sp>
      <p:sp>
        <p:nvSpPr>
          <p:cNvPr id="4" name="Footer Placeholder 3">
            <a:extLst>
              <a:ext uri="{FF2B5EF4-FFF2-40B4-BE49-F238E27FC236}">
                <a16:creationId xmlns:a16="http://schemas.microsoft.com/office/drawing/2014/main" id="{213575F8-6A14-ADD5-1AF4-47E8252CE903}"/>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40A2F928-339F-8D40-7790-2E615E3BA01F}"/>
              </a:ext>
            </a:extLst>
          </p:cNvPr>
          <p:cNvSpPr>
            <a:spLocks noGrp="1"/>
          </p:cNvSpPr>
          <p:nvPr>
            <p:ph type="sldNum" sz="quarter" idx="12"/>
          </p:nvPr>
        </p:nvSpPr>
        <p:spPr/>
        <p:txBody>
          <a:bodyPr/>
          <a:lstStyle/>
          <a:p>
            <a:fld id="{455CB61F-784F-47BE-8E88-4D7DF3343F95}" type="slidenum">
              <a:rPr lang="en-US" smtClean="0"/>
              <a:pPr/>
              <a:t>14</a:t>
            </a:fld>
            <a:endParaRPr lang="en-US" dirty="0"/>
          </a:p>
        </p:txBody>
      </p:sp>
      <p:sp>
        <p:nvSpPr>
          <p:cNvPr id="47" name="Callout: Bent Line 46">
            <a:extLst>
              <a:ext uri="{FF2B5EF4-FFF2-40B4-BE49-F238E27FC236}">
                <a16:creationId xmlns:a16="http://schemas.microsoft.com/office/drawing/2014/main" id="{14F82999-AD55-99B1-C410-9533DE74368D}"/>
              </a:ext>
            </a:extLst>
          </p:cNvPr>
          <p:cNvSpPr/>
          <p:nvPr/>
        </p:nvSpPr>
        <p:spPr>
          <a:xfrm>
            <a:off x="12070080" y="7887077"/>
            <a:ext cx="4314268" cy="1069117"/>
          </a:xfrm>
          <a:prstGeom prst="borderCallout2">
            <a:avLst>
              <a:gd name="adj1" fmla="val 59075"/>
              <a:gd name="adj2" fmla="val -518"/>
              <a:gd name="adj3" fmla="val 12502"/>
              <a:gd name="adj4" fmla="val -11014"/>
              <a:gd name="adj5" fmla="val 14971"/>
              <a:gd name="adj6" fmla="val -105343"/>
            </a:avLst>
          </a:prstGeom>
          <a:solidFill>
            <a:schemeClr val="bg1"/>
          </a:solidFill>
          <a:ln w="57150">
            <a:solidFill>
              <a:srgbClr val="5774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Task Delegation</a:t>
            </a:r>
          </a:p>
        </p:txBody>
      </p:sp>
      <p:sp>
        <p:nvSpPr>
          <p:cNvPr id="49" name="Callout: Double Bent Line 48">
            <a:extLst>
              <a:ext uri="{FF2B5EF4-FFF2-40B4-BE49-F238E27FC236}">
                <a16:creationId xmlns:a16="http://schemas.microsoft.com/office/drawing/2014/main" id="{D920A7F7-77FA-0489-4795-731527CDF681}"/>
              </a:ext>
            </a:extLst>
          </p:cNvPr>
          <p:cNvSpPr/>
          <p:nvPr/>
        </p:nvSpPr>
        <p:spPr>
          <a:xfrm>
            <a:off x="12070080" y="4420325"/>
            <a:ext cx="4314268" cy="1224652"/>
          </a:xfrm>
          <a:prstGeom prst="borderCallout3">
            <a:avLst>
              <a:gd name="adj1" fmla="val 29"/>
              <a:gd name="adj2" fmla="val -683"/>
              <a:gd name="adj3" fmla="val 1888"/>
              <a:gd name="adj4" fmla="val -183155"/>
              <a:gd name="adj5" fmla="val 28252"/>
              <a:gd name="adj6" fmla="val -196984"/>
              <a:gd name="adj7" fmla="val 121218"/>
              <a:gd name="adj8" fmla="val -197180"/>
            </a:avLst>
          </a:prstGeom>
          <a:solidFill>
            <a:schemeClr val="bg1"/>
          </a:solidFill>
          <a:ln w="57150">
            <a:solidFill>
              <a:srgbClr val="96B43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Multi-step Thinking</a:t>
            </a:r>
          </a:p>
        </p:txBody>
      </p:sp>
      <p:sp>
        <p:nvSpPr>
          <p:cNvPr id="55" name="Callout: Double Bent Line 54">
            <a:extLst>
              <a:ext uri="{FF2B5EF4-FFF2-40B4-BE49-F238E27FC236}">
                <a16:creationId xmlns:a16="http://schemas.microsoft.com/office/drawing/2014/main" id="{B7FDF8D3-F566-0A94-507A-879ED8220B84}"/>
              </a:ext>
            </a:extLst>
          </p:cNvPr>
          <p:cNvSpPr/>
          <p:nvPr/>
        </p:nvSpPr>
        <p:spPr>
          <a:xfrm>
            <a:off x="12070080" y="6137346"/>
            <a:ext cx="4314268" cy="1224652"/>
          </a:xfrm>
          <a:prstGeom prst="borderCallout3">
            <a:avLst>
              <a:gd name="adj1" fmla="val 29"/>
              <a:gd name="adj2" fmla="val -683"/>
              <a:gd name="adj3" fmla="val -96111"/>
              <a:gd name="adj4" fmla="val -38325"/>
              <a:gd name="adj5" fmla="val -100339"/>
              <a:gd name="adj6" fmla="val -122361"/>
              <a:gd name="adj7" fmla="val -62856"/>
              <a:gd name="adj8" fmla="val -122115"/>
            </a:avLst>
          </a:prstGeom>
          <a:solidFill>
            <a:schemeClr val="bg1"/>
          </a:solidFill>
          <a:ln w="57150">
            <a:solidFill>
              <a:srgbClr val="E76B8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Output Generation</a:t>
            </a:r>
          </a:p>
        </p:txBody>
      </p:sp>
      <p:pic>
        <p:nvPicPr>
          <p:cNvPr id="39" name="Picture 38">
            <a:extLst>
              <a:ext uri="{FF2B5EF4-FFF2-40B4-BE49-F238E27FC236}">
                <a16:creationId xmlns:a16="http://schemas.microsoft.com/office/drawing/2014/main" id="{D6B46ACA-90AB-5E23-D2B9-601A3615FE5D}"/>
              </a:ext>
            </a:extLst>
          </p:cNvPr>
          <p:cNvPicPr>
            <a:picLocks noChangeAspect="1"/>
          </p:cNvPicPr>
          <p:nvPr/>
        </p:nvPicPr>
        <p:blipFill>
          <a:blip r:embed="rId3">
            <a:duotone>
              <a:prstClr val="black"/>
              <a:srgbClr val="E76B8E">
                <a:tint val="45000"/>
                <a:satMod val="400000"/>
              </a:srgbClr>
            </a:duotone>
            <a:extLst>
              <a:ext uri="{BEBA8EAE-BF5A-486C-A8C5-ECC9F3942E4B}">
                <a14:imgProps xmlns:a14="http://schemas.microsoft.com/office/drawing/2010/main">
                  <a14:imgLayer r:embed="rId4">
                    <a14:imgEffect>
                      <a14:brightnessContrast bright="20000" contrast="40000"/>
                    </a14:imgEffect>
                  </a14:imgLayer>
                </a14:imgProps>
              </a:ext>
            </a:extLst>
          </a:blip>
          <a:srcRect l="36713" r="36123" b="68048"/>
          <a:stretch>
            <a:fillRect/>
          </a:stretch>
        </p:blipFill>
        <p:spPr>
          <a:xfrm rot="16200000">
            <a:off x="19120843" y="5079176"/>
            <a:ext cx="1303393" cy="1391699"/>
          </a:xfrm>
          <a:prstGeom prst="rect">
            <a:avLst/>
          </a:prstGeom>
        </p:spPr>
      </p:pic>
      <p:sp>
        <p:nvSpPr>
          <p:cNvPr id="45" name="TextBox 44">
            <a:extLst>
              <a:ext uri="{FF2B5EF4-FFF2-40B4-BE49-F238E27FC236}">
                <a16:creationId xmlns:a16="http://schemas.microsoft.com/office/drawing/2014/main" id="{0624A3D4-8AE6-43F3-A19B-9871BC7533DE}"/>
              </a:ext>
            </a:extLst>
          </p:cNvPr>
          <p:cNvSpPr txBox="1"/>
          <p:nvPr/>
        </p:nvSpPr>
        <p:spPr>
          <a:xfrm>
            <a:off x="18708025" y="6448384"/>
            <a:ext cx="2089688" cy="646331"/>
          </a:xfrm>
          <a:prstGeom prst="rect">
            <a:avLst/>
          </a:prstGeom>
          <a:noFill/>
          <a:ln w="38100">
            <a:solidFill>
              <a:srgbClr val="E76B8E"/>
            </a:solidFill>
            <a:prstDash val="solid"/>
          </a:ln>
        </p:spPr>
        <p:txBody>
          <a:bodyPr wrap="square" lIns="0" anchor="ctr" anchorCtr="0">
            <a:spAutoFit/>
          </a:bodyPr>
          <a:lstStyle/>
          <a:p>
            <a:pPr marL="0" lvl="1" algn="ctr"/>
            <a:r>
              <a:rPr lang="en-US" sz="3600" i="1" dirty="0"/>
              <a:t>Response</a:t>
            </a:r>
          </a:p>
        </p:txBody>
      </p:sp>
      <p:sp>
        <p:nvSpPr>
          <p:cNvPr id="66" name="TextBox 65">
            <a:extLst>
              <a:ext uri="{FF2B5EF4-FFF2-40B4-BE49-F238E27FC236}">
                <a16:creationId xmlns:a16="http://schemas.microsoft.com/office/drawing/2014/main" id="{6333DA8A-9F1C-49D6-9D93-BEED505DB9F9}"/>
              </a:ext>
            </a:extLst>
          </p:cNvPr>
          <p:cNvSpPr txBox="1"/>
          <p:nvPr/>
        </p:nvSpPr>
        <p:spPr>
          <a:xfrm>
            <a:off x="26805160" y="10343633"/>
            <a:ext cx="1590458" cy="1200329"/>
          </a:xfrm>
          <a:prstGeom prst="rect">
            <a:avLst/>
          </a:prstGeom>
          <a:noFill/>
          <a:ln w="38100">
            <a:solidFill>
              <a:srgbClr val="96B436"/>
            </a:solidFill>
            <a:prstDash val="solid"/>
          </a:ln>
        </p:spPr>
        <p:txBody>
          <a:bodyPr wrap="square" lIns="0" anchor="ctr" anchorCtr="0">
            <a:spAutoFit/>
          </a:bodyPr>
          <a:lstStyle/>
          <a:p>
            <a:pPr marL="0" lvl="1" algn="ctr"/>
            <a:r>
              <a:rPr lang="en-US" sz="3600" i="1" dirty="0"/>
              <a:t>Effort</a:t>
            </a:r>
          </a:p>
          <a:p>
            <a:pPr marL="0" lvl="1" algn="ctr"/>
            <a:r>
              <a:rPr lang="en-US" sz="3600" i="1" dirty="0"/>
              <a:t>Level</a:t>
            </a:r>
          </a:p>
        </p:txBody>
      </p:sp>
      <p:sp>
        <p:nvSpPr>
          <p:cNvPr id="76" name="TextBox 75">
            <a:extLst>
              <a:ext uri="{FF2B5EF4-FFF2-40B4-BE49-F238E27FC236}">
                <a16:creationId xmlns:a16="http://schemas.microsoft.com/office/drawing/2014/main" id="{2C18EA48-D12C-A65A-2457-0CE3AA3165BB}"/>
              </a:ext>
            </a:extLst>
          </p:cNvPr>
          <p:cNvSpPr txBox="1"/>
          <p:nvPr/>
        </p:nvSpPr>
        <p:spPr>
          <a:xfrm>
            <a:off x="20740285" y="10343632"/>
            <a:ext cx="1425186" cy="1200329"/>
          </a:xfrm>
          <a:prstGeom prst="rect">
            <a:avLst/>
          </a:prstGeom>
          <a:noFill/>
          <a:ln w="38100">
            <a:solidFill>
              <a:srgbClr val="9D7655"/>
            </a:solidFill>
            <a:prstDash val="solid"/>
          </a:ln>
        </p:spPr>
        <p:txBody>
          <a:bodyPr wrap="square" lIns="0" anchor="ctr" anchorCtr="0">
            <a:spAutoFit/>
          </a:bodyPr>
          <a:lstStyle/>
          <a:p>
            <a:pPr marL="0" lvl="1" algn="ctr"/>
            <a:r>
              <a:rPr lang="en-US" sz="3600" i="1" dirty="0"/>
              <a:t>APIs </a:t>
            </a:r>
          </a:p>
          <a:p>
            <a:pPr marL="0" lvl="1" algn="ctr"/>
            <a:r>
              <a:rPr lang="en-US" sz="3600" i="1" dirty="0"/>
              <a:t>MCPs</a:t>
            </a:r>
          </a:p>
        </p:txBody>
      </p:sp>
      <p:pic>
        <p:nvPicPr>
          <p:cNvPr id="80" name="Picture 79">
            <a:extLst>
              <a:ext uri="{FF2B5EF4-FFF2-40B4-BE49-F238E27FC236}">
                <a16:creationId xmlns:a16="http://schemas.microsoft.com/office/drawing/2014/main" id="{CCA42B8A-514E-73FF-B112-27BB57E49C92}"/>
              </a:ext>
            </a:extLst>
          </p:cNvPr>
          <p:cNvPicPr>
            <a:picLocks noChangeAspect="1"/>
          </p:cNvPicPr>
          <p:nvPr/>
        </p:nvPicPr>
        <p:blipFill>
          <a:blip r:embed="rId5">
            <a:duotone>
              <a:prstClr val="black"/>
              <a:srgbClr val="9D7655">
                <a:tint val="45000"/>
                <a:satMod val="400000"/>
              </a:srgbClr>
            </a:duotone>
          </a:blip>
          <a:srcRect l="23715" t="42413" r="68635" b="41131"/>
          <a:stretch>
            <a:fillRect/>
          </a:stretch>
        </p:blipFill>
        <p:spPr>
          <a:xfrm flipH="1">
            <a:off x="21014108" y="8963981"/>
            <a:ext cx="1045923" cy="1227257"/>
          </a:xfrm>
          <a:prstGeom prst="rect">
            <a:avLst/>
          </a:prstGeom>
        </p:spPr>
      </p:pic>
      <p:pic>
        <p:nvPicPr>
          <p:cNvPr id="89" name="Picture 88">
            <a:extLst>
              <a:ext uri="{FF2B5EF4-FFF2-40B4-BE49-F238E27FC236}">
                <a16:creationId xmlns:a16="http://schemas.microsoft.com/office/drawing/2014/main" id="{DBBF9766-4F35-38B9-A594-0E5489C53233}"/>
              </a:ext>
            </a:extLst>
          </p:cNvPr>
          <p:cNvPicPr>
            <a:picLocks noChangeAspect="1"/>
          </p:cNvPicPr>
          <p:nvPr/>
        </p:nvPicPr>
        <p:blipFill>
          <a:blip r:embed="rId6">
            <a:duotone>
              <a:prstClr val="black"/>
              <a:srgbClr val="389A91">
                <a:tint val="45000"/>
                <a:satMod val="400000"/>
              </a:srgbClr>
            </a:duotone>
            <a:extLst>
              <a:ext uri="{BEBA8EAE-BF5A-486C-A8C5-ECC9F3942E4B}">
                <a14:imgProps xmlns:a14="http://schemas.microsoft.com/office/drawing/2010/main">
                  <a14:imgLayer r:embed="rId7">
                    <a14:imgEffect>
                      <a14:colorTemperature colorTemp="4700"/>
                    </a14:imgEffect>
                    <a14:imgEffect>
                      <a14:brightnessContrast contrast="-20000"/>
                    </a14:imgEffect>
                  </a14:imgLayer>
                </a14:imgProps>
              </a:ext>
            </a:extLst>
          </a:blip>
          <a:srcRect l="63509" t="6215" r="26192" b="72389"/>
          <a:stretch>
            <a:fillRect/>
          </a:stretch>
        </p:blipFill>
        <p:spPr>
          <a:xfrm rot="14475695">
            <a:off x="25457821" y="4487939"/>
            <a:ext cx="1535286" cy="1739848"/>
          </a:xfrm>
          <a:prstGeom prst="rect">
            <a:avLst/>
          </a:prstGeom>
        </p:spPr>
      </p:pic>
      <p:sp>
        <p:nvSpPr>
          <p:cNvPr id="90" name="TextBox 89">
            <a:extLst>
              <a:ext uri="{FF2B5EF4-FFF2-40B4-BE49-F238E27FC236}">
                <a16:creationId xmlns:a16="http://schemas.microsoft.com/office/drawing/2014/main" id="{745B37EC-BC53-1F6F-3718-72B756914892}"/>
              </a:ext>
            </a:extLst>
          </p:cNvPr>
          <p:cNvSpPr txBox="1"/>
          <p:nvPr/>
        </p:nvSpPr>
        <p:spPr>
          <a:xfrm>
            <a:off x="24948164" y="6124185"/>
            <a:ext cx="2554603" cy="1200329"/>
          </a:xfrm>
          <a:prstGeom prst="rect">
            <a:avLst/>
          </a:prstGeom>
          <a:noFill/>
          <a:ln w="38100">
            <a:solidFill>
              <a:srgbClr val="389A91"/>
            </a:solidFill>
            <a:prstDash val="solid"/>
          </a:ln>
        </p:spPr>
        <p:txBody>
          <a:bodyPr wrap="square" lIns="0" anchor="ctr" anchorCtr="0">
            <a:spAutoFit/>
          </a:bodyPr>
          <a:lstStyle/>
          <a:p>
            <a:pPr marL="0" lvl="1" algn="ctr"/>
            <a:r>
              <a:rPr lang="en-US" sz="3600" i="1" dirty="0"/>
              <a:t>Sandbox</a:t>
            </a:r>
          </a:p>
          <a:p>
            <a:pPr marL="0" lvl="1" algn="ctr"/>
            <a:r>
              <a:rPr lang="en-US" sz="3600" i="1" dirty="0"/>
              <a:t>Scratchpad</a:t>
            </a:r>
          </a:p>
        </p:txBody>
      </p:sp>
      <p:sp>
        <p:nvSpPr>
          <p:cNvPr id="97" name="Callout: Bent Line 96">
            <a:extLst>
              <a:ext uri="{FF2B5EF4-FFF2-40B4-BE49-F238E27FC236}">
                <a16:creationId xmlns:a16="http://schemas.microsoft.com/office/drawing/2014/main" id="{1F68F629-E43D-1BE9-6FEA-FD8902EFE757}"/>
              </a:ext>
            </a:extLst>
          </p:cNvPr>
          <p:cNvSpPr/>
          <p:nvPr/>
        </p:nvSpPr>
        <p:spPr>
          <a:xfrm>
            <a:off x="12070080" y="9662254"/>
            <a:ext cx="4314268" cy="1227257"/>
          </a:xfrm>
          <a:prstGeom prst="borderCallout2">
            <a:avLst>
              <a:gd name="adj1" fmla="val 48475"/>
              <a:gd name="adj2" fmla="val 704"/>
              <a:gd name="adj3" fmla="val 193310"/>
              <a:gd name="adj4" fmla="val -21689"/>
              <a:gd name="adj5" fmla="val 270374"/>
              <a:gd name="adj6" fmla="val -79399"/>
            </a:avLst>
          </a:prstGeom>
          <a:solidFill>
            <a:schemeClr val="bg1"/>
          </a:solidFill>
          <a:ln w="57150">
            <a:solidFill>
              <a:srgbClr val="9D76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Peripheral Control</a:t>
            </a:r>
          </a:p>
        </p:txBody>
      </p:sp>
      <p:sp>
        <p:nvSpPr>
          <p:cNvPr id="103" name="TextBox 102">
            <a:extLst>
              <a:ext uri="{FF2B5EF4-FFF2-40B4-BE49-F238E27FC236}">
                <a16:creationId xmlns:a16="http://schemas.microsoft.com/office/drawing/2014/main" id="{8C788830-DA05-8D4A-7574-A49BB74EB0F5}"/>
              </a:ext>
            </a:extLst>
          </p:cNvPr>
          <p:cNvSpPr txBox="1"/>
          <p:nvPr/>
        </p:nvSpPr>
        <p:spPr>
          <a:xfrm>
            <a:off x="24809619" y="12345399"/>
            <a:ext cx="1737996" cy="1200329"/>
          </a:xfrm>
          <a:prstGeom prst="rect">
            <a:avLst/>
          </a:prstGeom>
          <a:noFill/>
          <a:ln w="38100">
            <a:solidFill>
              <a:srgbClr val="C25694"/>
            </a:solidFill>
            <a:prstDash val="solid"/>
          </a:ln>
        </p:spPr>
        <p:txBody>
          <a:bodyPr wrap="square" lIns="0" anchor="ctr" anchorCtr="0">
            <a:spAutoFit/>
          </a:bodyPr>
          <a:lstStyle/>
          <a:p>
            <a:pPr marL="0" lvl="1" algn="ctr"/>
            <a:r>
              <a:rPr lang="en-US" sz="3600" i="1" dirty="0"/>
              <a:t>System Prompt</a:t>
            </a:r>
          </a:p>
        </p:txBody>
      </p:sp>
      <p:pic>
        <p:nvPicPr>
          <p:cNvPr id="105" name="Picture 104">
            <a:extLst>
              <a:ext uri="{FF2B5EF4-FFF2-40B4-BE49-F238E27FC236}">
                <a16:creationId xmlns:a16="http://schemas.microsoft.com/office/drawing/2014/main" id="{EFC1D0A4-E176-736E-4E8F-84A56DAF0E2B}"/>
              </a:ext>
            </a:extLst>
          </p:cNvPr>
          <p:cNvPicPr>
            <a:picLocks noChangeAspect="1"/>
          </p:cNvPicPr>
          <p:nvPr/>
        </p:nvPicPr>
        <p:blipFill>
          <a:blip r:embed="rId8">
            <a:duotone>
              <a:prstClr val="black"/>
              <a:srgbClr val="DC9EC3">
                <a:tint val="45000"/>
                <a:satMod val="400000"/>
              </a:srgbClr>
            </a:duotone>
            <a:extLst>
              <a:ext uri="{BEBA8EAE-BF5A-486C-A8C5-ECC9F3942E4B}">
                <a14:imgProps xmlns:a14="http://schemas.microsoft.com/office/drawing/2010/main">
                  <a14:imgLayer r:embed="rId4">
                    <a14:imgEffect>
                      <a14:brightnessContrast contrast="40000"/>
                    </a14:imgEffect>
                  </a14:imgLayer>
                </a14:imgProps>
              </a:ext>
            </a:extLst>
          </a:blip>
          <a:srcRect l="36713" r="36123" b="68048"/>
          <a:stretch>
            <a:fillRect/>
          </a:stretch>
        </p:blipFill>
        <p:spPr>
          <a:xfrm>
            <a:off x="25067382" y="10904884"/>
            <a:ext cx="1303393" cy="1391699"/>
          </a:xfrm>
          <a:prstGeom prst="rect">
            <a:avLst/>
          </a:prstGeom>
        </p:spPr>
      </p:pic>
      <p:pic>
        <p:nvPicPr>
          <p:cNvPr id="108" name="Picture 107">
            <a:extLst>
              <a:ext uri="{FF2B5EF4-FFF2-40B4-BE49-F238E27FC236}">
                <a16:creationId xmlns:a16="http://schemas.microsoft.com/office/drawing/2014/main" id="{E6E1E219-C636-B176-14EE-A01468F8E3F9}"/>
              </a:ext>
            </a:extLst>
          </p:cNvPr>
          <p:cNvPicPr>
            <a:picLocks noChangeAspect="1"/>
          </p:cNvPicPr>
          <p:nvPr/>
        </p:nvPicPr>
        <p:blipFill>
          <a:blip r:embed="rId9"/>
          <a:srcRect l="36713" r="36123" b="68048"/>
          <a:stretch>
            <a:fillRect/>
          </a:stretch>
        </p:blipFill>
        <p:spPr>
          <a:xfrm>
            <a:off x="22734956" y="10861913"/>
            <a:ext cx="1303393" cy="1391699"/>
          </a:xfrm>
          <a:prstGeom prst="rect">
            <a:avLst/>
          </a:prstGeom>
        </p:spPr>
      </p:pic>
      <p:sp>
        <p:nvSpPr>
          <p:cNvPr id="110" name="TextBox 109">
            <a:extLst>
              <a:ext uri="{FF2B5EF4-FFF2-40B4-BE49-F238E27FC236}">
                <a16:creationId xmlns:a16="http://schemas.microsoft.com/office/drawing/2014/main" id="{5256990B-969A-7450-1544-FDCBBD94D815}"/>
              </a:ext>
            </a:extLst>
          </p:cNvPr>
          <p:cNvSpPr txBox="1"/>
          <p:nvPr/>
        </p:nvSpPr>
        <p:spPr>
          <a:xfrm>
            <a:off x="22404304" y="12290790"/>
            <a:ext cx="1737996" cy="1200329"/>
          </a:xfrm>
          <a:prstGeom prst="rect">
            <a:avLst/>
          </a:prstGeom>
          <a:noFill/>
          <a:ln w="38100">
            <a:solidFill>
              <a:srgbClr val="EC5D4A"/>
            </a:solidFill>
            <a:prstDash val="solid"/>
          </a:ln>
        </p:spPr>
        <p:txBody>
          <a:bodyPr wrap="square" lIns="0" anchor="ctr" anchorCtr="0">
            <a:spAutoFit/>
          </a:bodyPr>
          <a:lstStyle/>
          <a:p>
            <a:pPr marL="0" lvl="1" algn="ctr"/>
            <a:r>
              <a:rPr lang="en-US" sz="3600" i="1" dirty="0"/>
              <a:t>Session Context</a:t>
            </a:r>
          </a:p>
        </p:txBody>
      </p:sp>
      <p:cxnSp>
        <p:nvCxnSpPr>
          <p:cNvPr id="112" name="Connector: Elbow 111">
            <a:extLst>
              <a:ext uri="{FF2B5EF4-FFF2-40B4-BE49-F238E27FC236}">
                <a16:creationId xmlns:a16="http://schemas.microsoft.com/office/drawing/2014/main" id="{89C45154-1E5D-C68F-3DAB-98063438F092}"/>
              </a:ext>
            </a:extLst>
          </p:cNvPr>
          <p:cNvCxnSpPr>
            <a:cxnSpLocks/>
            <a:stCxn id="126" idx="0"/>
            <a:endCxn id="110" idx="1"/>
          </p:cNvCxnSpPr>
          <p:nvPr/>
        </p:nvCxnSpPr>
        <p:spPr>
          <a:xfrm>
            <a:off x="16384348" y="11848749"/>
            <a:ext cx="6019956" cy="1042206"/>
          </a:xfrm>
          <a:prstGeom prst="bentConnector3">
            <a:avLst>
              <a:gd name="adj1" fmla="val 10790"/>
            </a:avLst>
          </a:prstGeom>
          <a:ln w="38100">
            <a:solidFill>
              <a:srgbClr val="EC5D4A"/>
            </a:solidFill>
            <a:prstDash val="lgDashDot"/>
          </a:ln>
        </p:spPr>
        <p:style>
          <a:lnRef idx="2">
            <a:schemeClr val="accent1"/>
          </a:lnRef>
          <a:fillRef idx="0">
            <a:schemeClr val="accent1"/>
          </a:fillRef>
          <a:effectRef idx="1">
            <a:schemeClr val="accent1"/>
          </a:effectRef>
          <a:fontRef idx="minor">
            <a:schemeClr val="tx1"/>
          </a:fontRef>
        </p:style>
      </p:cxnSp>
      <p:cxnSp>
        <p:nvCxnSpPr>
          <p:cNvPr id="116" name="Connector: Elbow 115">
            <a:extLst>
              <a:ext uri="{FF2B5EF4-FFF2-40B4-BE49-F238E27FC236}">
                <a16:creationId xmlns:a16="http://schemas.microsoft.com/office/drawing/2014/main" id="{97ACE50B-C1C3-67D1-48BA-7CB538BB94E9}"/>
              </a:ext>
            </a:extLst>
          </p:cNvPr>
          <p:cNvCxnSpPr>
            <a:cxnSpLocks/>
            <a:endCxn id="103" idx="2"/>
          </p:cNvCxnSpPr>
          <p:nvPr/>
        </p:nvCxnSpPr>
        <p:spPr>
          <a:xfrm>
            <a:off x="16384348" y="13397945"/>
            <a:ext cx="9294269" cy="147783"/>
          </a:xfrm>
          <a:prstGeom prst="bentConnector4">
            <a:avLst>
              <a:gd name="adj1" fmla="val 23"/>
              <a:gd name="adj2" fmla="val 412970"/>
            </a:avLst>
          </a:prstGeom>
          <a:ln w="38100">
            <a:solidFill>
              <a:srgbClr val="C25694"/>
            </a:solidFill>
            <a:prstDash val="lgDashDot"/>
          </a:ln>
        </p:spPr>
        <p:style>
          <a:lnRef idx="2">
            <a:schemeClr val="accent1"/>
          </a:lnRef>
          <a:fillRef idx="0">
            <a:schemeClr val="accent1"/>
          </a:fillRef>
          <a:effectRef idx="1">
            <a:schemeClr val="accent1"/>
          </a:effectRef>
          <a:fontRef idx="minor">
            <a:schemeClr val="tx1"/>
          </a:fontRef>
        </p:style>
      </p:cxnSp>
      <p:sp>
        <p:nvSpPr>
          <p:cNvPr id="126" name="Callout: Double Bent Line 125">
            <a:extLst>
              <a:ext uri="{FF2B5EF4-FFF2-40B4-BE49-F238E27FC236}">
                <a16:creationId xmlns:a16="http://schemas.microsoft.com/office/drawing/2014/main" id="{59037BC2-5074-5E25-B676-2EA3BD2B3D94}"/>
              </a:ext>
            </a:extLst>
          </p:cNvPr>
          <p:cNvSpPr/>
          <p:nvPr/>
        </p:nvSpPr>
        <p:spPr>
          <a:xfrm>
            <a:off x="12070080" y="11322860"/>
            <a:ext cx="4314268" cy="1051777"/>
          </a:xfrm>
          <a:prstGeom prst="borderCallout3">
            <a:avLst>
              <a:gd name="adj1" fmla="val 93764"/>
              <a:gd name="adj2" fmla="val 494"/>
              <a:gd name="adj3" fmla="val 192657"/>
              <a:gd name="adj4" fmla="val -18228"/>
              <a:gd name="adj5" fmla="val 199151"/>
              <a:gd name="adj6" fmla="val -136263"/>
              <a:gd name="adj7" fmla="val 861"/>
              <a:gd name="adj8" fmla="val -136795"/>
            </a:avLst>
          </a:prstGeom>
          <a:solidFill>
            <a:schemeClr val="bg1"/>
          </a:solidFill>
          <a:ln w="57150">
            <a:solidFill>
              <a:srgbClr val="EC5D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defRPr/>
            </a:pPr>
            <a:r>
              <a:rPr lang="en-US" sz="4000" b="1" dirty="0">
                <a:solidFill>
                  <a:prstClr val="black"/>
                </a:solidFill>
              </a:rPr>
              <a:t>Context Retrieval</a:t>
            </a:r>
          </a:p>
        </p:txBody>
      </p:sp>
      <p:grpSp>
        <p:nvGrpSpPr>
          <p:cNvPr id="140" name="Group 139">
            <a:extLst>
              <a:ext uri="{FF2B5EF4-FFF2-40B4-BE49-F238E27FC236}">
                <a16:creationId xmlns:a16="http://schemas.microsoft.com/office/drawing/2014/main" id="{87D4883C-5DCD-640B-747A-61121A7D58DC}"/>
              </a:ext>
            </a:extLst>
          </p:cNvPr>
          <p:cNvGrpSpPr/>
          <p:nvPr/>
        </p:nvGrpSpPr>
        <p:grpSpPr>
          <a:xfrm>
            <a:off x="23049536" y="8297186"/>
            <a:ext cx="2964293" cy="2674373"/>
            <a:chOff x="23179058" y="7376536"/>
            <a:chExt cx="3713948" cy="3350710"/>
          </a:xfrm>
        </p:grpSpPr>
        <p:pic>
          <p:nvPicPr>
            <p:cNvPr id="142" name="Picture 141">
              <a:extLst>
                <a:ext uri="{FF2B5EF4-FFF2-40B4-BE49-F238E27FC236}">
                  <a16:creationId xmlns:a16="http://schemas.microsoft.com/office/drawing/2014/main" id="{5325B24A-2B4A-515F-EC8D-708110DE75C4}"/>
                </a:ext>
              </a:extLst>
            </p:cNvPr>
            <p:cNvPicPr>
              <a:picLocks noChangeAspect="1"/>
            </p:cNvPicPr>
            <p:nvPr/>
          </p:nvPicPr>
          <p:blipFill>
            <a:blip r:embed="rId10">
              <a:extLst>
                <a:ext uri="{28A0092B-C50C-407E-A947-70E740481C1C}">
                  <a14:useLocalDpi xmlns:a14="http://schemas.microsoft.com/office/drawing/2010/main" val="0"/>
                </a:ext>
              </a:extLst>
            </a:blip>
            <a:srcRect l="36713" t="36590" r="36123" b="18480"/>
            <a:stretch>
              <a:fillRect/>
            </a:stretch>
          </p:blipFill>
          <p:spPr>
            <a:xfrm>
              <a:off x="23179058" y="7376536"/>
              <a:ext cx="3713948" cy="3350710"/>
            </a:xfrm>
            <a:prstGeom prst="rect">
              <a:avLst/>
            </a:prstGeom>
          </p:spPr>
        </p:pic>
        <p:sp>
          <p:nvSpPr>
            <p:cNvPr id="143" name="TextBox 142">
              <a:extLst>
                <a:ext uri="{FF2B5EF4-FFF2-40B4-BE49-F238E27FC236}">
                  <a16:creationId xmlns:a16="http://schemas.microsoft.com/office/drawing/2014/main" id="{348B6FB4-46A3-BCA1-64FE-44765175ABA5}"/>
                </a:ext>
              </a:extLst>
            </p:cNvPr>
            <p:cNvSpPr txBox="1"/>
            <p:nvPr/>
          </p:nvSpPr>
          <p:spPr>
            <a:xfrm>
              <a:off x="24096543" y="9076607"/>
              <a:ext cx="1977150" cy="655540"/>
            </a:xfrm>
            <a:prstGeom prst="rect">
              <a:avLst/>
            </a:prstGeom>
            <a:noFill/>
            <a:ln w="38100">
              <a:solidFill>
                <a:schemeClr val="tx1"/>
              </a:solidFill>
              <a:prstDash val="solid"/>
            </a:ln>
          </p:spPr>
          <p:txBody>
            <a:bodyPr wrap="square" lIns="0" anchor="ctr" anchorCtr="0">
              <a:spAutoFit/>
            </a:bodyPr>
            <a:lstStyle/>
            <a:p>
              <a:pPr marL="0" lvl="1" algn="ctr"/>
              <a:r>
                <a:rPr lang="en-US" sz="2800" i="1" dirty="0"/>
                <a:t>Model</a:t>
              </a:r>
            </a:p>
          </p:txBody>
        </p:sp>
      </p:grpSp>
      <p:pic>
        <p:nvPicPr>
          <p:cNvPr id="141" name="Picture 140">
            <a:extLst>
              <a:ext uri="{FF2B5EF4-FFF2-40B4-BE49-F238E27FC236}">
                <a16:creationId xmlns:a16="http://schemas.microsoft.com/office/drawing/2014/main" id="{7490D084-1C82-284E-8399-9711C063C83C}"/>
              </a:ext>
            </a:extLst>
          </p:cNvPr>
          <p:cNvPicPr>
            <a:picLocks noChangeAspect="1"/>
          </p:cNvPicPr>
          <p:nvPr/>
        </p:nvPicPr>
        <p:blipFill>
          <a:blip r:embed="rId11">
            <a:duotone>
              <a:prstClr val="black"/>
              <a:schemeClr val="accent2">
                <a:tint val="45000"/>
                <a:satMod val="400000"/>
              </a:schemeClr>
            </a:duotone>
            <a:extLst>
              <a:ext uri="{BEBA8EAE-BF5A-486C-A8C5-ECC9F3942E4B}">
                <a14:imgProps xmlns:a14="http://schemas.microsoft.com/office/drawing/2010/main">
                  <a14:imgLayer r:embed="rId12">
                    <a14:imgEffect>
                      <a14:brightnessContrast bright="-20000" contrast="20000"/>
                    </a14:imgEffect>
                  </a14:imgLayer>
                </a14:imgProps>
              </a:ext>
            </a:extLst>
          </a:blip>
          <a:srcRect l="37854" t="35480" r="38087" b="54953"/>
          <a:stretch>
            <a:fillRect/>
          </a:stretch>
        </p:blipFill>
        <p:spPr>
          <a:xfrm>
            <a:off x="23152709" y="7750468"/>
            <a:ext cx="2861121" cy="620533"/>
          </a:xfrm>
          <a:prstGeom prst="rect">
            <a:avLst/>
          </a:prstGeom>
        </p:spPr>
      </p:pic>
      <p:sp>
        <p:nvSpPr>
          <p:cNvPr id="144" name="TextBox 143">
            <a:extLst>
              <a:ext uri="{FF2B5EF4-FFF2-40B4-BE49-F238E27FC236}">
                <a16:creationId xmlns:a16="http://schemas.microsoft.com/office/drawing/2014/main" id="{01216715-9841-5AAE-3B4F-462A943A778B}"/>
              </a:ext>
            </a:extLst>
          </p:cNvPr>
          <p:cNvSpPr txBox="1"/>
          <p:nvPr/>
        </p:nvSpPr>
        <p:spPr>
          <a:xfrm>
            <a:off x="23497956" y="8409057"/>
            <a:ext cx="2149409" cy="646331"/>
          </a:xfrm>
          <a:prstGeom prst="rect">
            <a:avLst/>
          </a:prstGeom>
          <a:solidFill>
            <a:schemeClr val="bg1"/>
          </a:solidFill>
          <a:ln w="38100">
            <a:solidFill>
              <a:srgbClr val="326768"/>
            </a:solidFill>
            <a:prstDash val="solid"/>
          </a:ln>
        </p:spPr>
        <p:txBody>
          <a:bodyPr wrap="square" lIns="0" anchor="ctr" anchorCtr="0">
            <a:spAutoFit/>
          </a:bodyPr>
          <a:lstStyle/>
          <a:p>
            <a:pPr marL="0" lvl="1" algn="ctr"/>
            <a:r>
              <a:rPr lang="en-US" sz="3600" i="1" dirty="0"/>
              <a:t>T-Decoder</a:t>
            </a:r>
          </a:p>
        </p:txBody>
      </p:sp>
      <p:cxnSp>
        <p:nvCxnSpPr>
          <p:cNvPr id="152" name="Connector: Curved 151">
            <a:extLst>
              <a:ext uri="{FF2B5EF4-FFF2-40B4-BE49-F238E27FC236}">
                <a16:creationId xmlns:a16="http://schemas.microsoft.com/office/drawing/2014/main" id="{AC124C43-1392-F748-4A58-5949EEC6705C}"/>
              </a:ext>
            </a:extLst>
          </p:cNvPr>
          <p:cNvCxnSpPr>
            <a:cxnSpLocks/>
            <a:endCxn id="141" idx="1"/>
          </p:cNvCxnSpPr>
          <p:nvPr/>
        </p:nvCxnSpPr>
        <p:spPr>
          <a:xfrm rot="16200000" flipV="1">
            <a:off x="21812417" y="9401027"/>
            <a:ext cx="2801178" cy="120593"/>
          </a:xfrm>
          <a:prstGeom prst="curvedConnector4">
            <a:avLst>
              <a:gd name="adj1" fmla="val 14096"/>
              <a:gd name="adj2" fmla="val 571704"/>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163" name="Connector: Curved 162">
            <a:extLst>
              <a:ext uri="{FF2B5EF4-FFF2-40B4-BE49-F238E27FC236}">
                <a16:creationId xmlns:a16="http://schemas.microsoft.com/office/drawing/2014/main" id="{DC0C5879-0345-6359-2922-47DF6C37A7D6}"/>
              </a:ext>
            </a:extLst>
          </p:cNvPr>
          <p:cNvCxnSpPr>
            <a:cxnSpLocks/>
          </p:cNvCxnSpPr>
          <p:nvPr/>
        </p:nvCxnSpPr>
        <p:spPr>
          <a:xfrm rot="16200000" flipH="1">
            <a:off x="25450511" y="6877478"/>
            <a:ext cx="1161502" cy="2989318"/>
          </a:xfrm>
          <a:prstGeom prst="curvedConnector3">
            <a:avLst>
              <a:gd name="adj1" fmla="val -19681"/>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pic>
        <p:nvPicPr>
          <p:cNvPr id="167" name="Picture 166">
            <a:extLst>
              <a:ext uri="{FF2B5EF4-FFF2-40B4-BE49-F238E27FC236}">
                <a16:creationId xmlns:a16="http://schemas.microsoft.com/office/drawing/2014/main" id="{078AD875-F00E-5CAD-DFC7-4C0093051A0C}"/>
              </a:ext>
            </a:extLst>
          </p:cNvPr>
          <p:cNvPicPr>
            <a:picLocks noChangeAspect="1"/>
          </p:cNvPicPr>
          <p:nvPr/>
        </p:nvPicPr>
        <p:blipFill>
          <a:blip r:embed="rId5">
            <a:duotone>
              <a:prstClr val="black"/>
              <a:srgbClr val="96B436">
                <a:tint val="45000"/>
                <a:satMod val="400000"/>
              </a:srgbClr>
            </a:duotone>
          </a:blip>
          <a:srcRect l="23715" t="42413" r="68635" b="41131"/>
          <a:stretch>
            <a:fillRect/>
          </a:stretch>
        </p:blipFill>
        <p:spPr>
          <a:xfrm flipH="1">
            <a:off x="27049627" y="8911970"/>
            <a:ext cx="1045923" cy="1227257"/>
          </a:xfrm>
          <a:prstGeom prst="rect">
            <a:avLst/>
          </a:prstGeom>
        </p:spPr>
      </p:pic>
      <p:cxnSp>
        <p:nvCxnSpPr>
          <p:cNvPr id="177" name="Connector: Elbow 176">
            <a:extLst>
              <a:ext uri="{FF2B5EF4-FFF2-40B4-BE49-F238E27FC236}">
                <a16:creationId xmlns:a16="http://schemas.microsoft.com/office/drawing/2014/main" id="{3089E463-4DE4-2B81-083D-A88A4E82B600}"/>
              </a:ext>
            </a:extLst>
          </p:cNvPr>
          <p:cNvCxnSpPr>
            <a:cxnSpLocks/>
            <a:stCxn id="97" idx="0"/>
            <a:endCxn id="76" idx="2"/>
          </p:cNvCxnSpPr>
          <p:nvPr/>
        </p:nvCxnSpPr>
        <p:spPr>
          <a:xfrm>
            <a:off x="16384348" y="10275883"/>
            <a:ext cx="5068530" cy="1268078"/>
          </a:xfrm>
          <a:prstGeom prst="bentConnector4">
            <a:avLst>
              <a:gd name="adj1" fmla="val 42970"/>
              <a:gd name="adj2" fmla="val 118027"/>
            </a:avLst>
          </a:prstGeom>
          <a:ln w="38100">
            <a:solidFill>
              <a:srgbClr val="9D7655"/>
            </a:solidFill>
            <a:prstDash val="lgDashDot"/>
          </a:ln>
        </p:spPr>
        <p:style>
          <a:lnRef idx="2">
            <a:schemeClr val="accent1"/>
          </a:lnRef>
          <a:fillRef idx="0">
            <a:schemeClr val="accent1"/>
          </a:fillRef>
          <a:effectRef idx="1">
            <a:schemeClr val="accent1"/>
          </a:effectRef>
          <a:fontRef idx="minor">
            <a:schemeClr val="tx1"/>
          </a:fontRef>
        </p:style>
      </p:cxnSp>
      <p:cxnSp>
        <p:nvCxnSpPr>
          <p:cNvPr id="180" name="Connector: Elbow 179">
            <a:extLst>
              <a:ext uri="{FF2B5EF4-FFF2-40B4-BE49-F238E27FC236}">
                <a16:creationId xmlns:a16="http://schemas.microsoft.com/office/drawing/2014/main" id="{1207A0BC-33D8-C4F8-25BC-7D8177AE5B78}"/>
              </a:ext>
            </a:extLst>
          </p:cNvPr>
          <p:cNvCxnSpPr>
            <a:cxnSpLocks/>
            <a:endCxn id="66" idx="3"/>
          </p:cNvCxnSpPr>
          <p:nvPr/>
        </p:nvCxnSpPr>
        <p:spPr>
          <a:xfrm>
            <a:off x="16384348" y="4450301"/>
            <a:ext cx="12011270" cy="6493497"/>
          </a:xfrm>
          <a:prstGeom prst="bentConnector3">
            <a:avLst>
              <a:gd name="adj1" fmla="val 101903"/>
            </a:avLst>
          </a:prstGeom>
          <a:ln w="38100">
            <a:solidFill>
              <a:srgbClr val="96B436"/>
            </a:solidFill>
            <a:prstDash val="lgDashDot"/>
          </a:ln>
        </p:spPr>
        <p:style>
          <a:lnRef idx="2">
            <a:schemeClr val="accent1"/>
          </a:lnRef>
          <a:fillRef idx="0">
            <a:schemeClr val="accent1"/>
          </a:fillRef>
          <a:effectRef idx="1">
            <a:schemeClr val="accent1"/>
          </a:effectRef>
          <a:fontRef idx="minor">
            <a:schemeClr val="tx1"/>
          </a:fontRef>
        </p:style>
      </p:cxnSp>
      <p:cxnSp>
        <p:nvCxnSpPr>
          <p:cNvPr id="190" name="Connector: Curved 189">
            <a:extLst>
              <a:ext uri="{FF2B5EF4-FFF2-40B4-BE49-F238E27FC236}">
                <a16:creationId xmlns:a16="http://schemas.microsoft.com/office/drawing/2014/main" id="{660F492A-9019-A431-3278-D3786A1A1258}"/>
              </a:ext>
            </a:extLst>
          </p:cNvPr>
          <p:cNvCxnSpPr>
            <a:cxnSpLocks/>
          </p:cNvCxnSpPr>
          <p:nvPr/>
        </p:nvCxnSpPr>
        <p:spPr>
          <a:xfrm rot="5400000" flipH="1" flipV="1">
            <a:off x="24453151" y="9428625"/>
            <a:ext cx="2801178" cy="120593"/>
          </a:xfrm>
          <a:prstGeom prst="curvedConnector4">
            <a:avLst>
              <a:gd name="adj1" fmla="val 14096"/>
              <a:gd name="adj2" fmla="val 571704"/>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pic>
        <p:nvPicPr>
          <p:cNvPr id="204" name="Picture 203">
            <a:extLst>
              <a:ext uri="{FF2B5EF4-FFF2-40B4-BE49-F238E27FC236}">
                <a16:creationId xmlns:a16="http://schemas.microsoft.com/office/drawing/2014/main" id="{AA8CA33E-0524-94B4-E58B-175EEAB07852}"/>
              </a:ext>
            </a:extLst>
          </p:cNvPr>
          <p:cNvPicPr>
            <a:picLocks noChangeAspect="1"/>
          </p:cNvPicPr>
          <p:nvPr/>
        </p:nvPicPr>
        <p:blipFill>
          <a:blip r:embed="rId5">
            <a:duotone>
              <a:prstClr val="black"/>
              <a:srgbClr val="57749B">
                <a:tint val="45000"/>
                <a:satMod val="400000"/>
              </a:srgbClr>
            </a:duotone>
          </a:blip>
          <a:srcRect l="23715" t="42413" r="68635" b="41131"/>
          <a:stretch>
            <a:fillRect/>
          </a:stretch>
        </p:blipFill>
        <p:spPr>
          <a:xfrm flipH="1">
            <a:off x="22246997" y="5446264"/>
            <a:ext cx="1045923" cy="1227257"/>
          </a:xfrm>
          <a:prstGeom prst="rect">
            <a:avLst/>
          </a:prstGeom>
        </p:spPr>
      </p:pic>
      <p:sp>
        <p:nvSpPr>
          <p:cNvPr id="206" name="TextBox 205">
            <a:extLst>
              <a:ext uri="{FF2B5EF4-FFF2-40B4-BE49-F238E27FC236}">
                <a16:creationId xmlns:a16="http://schemas.microsoft.com/office/drawing/2014/main" id="{D7C3FA12-AF38-7903-E47D-4733FBFB089A}"/>
              </a:ext>
            </a:extLst>
          </p:cNvPr>
          <p:cNvSpPr txBox="1"/>
          <p:nvPr/>
        </p:nvSpPr>
        <p:spPr>
          <a:xfrm>
            <a:off x="21323771" y="6673521"/>
            <a:ext cx="2861120" cy="646331"/>
          </a:xfrm>
          <a:prstGeom prst="rect">
            <a:avLst/>
          </a:prstGeom>
          <a:noFill/>
          <a:ln w="38100">
            <a:solidFill>
              <a:srgbClr val="57749B"/>
            </a:solidFill>
            <a:prstDash val="solid"/>
          </a:ln>
        </p:spPr>
        <p:txBody>
          <a:bodyPr wrap="square" lIns="0" anchor="ctr" anchorCtr="0">
            <a:spAutoFit/>
          </a:bodyPr>
          <a:lstStyle/>
          <a:p>
            <a:pPr marL="0" lvl="1" algn="ctr"/>
            <a:r>
              <a:rPr lang="en-US" sz="3600" i="1" dirty="0"/>
              <a:t>Agent Harness</a:t>
            </a:r>
          </a:p>
        </p:txBody>
      </p:sp>
      <p:cxnSp>
        <p:nvCxnSpPr>
          <p:cNvPr id="221" name="Connector: Curved 220">
            <a:extLst>
              <a:ext uri="{FF2B5EF4-FFF2-40B4-BE49-F238E27FC236}">
                <a16:creationId xmlns:a16="http://schemas.microsoft.com/office/drawing/2014/main" id="{51C3B5C9-7B1E-D596-C460-232024F44579}"/>
              </a:ext>
            </a:extLst>
          </p:cNvPr>
          <p:cNvCxnSpPr>
            <a:cxnSpLocks/>
          </p:cNvCxnSpPr>
          <p:nvPr/>
        </p:nvCxnSpPr>
        <p:spPr>
          <a:xfrm rot="5400000">
            <a:off x="22400855" y="6992559"/>
            <a:ext cx="1161502" cy="2989318"/>
          </a:xfrm>
          <a:prstGeom prst="curvedConnector3">
            <a:avLst>
              <a:gd name="adj1" fmla="val -19681"/>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23" name="Connector: Curved 222">
            <a:extLst>
              <a:ext uri="{FF2B5EF4-FFF2-40B4-BE49-F238E27FC236}">
                <a16:creationId xmlns:a16="http://schemas.microsoft.com/office/drawing/2014/main" id="{CC286421-5986-D808-E0C6-349F74AF537A}"/>
              </a:ext>
            </a:extLst>
          </p:cNvPr>
          <p:cNvCxnSpPr>
            <a:cxnSpLocks/>
          </p:cNvCxnSpPr>
          <p:nvPr/>
        </p:nvCxnSpPr>
        <p:spPr>
          <a:xfrm rot="16200000" flipV="1">
            <a:off x="22673893" y="6359973"/>
            <a:ext cx="2428118" cy="1311136"/>
          </a:xfrm>
          <a:prstGeom prst="curvedConnector3">
            <a:avLst>
              <a:gd name="adj1" fmla="val 101671"/>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38" name="Connector: Curved 237">
            <a:extLst>
              <a:ext uri="{FF2B5EF4-FFF2-40B4-BE49-F238E27FC236}">
                <a16:creationId xmlns:a16="http://schemas.microsoft.com/office/drawing/2014/main" id="{CF686303-C889-2AFE-4536-BDEA838F02A0}"/>
              </a:ext>
            </a:extLst>
          </p:cNvPr>
          <p:cNvCxnSpPr>
            <a:cxnSpLocks/>
            <a:stCxn id="167" idx="1"/>
            <a:endCxn id="89" idx="2"/>
          </p:cNvCxnSpPr>
          <p:nvPr/>
        </p:nvCxnSpPr>
        <p:spPr>
          <a:xfrm flipH="1" flipV="1">
            <a:off x="26988234" y="4939594"/>
            <a:ext cx="1107316" cy="4586005"/>
          </a:xfrm>
          <a:prstGeom prst="curvedConnector3">
            <a:avLst>
              <a:gd name="adj1" fmla="val -20645"/>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54" name="Connector: Curved 253">
            <a:extLst>
              <a:ext uri="{FF2B5EF4-FFF2-40B4-BE49-F238E27FC236}">
                <a16:creationId xmlns:a16="http://schemas.microsoft.com/office/drawing/2014/main" id="{606F37B4-4926-CBE4-0CD4-22A10BE2B7D7}"/>
              </a:ext>
            </a:extLst>
          </p:cNvPr>
          <p:cNvCxnSpPr>
            <a:cxnSpLocks/>
            <a:stCxn id="204" idx="3"/>
            <a:endCxn id="39" idx="2"/>
          </p:cNvCxnSpPr>
          <p:nvPr/>
        </p:nvCxnSpPr>
        <p:spPr>
          <a:xfrm rot="10800000">
            <a:off x="20468389" y="5775025"/>
            <a:ext cx="1778608" cy="284868"/>
          </a:xfrm>
          <a:prstGeom prst="curvedConnector3">
            <a:avLst>
              <a:gd name="adj1" fmla="val 50000"/>
            </a:avLst>
          </a:prstGeom>
          <a:ln w="57150">
            <a:solidFill>
              <a:schemeClr val="tx1">
                <a:lumMod val="50000"/>
                <a:lumOff val="50000"/>
              </a:schemeClr>
            </a:solidFill>
            <a:prstDash val="solid"/>
            <a:tailEnd type="triangle"/>
          </a:ln>
        </p:spPr>
        <p:style>
          <a:lnRef idx="2">
            <a:schemeClr val="accent1"/>
          </a:lnRef>
          <a:fillRef idx="0">
            <a:schemeClr val="accent1"/>
          </a:fillRef>
          <a:effectRef idx="1">
            <a:schemeClr val="accent1"/>
          </a:effectRef>
          <a:fontRef idx="minor">
            <a:schemeClr val="tx1"/>
          </a:fontRef>
        </p:style>
      </p:cxnSp>
      <p:cxnSp>
        <p:nvCxnSpPr>
          <p:cNvPr id="261" name="Connector: Elbow 260">
            <a:extLst>
              <a:ext uri="{FF2B5EF4-FFF2-40B4-BE49-F238E27FC236}">
                <a16:creationId xmlns:a16="http://schemas.microsoft.com/office/drawing/2014/main" id="{9CF949F4-8921-E051-04A3-6664D35BB3D6}"/>
              </a:ext>
            </a:extLst>
          </p:cNvPr>
          <p:cNvCxnSpPr>
            <a:cxnSpLocks/>
            <a:stCxn id="55" idx="0"/>
            <a:endCxn id="45" idx="2"/>
          </p:cNvCxnSpPr>
          <p:nvPr/>
        </p:nvCxnSpPr>
        <p:spPr>
          <a:xfrm>
            <a:off x="16384348" y="6749672"/>
            <a:ext cx="3368521" cy="345043"/>
          </a:xfrm>
          <a:prstGeom prst="bentConnector4">
            <a:avLst>
              <a:gd name="adj1" fmla="val 34491"/>
              <a:gd name="adj2" fmla="val 311378"/>
            </a:avLst>
          </a:prstGeom>
          <a:ln w="38100">
            <a:solidFill>
              <a:srgbClr val="E76B8E"/>
            </a:solidFill>
            <a:prstDash val="lgDashDot"/>
          </a:ln>
        </p:spPr>
        <p:style>
          <a:lnRef idx="2">
            <a:schemeClr val="accent1"/>
          </a:lnRef>
          <a:fillRef idx="0">
            <a:schemeClr val="accent1"/>
          </a:fillRef>
          <a:effectRef idx="1">
            <a:schemeClr val="accent1"/>
          </a:effectRef>
          <a:fontRef idx="minor">
            <a:schemeClr val="tx1"/>
          </a:fontRef>
        </p:style>
      </p:cxnSp>
      <p:cxnSp>
        <p:nvCxnSpPr>
          <p:cNvPr id="265" name="Straight Arrow Connector 264">
            <a:extLst>
              <a:ext uri="{FF2B5EF4-FFF2-40B4-BE49-F238E27FC236}">
                <a16:creationId xmlns:a16="http://schemas.microsoft.com/office/drawing/2014/main" id="{36B0E8D0-0932-7586-0E1F-CFADB6468571}"/>
              </a:ext>
            </a:extLst>
          </p:cNvPr>
          <p:cNvCxnSpPr>
            <a:cxnSpLocks/>
          </p:cNvCxnSpPr>
          <p:nvPr/>
        </p:nvCxnSpPr>
        <p:spPr>
          <a:xfrm flipH="1">
            <a:off x="18122231" y="5775025"/>
            <a:ext cx="954459" cy="0"/>
          </a:xfrm>
          <a:prstGeom prst="straightConnector1">
            <a:avLst/>
          </a:prstGeom>
          <a:ln w="76200">
            <a:solidFill>
              <a:schemeClr val="tx1">
                <a:lumMod val="50000"/>
                <a:lumOff val="50000"/>
              </a:schemeClr>
            </a:solidFill>
            <a:prstDash val="sysDot"/>
            <a:tailEnd type="triangle"/>
          </a:ln>
        </p:spPr>
        <p:style>
          <a:lnRef idx="2">
            <a:schemeClr val="accent1"/>
          </a:lnRef>
          <a:fillRef idx="0">
            <a:schemeClr val="accent1"/>
          </a:fillRef>
          <a:effectRef idx="1">
            <a:schemeClr val="accent1"/>
          </a:effectRef>
          <a:fontRef idx="minor">
            <a:schemeClr val="tx1"/>
          </a:fontRef>
        </p:style>
      </p:cxnSp>
      <p:sp>
        <p:nvSpPr>
          <p:cNvPr id="267" name="TextBox 266">
            <a:extLst>
              <a:ext uri="{FF2B5EF4-FFF2-40B4-BE49-F238E27FC236}">
                <a16:creationId xmlns:a16="http://schemas.microsoft.com/office/drawing/2014/main" id="{8F2E2302-E638-DDFA-A6C1-A23E14B78101}"/>
              </a:ext>
            </a:extLst>
          </p:cNvPr>
          <p:cNvSpPr txBox="1"/>
          <p:nvPr/>
        </p:nvSpPr>
        <p:spPr>
          <a:xfrm>
            <a:off x="5639142" y="10738085"/>
            <a:ext cx="2724815" cy="584775"/>
          </a:xfrm>
          <a:prstGeom prst="rect">
            <a:avLst/>
          </a:prstGeom>
          <a:noFill/>
        </p:spPr>
        <p:txBody>
          <a:bodyPr wrap="square">
            <a:spAutoFit/>
          </a:bodyPr>
          <a:lstStyle/>
          <a:p>
            <a:r>
              <a:rPr lang="en-US" sz="3200" b="1" i="1" dirty="0"/>
              <a:t>Hippocampus</a:t>
            </a:r>
            <a:endParaRPr lang="en-US" sz="1200" b="1" i="1" dirty="0"/>
          </a:p>
        </p:txBody>
      </p:sp>
      <p:sp>
        <p:nvSpPr>
          <p:cNvPr id="268" name="Callout: Double Bent Line 267">
            <a:extLst>
              <a:ext uri="{FF2B5EF4-FFF2-40B4-BE49-F238E27FC236}">
                <a16:creationId xmlns:a16="http://schemas.microsoft.com/office/drawing/2014/main" id="{5F193E8B-E534-C8E1-8293-E9F55CEB35EA}"/>
              </a:ext>
            </a:extLst>
          </p:cNvPr>
          <p:cNvSpPr/>
          <p:nvPr/>
        </p:nvSpPr>
        <p:spPr>
          <a:xfrm>
            <a:off x="12070080" y="12785619"/>
            <a:ext cx="4314268" cy="1224652"/>
          </a:xfrm>
          <a:prstGeom prst="borderCallout3">
            <a:avLst>
              <a:gd name="adj1" fmla="val 89115"/>
              <a:gd name="adj2" fmla="val 1"/>
              <a:gd name="adj3" fmla="val 87542"/>
              <a:gd name="adj4" fmla="val -60125"/>
              <a:gd name="adj5" fmla="val 85343"/>
              <a:gd name="adj6" fmla="val -157458"/>
              <a:gd name="adj7" fmla="val -122528"/>
              <a:gd name="adj8" fmla="val -157004"/>
            </a:avLst>
          </a:prstGeom>
          <a:solidFill>
            <a:schemeClr val="bg1"/>
          </a:solidFill>
          <a:ln w="57150">
            <a:solidFill>
              <a:srgbClr val="C2569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Times New Roman"/>
                <a:ea typeface="+mn-ea"/>
                <a:cs typeface="+mn-cs"/>
              </a:rPr>
              <a:t>Behavioral Conditioning</a:t>
            </a:r>
          </a:p>
        </p:txBody>
      </p:sp>
      <p:sp>
        <p:nvSpPr>
          <p:cNvPr id="269" name="TextBox 268">
            <a:extLst>
              <a:ext uri="{FF2B5EF4-FFF2-40B4-BE49-F238E27FC236}">
                <a16:creationId xmlns:a16="http://schemas.microsoft.com/office/drawing/2014/main" id="{182DF0F8-A4BA-C99D-70ED-B4E18619AFA3}"/>
              </a:ext>
            </a:extLst>
          </p:cNvPr>
          <p:cNvSpPr txBox="1"/>
          <p:nvPr/>
        </p:nvSpPr>
        <p:spPr>
          <a:xfrm>
            <a:off x="3109327" y="11322860"/>
            <a:ext cx="2134149" cy="584775"/>
          </a:xfrm>
          <a:prstGeom prst="rect">
            <a:avLst/>
          </a:prstGeom>
          <a:noFill/>
        </p:spPr>
        <p:txBody>
          <a:bodyPr wrap="square">
            <a:spAutoFit/>
          </a:bodyPr>
          <a:lstStyle/>
          <a:p>
            <a:r>
              <a:rPr lang="en-US" sz="3200" b="1" i="1" dirty="0"/>
              <a:t>Hypophysis</a:t>
            </a:r>
            <a:endParaRPr lang="en-US" sz="1200" b="1" i="1" dirty="0"/>
          </a:p>
        </p:txBody>
      </p:sp>
      <p:sp>
        <p:nvSpPr>
          <p:cNvPr id="274" name="TextBox 273">
            <a:extLst>
              <a:ext uri="{FF2B5EF4-FFF2-40B4-BE49-F238E27FC236}">
                <a16:creationId xmlns:a16="http://schemas.microsoft.com/office/drawing/2014/main" id="{48B25452-A4BF-0D61-2B07-A6F08032CAD9}"/>
              </a:ext>
            </a:extLst>
          </p:cNvPr>
          <p:cNvSpPr txBox="1"/>
          <p:nvPr/>
        </p:nvSpPr>
        <p:spPr>
          <a:xfrm>
            <a:off x="7291248" y="12169022"/>
            <a:ext cx="1679626" cy="584775"/>
          </a:xfrm>
          <a:prstGeom prst="rect">
            <a:avLst/>
          </a:prstGeom>
          <a:noFill/>
        </p:spPr>
        <p:txBody>
          <a:bodyPr wrap="square">
            <a:spAutoFit/>
          </a:bodyPr>
          <a:lstStyle/>
          <a:p>
            <a:r>
              <a:rPr lang="en-US" sz="3200" b="1" i="1" dirty="0">
                <a:solidFill>
                  <a:schemeClr val="bg2"/>
                </a:solidFill>
              </a:rPr>
              <a:t>Spine</a:t>
            </a:r>
          </a:p>
        </p:txBody>
      </p:sp>
      <p:sp>
        <p:nvSpPr>
          <p:cNvPr id="276" name="TextBox 275">
            <a:extLst>
              <a:ext uri="{FF2B5EF4-FFF2-40B4-BE49-F238E27FC236}">
                <a16:creationId xmlns:a16="http://schemas.microsoft.com/office/drawing/2014/main" id="{0B569B63-03E5-2011-AD91-B31F96892EAA}"/>
              </a:ext>
            </a:extLst>
          </p:cNvPr>
          <p:cNvSpPr txBox="1"/>
          <p:nvPr/>
        </p:nvSpPr>
        <p:spPr>
          <a:xfrm>
            <a:off x="3650206" y="5807078"/>
            <a:ext cx="2134148" cy="1077218"/>
          </a:xfrm>
          <a:prstGeom prst="rect">
            <a:avLst/>
          </a:prstGeom>
          <a:noFill/>
        </p:spPr>
        <p:txBody>
          <a:bodyPr wrap="square">
            <a:spAutoFit/>
          </a:bodyPr>
          <a:lstStyle/>
          <a:p>
            <a:pPr algn="ctr"/>
            <a:r>
              <a:rPr lang="en-US" sz="3200" b="1" i="1" dirty="0"/>
              <a:t>Premotor</a:t>
            </a:r>
          </a:p>
          <a:p>
            <a:pPr algn="ctr"/>
            <a:r>
              <a:rPr lang="en-US" sz="3200" b="1" i="1" dirty="0"/>
              <a:t>Cortex</a:t>
            </a:r>
          </a:p>
        </p:txBody>
      </p:sp>
      <p:sp>
        <p:nvSpPr>
          <p:cNvPr id="277" name="TextBox 276">
            <a:extLst>
              <a:ext uri="{FF2B5EF4-FFF2-40B4-BE49-F238E27FC236}">
                <a16:creationId xmlns:a16="http://schemas.microsoft.com/office/drawing/2014/main" id="{6E9A93D7-13CA-9E95-726A-6A2850A80877}"/>
              </a:ext>
            </a:extLst>
          </p:cNvPr>
          <p:cNvSpPr txBox="1"/>
          <p:nvPr/>
        </p:nvSpPr>
        <p:spPr>
          <a:xfrm>
            <a:off x="4366589" y="7607865"/>
            <a:ext cx="3646677" cy="584775"/>
          </a:xfrm>
          <a:prstGeom prst="rect">
            <a:avLst/>
          </a:prstGeom>
          <a:noFill/>
        </p:spPr>
        <p:txBody>
          <a:bodyPr wrap="square">
            <a:spAutoFit/>
          </a:bodyPr>
          <a:lstStyle/>
          <a:p>
            <a:r>
              <a:rPr lang="en-US" sz="3200" b="1" i="1" dirty="0">
                <a:solidFill>
                  <a:schemeClr val="bg2"/>
                </a:solidFill>
              </a:rPr>
              <a:t>Corpus Callosum</a:t>
            </a:r>
            <a:endParaRPr lang="en-US" sz="1200" b="1" i="1" dirty="0">
              <a:solidFill>
                <a:schemeClr val="bg2"/>
              </a:solidFill>
            </a:endParaRPr>
          </a:p>
        </p:txBody>
      </p:sp>
      <p:sp>
        <p:nvSpPr>
          <p:cNvPr id="283" name="TextBox 282">
            <a:extLst>
              <a:ext uri="{FF2B5EF4-FFF2-40B4-BE49-F238E27FC236}">
                <a16:creationId xmlns:a16="http://schemas.microsoft.com/office/drawing/2014/main" id="{B5FB6483-77F6-B522-E4CA-2E3CF87AA627}"/>
              </a:ext>
            </a:extLst>
          </p:cNvPr>
          <p:cNvSpPr txBox="1"/>
          <p:nvPr/>
        </p:nvSpPr>
        <p:spPr>
          <a:xfrm>
            <a:off x="5879118" y="5765957"/>
            <a:ext cx="2134148" cy="1077218"/>
          </a:xfrm>
          <a:prstGeom prst="rect">
            <a:avLst/>
          </a:prstGeom>
          <a:noFill/>
        </p:spPr>
        <p:txBody>
          <a:bodyPr wrap="square">
            <a:spAutoFit/>
          </a:bodyPr>
          <a:lstStyle/>
          <a:p>
            <a:pPr algn="ctr"/>
            <a:r>
              <a:rPr lang="en-US" sz="3200" b="1" i="1" dirty="0">
                <a:solidFill>
                  <a:schemeClr val="bg2"/>
                </a:solidFill>
              </a:rPr>
              <a:t>Motor</a:t>
            </a:r>
          </a:p>
          <a:p>
            <a:pPr algn="ctr"/>
            <a:r>
              <a:rPr lang="en-US" sz="3200" b="1" i="1" dirty="0">
                <a:solidFill>
                  <a:schemeClr val="bg2"/>
                </a:solidFill>
              </a:rPr>
              <a:t>Cortex</a:t>
            </a:r>
          </a:p>
        </p:txBody>
      </p:sp>
      <p:pic>
        <p:nvPicPr>
          <p:cNvPr id="286" name="Picture 285">
            <a:extLst>
              <a:ext uri="{FF2B5EF4-FFF2-40B4-BE49-F238E27FC236}">
                <a16:creationId xmlns:a16="http://schemas.microsoft.com/office/drawing/2014/main" id="{147449F4-9E8D-D0EF-7596-E9B4965374FD}"/>
              </a:ext>
            </a:extLst>
          </p:cNvPr>
          <p:cNvPicPr>
            <a:picLocks noChangeAspect="1"/>
          </p:cNvPicPr>
          <p:nvPr/>
        </p:nvPicPr>
        <p:blipFill>
          <a:blip r:embed="rId13">
            <a:extLst>
              <a:ext uri="{28A0092B-C50C-407E-A947-70E740481C1C}">
                <a14:useLocalDpi xmlns:a14="http://schemas.microsoft.com/office/drawing/2010/main" val="0"/>
              </a:ext>
            </a:extLst>
          </a:blip>
          <a:srcRect l="35054" t="29750" r="32903" b="23906"/>
          <a:stretch>
            <a:fillRect/>
          </a:stretch>
        </p:blipFill>
        <p:spPr>
          <a:xfrm>
            <a:off x="17247630" y="5490222"/>
            <a:ext cx="736279" cy="702678"/>
          </a:xfrm>
          <a:prstGeom prst="rect">
            <a:avLst/>
          </a:prstGeom>
        </p:spPr>
      </p:pic>
      <p:sp>
        <p:nvSpPr>
          <p:cNvPr id="289" name="TextBox 288">
            <a:extLst>
              <a:ext uri="{FF2B5EF4-FFF2-40B4-BE49-F238E27FC236}">
                <a16:creationId xmlns:a16="http://schemas.microsoft.com/office/drawing/2014/main" id="{A593B9A0-10FE-5F73-8316-DE1191F978F5}"/>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291" name="TextBox 290">
            <a:extLst>
              <a:ext uri="{FF2B5EF4-FFF2-40B4-BE49-F238E27FC236}">
                <a16:creationId xmlns:a16="http://schemas.microsoft.com/office/drawing/2014/main" id="{A2E6D49D-BC50-B55B-CFE8-757630C6EE3C}"/>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293" name="TextBox 292">
            <a:extLst>
              <a:ext uri="{FF2B5EF4-FFF2-40B4-BE49-F238E27FC236}">
                <a16:creationId xmlns:a16="http://schemas.microsoft.com/office/drawing/2014/main" id="{4C710585-A423-62AD-5DE9-09A8399FBA4E}"/>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295" name="TextBox 294">
            <a:extLst>
              <a:ext uri="{FF2B5EF4-FFF2-40B4-BE49-F238E27FC236}">
                <a16:creationId xmlns:a16="http://schemas.microsoft.com/office/drawing/2014/main" id="{D90BB954-AE1B-F31F-33BD-1D2DEEC82CC8}"/>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297" name="TextBox 296">
            <a:extLst>
              <a:ext uri="{FF2B5EF4-FFF2-40B4-BE49-F238E27FC236}">
                <a16:creationId xmlns:a16="http://schemas.microsoft.com/office/drawing/2014/main" id="{75528911-DFD1-21E6-0DE0-80DA3611CDBF}"/>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299" name="TextBox 298">
            <a:extLst>
              <a:ext uri="{FF2B5EF4-FFF2-40B4-BE49-F238E27FC236}">
                <a16:creationId xmlns:a16="http://schemas.microsoft.com/office/drawing/2014/main" id="{60082AD1-4DEB-86C6-A177-35104FF9605C}"/>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307" name="Picture 306">
            <a:extLst>
              <a:ext uri="{FF2B5EF4-FFF2-40B4-BE49-F238E27FC236}">
                <a16:creationId xmlns:a16="http://schemas.microsoft.com/office/drawing/2014/main" id="{772440A4-C487-9C10-87EC-92856D62E936}"/>
              </a:ext>
            </a:extLst>
          </p:cNvPr>
          <p:cNvPicPr>
            <a:picLocks noChangeAspect="1"/>
          </p:cNvPicPr>
          <p:nvPr/>
        </p:nvPicPr>
        <p:blipFill>
          <a:blip r:embed="rId14">
            <a:extLst>
              <a:ext uri="{BEBA8EAE-BF5A-486C-A8C5-ECC9F3942E4B}">
                <a14:imgProps xmlns:a14="http://schemas.microsoft.com/office/drawing/2010/main">
                  <a14:imgLayer r:embed="rId15">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Tree>
    <p:extLst>
      <p:ext uri="{BB962C8B-B14F-4D97-AF65-F5344CB8AC3E}">
        <p14:creationId xmlns:p14="http://schemas.microsoft.com/office/powerpoint/2010/main" val="2449285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9"/>
                                        </p:tgtEl>
                                        <p:attrNameLst>
                                          <p:attrName>style.visibility</p:attrName>
                                        </p:attrNameLst>
                                      </p:cBhvr>
                                      <p:to>
                                        <p:strVal val="visible"/>
                                      </p:to>
                                    </p:set>
                                    <p:animEffect transition="in" filter="wipe(down)">
                                      <p:cBhvr>
                                        <p:cTn id="7" dur="500"/>
                                        <p:tgtEl>
                                          <p:spTgt spid="26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68"/>
                                        </p:tgtEl>
                                        <p:attrNameLst>
                                          <p:attrName>style.visibility</p:attrName>
                                        </p:attrNameLst>
                                      </p:cBhvr>
                                      <p:to>
                                        <p:strVal val="visible"/>
                                      </p:to>
                                    </p:set>
                                    <p:animEffect transition="in" filter="wipe(down)">
                                      <p:cBhvr>
                                        <p:cTn id="10" dur="500"/>
                                        <p:tgtEl>
                                          <p:spTgt spid="26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down)">
                                      <p:cBhvr>
                                        <p:cTn id="13" dur="500"/>
                                        <p:tgtEl>
                                          <p:spTgt spid="12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67"/>
                                        </p:tgtEl>
                                        <p:attrNameLst>
                                          <p:attrName>style.visibility</p:attrName>
                                        </p:attrNameLst>
                                      </p:cBhvr>
                                      <p:to>
                                        <p:strVal val="visible"/>
                                      </p:to>
                                    </p:set>
                                    <p:animEffect transition="in" filter="wipe(down)">
                                      <p:cBhvr>
                                        <p:cTn id="16" dur="500"/>
                                        <p:tgtEl>
                                          <p:spTgt spid="26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16"/>
                                        </p:tgtEl>
                                        <p:attrNameLst>
                                          <p:attrName>style.visibility</p:attrName>
                                        </p:attrNameLst>
                                      </p:cBhvr>
                                      <p:to>
                                        <p:strVal val="visible"/>
                                      </p:to>
                                    </p:set>
                                    <p:animEffect transition="in" filter="fade">
                                      <p:cBhvr>
                                        <p:cTn id="21" dur="500"/>
                                        <p:tgtEl>
                                          <p:spTgt spid="116"/>
                                        </p:tgtEl>
                                      </p:cBhvr>
                                    </p:animEffect>
                                  </p:childTnLst>
                                </p:cTn>
                              </p:par>
                              <p:par>
                                <p:cTn id="22" presetID="10" presetClass="entr" presetSubtype="0" fill="hold" nodeType="withEffect">
                                  <p:stCondLst>
                                    <p:cond delay="0"/>
                                  </p:stCondLst>
                                  <p:childTnLst>
                                    <p:set>
                                      <p:cBhvr>
                                        <p:cTn id="23" dur="1" fill="hold">
                                          <p:stCondLst>
                                            <p:cond delay="0"/>
                                          </p:stCondLst>
                                        </p:cTn>
                                        <p:tgtEl>
                                          <p:spTgt spid="112"/>
                                        </p:tgtEl>
                                        <p:attrNameLst>
                                          <p:attrName>style.visibility</p:attrName>
                                        </p:attrNameLst>
                                      </p:cBhvr>
                                      <p:to>
                                        <p:strVal val="visible"/>
                                      </p:to>
                                    </p:set>
                                    <p:animEffect transition="in" filter="fade">
                                      <p:cBhvr>
                                        <p:cTn id="24" dur="500"/>
                                        <p:tgtEl>
                                          <p:spTgt spid="1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0"/>
                                        </p:tgtEl>
                                        <p:attrNameLst>
                                          <p:attrName>style.visibility</p:attrName>
                                        </p:attrNameLst>
                                      </p:cBhvr>
                                      <p:to>
                                        <p:strVal val="visible"/>
                                      </p:to>
                                    </p:set>
                                    <p:animEffect transition="in" filter="fade">
                                      <p:cBhvr>
                                        <p:cTn id="27" dur="500"/>
                                        <p:tgtEl>
                                          <p:spTgt spid="110"/>
                                        </p:tgtEl>
                                      </p:cBhvr>
                                    </p:animEffect>
                                  </p:childTnLst>
                                </p:cTn>
                              </p:par>
                              <p:par>
                                <p:cTn id="28" presetID="10" presetClass="entr" presetSubtype="0" fill="hold" nodeType="withEffect">
                                  <p:stCondLst>
                                    <p:cond delay="0"/>
                                  </p:stCondLst>
                                  <p:childTnLst>
                                    <p:set>
                                      <p:cBhvr>
                                        <p:cTn id="29" dur="1" fill="hold">
                                          <p:stCondLst>
                                            <p:cond delay="0"/>
                                          </p:stCondLst>
                                        </p:cTn>
                                        <p:tgtEl>
                                          <p:spTgt spid="108"/>
                                        </p:tgtEl>
                                        <p:attrNameLst>
                                          <p:attrName>style.visibility</p:attrName>
                                        </p:attrNameLst>
                                      </p:cBhvr>
                                      <p:to>
                                        <p:strVal val="visible"/>
                                      </p:to>
                                    </p:set>
                                    <p:animEffect transition="in" filter="fade">
                                      <p:cBhvr>
                                        <p:cTn id="30" dur="500"/>
                                        <p:tgtEl>
                                          <p:spTgt spid="108"/>
                                        </p:tgtEl>
                                      </p:cBhvr>
                                    </p:animEffect>
                                  </p:childTnLst>
                                </p:cTn>
                              </p:par>
                              <p:par>
                                <p:cTn id="31" presetID="10" presetClass="entr" presetSubtype="0" fill="hold" nodeType="withEffect">
                                  <p:stCondLst>
                                    <p:cond delay="0"/>
                                  </p:stCondLst>
                                  <p:childTnLst>
                                    <p:set>
                                      <p:cBhvr>
                                        <p:cTn id="32" dur="1" fill="hold">
                                          <p:stCondLst>
                                            <p:cond delay="0"/>
                                          </p:stCondLst>
                                        </p:cTn>
                                        <p:tgtEl>
                                          <p:spTgt spid="105"/>
                                        </p:tgtEl>
                                        <p:attrNameLst>
                                          <p:attrName>style.visibility</p:attrName>
                                        </p:attrNameLst>
                                      </p:cBhvr>
                                      <p:to>
                                        <p:strVal val="visible"/>
                                      </p:to>
                                    </p:set>
                                    <p:animEffect transition="in" filter="fade">
                                      <p:cBhvr>
                                        <p:cTn id="33" dur="500"/>
                                        <p:tgtEl>
                                          <p:spTgt spid="10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3"/>
                                        </p:tgtEl>
                                        <p:attrNameLst>
                                          <p:attrName>style.visibility</p:attrName>
                                        </p:attrNameLst>
                                      </p:cBhvr>
                                      <p:to>
                                        <p:strVal val="visible"/>
                                      </p:to>
                                    </p:set>
                                    <p:animEffect transition="in" filter="fade">
                                      <p:cBhvr>
                                        <p:cTn id="36" dur="500"/>
                                        <p:tgtEl>
                                          <p:spTgt spid="10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52"/>
                                        </p:tgtEl>
                                        <p:attrNameLst>
                                          <p:attrName>style.visibility</p:attrName>
                                        </p:attrNameLst>
                                      </p:cBhvr>
                                      <p:to>
                                        <p:strVal val="visible"/>
                                      </p:to>
                                    </p:set>
                                    <p:animEffect transition="in" filter="fade">
                                      <p:cBhvr>
                                        <p:cTn id="41" dur="500"/>
                                        <p:tgtEl>
                                          <p:spTgt spid="152"/>
                                        </p:tgtEl>
                                      </p:cBhvr>
                                    </p:animEffect>
                                  </p:childTnLst>
                                </p:cTn>
                              </p:par>
                              <p:par>
                                <p:cTn id="42" presetID="10" presetClass="entr" presetSubtype="0" fill="hold" nodeType="withEffect">
                                  <p:stCondLst>
                                    <p:cond delay="0"/>
                                  </p:stCondLst>
                                  <p:childTnLst>
                                    <p:set>
                                      <p:cBhvr>
                                        <p:cTn id="43" dur="1" fill="hold">
                                          <p:stCondLst>
                                            <p:cond delay="0"/>
                                          </p:stCondLst>
                                        </p:cTn>
                                        <p:tgtEl>
                                          <p:spTgt spid="190"/>
                                        </p:tgtEl>
                                        <p:attrNameLst>
                                          <p:attrName>style.visibility</p:attrName>
                                        </p:attrNameLst>
                                      </p:cBhvr>
                                      <p:to>
                                        <p:strVal val="visible"/>
                                      </p:to>
                                    </p:set>
                                    <p:animEffect transition="in" filter="fade">
                                      <p:cBhvr>
                                        <p:cTn id="44" dur="500"/>
                                        <p:tgtEl>
                                          <p:spTgt spid="19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44"/>
                                        </p:tgtEl>
                                        <p:attrNameLst>
                                          <p:attrName>style.visibility</p:attrName>
                                        </p:attrNameLst>
                                      </p:cBhvr>
                                      <p:to>
                                        <p:strVal val="visible"/>
                                      </p:to>
                                    </p:set>
                                    <p:animEffect transition="in" filter="fade">
                                      <p:cBhvr>
                                        <p:cTn id="47" dur="500"/>
                                        <p:tgtEl>
                                          <p:spTgt spid="144"/>
                                        </p:tgtEl>
                                      </p:cBhvr>
                                    </p:animEffect>
                                  </p:childTnLst>
                                </p:cTn>
                              </p:par>
                              <p:par>
                                <p:cTn id="48" presetID="10" presetClass="entr" presetSubtype="0" fill="hold" nodeType="withEffect">
                                  <p:stCondLst>
                                    <p:cond delay="0"/>
                                  </p:stCondLst>
                                  <p:childTnLst>
                                    <p:set>
                                      <p:cBhvr>
                                        <p:cTn id="49" dur="1" fill="hold">
                                          <p:stCondLst>
                                            <p:cond delay="0"/>
                                          </p:stCondLst>
                                        </p:cTn>
                                        <p:tgtEl>
                                          <p:spTgt spid="141"/>
                                        </p:tgtEl>
                                        <p:attrNameLst>
                                          <p:attrName>style.visibility</p:attrName>
                                        </p:attrNameLst>
                                      </p:cBhvr>
                                      <p:to>
                                        <p:strVal val="visible"/>
                                      </p:to>
                                    </p:set>
                                    <p:animEffect transition="in" filter="fade">
                                      <p:cBhvr>
                                        <p:cTn id="50" dur="500"/>
                                        <p:tgtEl>
                                          <p:spTgt spid="14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97"/>
                                        </p:tgtEl>
                                        <p:attrNameLst>
                                          <p:attrName>style.visibility</p:attrName>
                                        </p:attrNameLst>
                                      </p:cBhvr>
                                      <p:to>
                                        <p:strVal val="visible"/>
                                      </p:to>
                                    </p:set>
                                    <p:animEffect transition="in" filter="wipe(down)">
                                      <p:cBhvr>
                                        <p:cTn id="55" dur="500"/>
                                        <p:tgtEl>
                                          <p:spTgt spid="97"/>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74"/>
                                        </p:tgtEl>
                                        <p:attrNameLst>
                                          <p:attrName>style.visibility</p:attrName>
                                        </p:attrNameLst>
                                      </p:cBhvr>
                                      <p:to>
                                        <p:strVal val="visible"/>
                                      </p:to>
                                    </p:set>
                                    <p:animEffect transition="in" filter="wipe(down)">
                                      <p:cBhvr>
                                        <p:cTn id="58" dur="500"/>
                                        <p:tgtEl>
                                          <p:spTgt spid="274"/>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276"/>
                                        </p:tgtEl>
                                        <p:attrNameLst>
                                          <p:attrName>style.visibility</p:attrName>
                                        </p:attrNameLst>
                                      </p:cBhvr>
                                      <p:to>
                                        <p:strVal val="visible"/>
                                      </p:to>
                                    </p:set>
                                    <p:animEffect transition="in" filter="wipe(down)">
                                      <p:cBhvr>
                                        <p:cTn id="61" dur="500"/>
                                        <p:tgtEl>
                                          <p:spTgt spid="276"/>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49"/>
                                        </p:tgtEl>
                                        <p:attrNameLst>
                                          <p:attrName>style.visibility</p:attrName>
                                        </p:attrNameLst>
                                      </p:cBhvr>
                                      <p:to>
                                        <p:strVal val="visible"/>
                                      </p:to>
                                    </p:set>
                                    <p:animEffect transition="in" filter="wipe(down)">
                                      <p:cBhvr>
                                        <p:cTn id="64" dur="500"/>
                                        <p:tgtEl>
                                          <p:spTgt spid="49"/>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221"/>
                                        </p:tgtEl>
                                        <p:attrNameLst>
                                          <p:attrName>style.visibility</p:attrName>
                                        </p:attrNameLst>
                                      </p:cBhvr>
                                      <p:to>
                                        <p:strVal val="visible"/>
                                      </p:to>
                                    </p:set>
                                    <p:animEffect transition="in" filter="fade">
                                      <p:cBhvr>
                                        <p:cTn id="69" dur="500"/>
                                        <p:tgtEl>
                                          <p:spTgt spid="221"/>
                                        </p:tgtEl>
                                      </p:cBhvr>
                                    </p:animEffect>
                                  </p:childTnLst>
                                </p:cTn>
                              </p:par>
                              <p:par>
                                <p:cTn id="70" presetID="10" presetClass="entr" presetSubtype="0" fill="hold" nodeType="withEffect">
                                  <p:stCondLst>
                                    <p:cond delay="0"/>
                                  </p:stCondLst>
                                  <p:childTnLst>
                                    <p:set>
                                      <p:cBhvr>
                                        <p:cTn id="71" dur="1" fill="hold">
                                          <p:stCondLst>
                                            <p:cond delay="0"/>
                                          </p:stCondLst>
                                        </p:cTn>
                                        <p:tgtEl>
                                          <p:spTgt spid="163"/>
                                        </p:tgtEl>
                                        <p:attrNameLst>
                                          <p:attrName>style.visibility</p:attrName>
                                        </p:attrNameLst>
                                      </p:cBhvr>
                                      <p:to>
                                        <p:strVal val="visible"/>
                                      </p:to>
                                    </p:set>
                                    <p:animEffect transition="in" filter="fade">
                                      <p:cBhvr>
                                        <p:cTn id="72" dur="500"/>
                                        <p:tgtEl>
                                          <p:spTgt spid="163"/>
                                        </p:tgtEl>
                                      </p:cBhvr>
                                    </p:animEffect>
                                  </p:childTnLst>
                                </p:cTn>
                              </p:par>
                              <p:par>
                                <p:cTn id="73" presetID="10" presetClass="entr" presetSubtype="0" fill="hold" nodeType="withEffect">
                                  <p:stCondLst>
                                    <p:cond delay="0"/>
                                  </p:stCondLst>
                                  <p:childTnLst>
                                    <p:set>
                                      <p:cBhvr>
                                        <p:cTn id="74" dur="1" fill="hold">
                                          <p:stCondLst>
                                            <p:cond delay="0"/>
                                          </p:stCondLst>
                                        </p:cTn>
                                        <p:tgtEl>
                                          <p:spTgt spid="167"/>
                                        </p:tgtEl>
                                        <p:attrNameLst>
                                          <p:attrName>style.visibility</p:attrName>
                                        </p:attrNameLst>
                                      </p:cBhvr>
                                      <p:to>
                                        <p:strVal val="visible"/>
                                      </p:to>
                                    </p:set>
                                    <p:animEffect transition="in" filter="fade">
                                      <p:cBhvr>
                                        <p:cTn id="75" dur="500"/>
                                        <p:tgtEl>
                                          <p:spTgt spid="167"/>
                                        </p:tgtEl>
                                      </p:cBhvr>
                                    </p:animEffect>
                                  </p:childTnLst>
                                </p:cTn>
                              </p:par>
                              <p:par>
                                <p:cTn id="76" presetID="10" presetClass="entr" presetSubtype="0" fill="hold" nodeType="withEffect">
                                  <p:stCondLst>
                                    <p:cond delay="0"/>
                                  </p:stCondLst>
                                  <p:childTnLst>
                                    <p:set>
                                      <p:cBhvr>
                                        <p:cTn id="77" dur="1" fill="hold">
                                          <p:stCondLst>
                                            <p:cond delay="0"/>
                                          </p:stCondLst>
                                        </p:cTn>
                                        <p:tgtEl>
                                          <p:spTgt spid="80"/>
                                        </p:tgtEl>
                                        <p:attrNameLst>
                                          <p:attrName>style.visibility</p:attrName>
                                        </p:attrNameLst>
                                      </p:cBhvr>
                                      <p:to>
                                        <p:strVal val="visible"/>
                                      </p:to>
                                    </p:set>
                                    <p:animEffect transition="in" filter="fade">
                                      <p:cBhvr>
                                        <p:cTn id="78" dur="500"/>
                                        <p:tgtEl>
                                          <p:spTgt spid="8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animEffect transition="in" filter="fade">
                                      <p:cBhvr>
                                        <p:cTn id="81" dur="500"/>
                                        <p:tgtEl>
                                          <p:spTgt spid="76"/>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fade">
                                      <p:cBhvr>
                                        <p:cTn id="84" dur="500"/>
                                        <p:tgtEl>
                                          <p:spTgt spid="66"/>
                                        </p:tgtEl>
                                      </p:cBhvr>
                                    </p:animEffect>
                                  </p:childTnLst>
                                </p:cTn>
                              </p:par>
                              <p:par>
                                <p:cTn id="85" presetID="10" presetClass="entr" presetSubtype="0" fill="hold" nodeType="withEffect">
                                  <p:stCondLst>
                                    <p:cond delay="0"/>
                                  </p:stCondLst>
                                  <p:childTnLst>
                                    <p:set>
                                      <p:cBhvr>
                                        <p:cTn id="86" dur="1" fill="hold">
                                          <p:stCondLst>
                                            <p:cond delay="0"/>
                                          </p:stCondLst>
                                        </p:cTn>
                                        <p:tgtEl>
                                          <p:spTgt spid="180"/>
                                        </p:tgtEl>
                                        <p:attrNameLst>
                                          <p:attrName>style.visibility</p:attrName>
                                        </p:attrNameLst>
                                      </p:cBhvr>
                                      <p:to>
                                        <p:strVal val="visible"/>
                                      </p:to>
                                    </p:set>
                                    <p:animEffect transition="in" filter="fade">
                                      <p:cBhvr>
                                        <p:cTn id="87" dur="500"/>
                                        <p:tgtEl>
                                          <p:spTgt spid="180"/>
                                        </p:tgtEl>
                                      </p:cBhvr>
                                    </p:animEffect>
                                  </p:childTnLst>
                                </p:cTn>
                              </p:par>
                              <p:par>
                                <p:cTn id="88" presetID="10" presetClass="entr" presetSubtype="0" fill="hold" nodeType="withEffect">
                                  <p:stCondLst>
                                    <p:cond delay="0"/>
                                  </p:stCondLst>
                                  <p:childTnLst>
                                    <p:set>
                                      <p:cBhvr>
                                        <p:cTn id="89" dur="1" fill="hold">
                                          <p:stCondLst>
                                            <p:cond delay="0"/>
                                          </p:stCondLst>
                                        </p:cTn>
                                        <p:tgtEl>
                                          <p:spTgt spid="177"/>
                                        </p:tgtEl>
                                        <p:attrNameLst>
                                          <p:attrName>style.visibility</p:attrName>
                                        </p:attrNameLst>
                                      </p:cBhvr>
                                      <p:to>
                                        <p:strVal val="visible"/>
                                      </p:to>
                                    </p:set>
                                    <p:animEffect transition="in" filter="fade">
                                      <p:cBhvr>
                                        <p:cTn id="90" dur="500"/>
                                        <p:tgtEl>
                                          <p:spTgt spid="177"/>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238"/>
                                        </p:tgtEl>
                                        <p:attrNameLst>
                                          <p:attrName>style.visibility</p:attrName>
                                        </p:attrNameLst>
                                      </p:cBhvr>
                                      <p:to>
                                        <p:strVal val="visible"/>
                                      </p:to>
                                    </p:set>
                                    <p:animEffect transition="in" filter="fade">
                                      <p:cBhvr>
                                        <p:cTn id="95" dur="500"/>
                                        <p:tgtEl>
                                          <p:spTgt spid="23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0"/>
                                        </p:tgtEl>
                                        <p:attrNameLst>
                                          <p:attrName>style.visibility</p:attrName>
                                        </p:attrNameLst>
                                      </p:cBhvr>
                                      <p:to>
                                        <p:strVal val="visible"/>
                                      </p:to>
                                    </p:set>
                                    <p:animEffect transition="in" filter="fade">
                                      <p:cBhvr>
                                        <p:cTn id="98" dur="500"/>
                                        <p:tgtEl>
                                          <p:spTgt spid="90"/>
                                        </p:tgtEl>
                                      </p:cBhvr>
                                    </p:animEffect>
                                  </p:childTnLst>
                                </p:cTn>
                              </p:par>
                              <p:par>
                                <p:cTn id="99" presetID="10" presetClass="entr" presetSubtype="0" fill="hold" nodeType="withEffect">
                                  <p:stCondLst>
                                    <p:cond delay="0"/>
                                  </p:stCondLst>
                                  <p:childTnLst>
                                    <p:set>
                                      <p:cBhvr>
                                        <p:cTn id="100" dur="1" fill="hold">
                                          <p:stCondLst>
                                            <p:cond delay="0"/>
                                          </p:stCondLst>
                                        </p:cTn>
                                        <p:tgtEl>
                                          <p:spTgt spid="89"/>
                                        </p:tgtEl>
                                        <p:attrNameLst>
                                          <p:attrName>style.visibility</p:attrName>
                                        </p:attrNameLst>
                                      </p:cBhvr>
                                      <p:to>
                                        <p:strVal val="visible"/>
                                      </p:to>
                                    </p:set>
                                    <p:animEffect transition="in" filter="fade">
                                      <p:cBhvr>
                                        <p:cTn id="101" dur="500"/>
                                        <p:tgtEl>
                                          <p:spTgt spid="89"/>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grpId="0" nodeType="clickEffect">
                                  <p:stCondLst>
                                    <p:cond delay="0"/>
                                  </p:stCondLst>
                                  <p:childTnLst>
                                    <p:set>
                                      <p:cBhvr>
                                        <p:cTn id="105" dur="1" fill="hold">
                                          <p:stCondLst>
                                            <p:cond delay="0"/>
                                          </p:stCondLst>
                                        </p:cTn>
                                        <p:tgtEl>
                                          <p:spTgt spid="277"/>
                                        </p:tgtEl>
                                        <p:attrNameLst>
                                          <p:attrName>style.visibility</p:attrName>
                                        </p:attrNameLst>
                                      </p:cBhvr>
                                      <p:to>
                                        <p:strVal val="visible"/>
                                      </p:to>
                                    </p:set>
                                    <p:animEffect transition="in" filter="wipe(down)">
                                      <p:cBhvr>
                                        <p:cTn id="106" dur="500"/>
                                        <p:tgtEl>
                                          <p:spTgt spid="277"/>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wipe(down)">
                                      <p:cBhvr>
                                        <p:cTn id="109" dur="500"/>
                                        <p:tgtEl>
                                          <p:spTgt spid="47"/>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223"/>
                                        </p:tgtEl>
                                        <p:attrNameLst>
                                          <p:attrName>style.visibility</p:attrName>
                                        </p:attrNameLst>
                                      </p:cBhvr>
                                      <p:to>
                                        <p:strVal val="visible"/>
                                      </p:to>
                                    </p:set>
                                    <p:animEffect transition="in" filter="fade">
                                      <p:cBhvr>
                                        <p:cTn id="114" dur="500"/>
                                        <p:tgtEl>
                                          <p:spTgt spid="223"/>
                                        </p:tgtEl>
                                      </p:cBhvr>
                                    </p:animEffect>
                                  </p:childTnLst>
                                </p:cTn>
                              </p:par>
                              <p:par>
                                <p:cTn id="115" presetID="10" presetClass="entr" presetSubtype="0" fill="hold" nodeType="withEffect">
                                  <p:stCondLst>
                                    <p:cond delay="0"/>
                                  </p:stCondLst>
                                  <p:childTnLst>
                                    <p:set>
                                      <p:cBhvr>
                                        <p:cTn id="116" dur="1" fill="hold">
                                          <p:stCondLst>
                                            <p:cond delay="0"/>
                                          </p:stCondLst>
                                        </p:cTn>
                                        <p:tgtEl>
                                          <p:spTgt spid="204"/>
                                        </p:tgtEl>
                                        <p:attrNameLst>
                                          <p:attrName>style.visibility</p:attrName>
                                        </p:attrNameLst>
                                      </p:cBhvr>
                                      <p:to>
                                        <p:strVal val="visible"/>
                                      </p:to>
                                    </p:set>
                                    <p:animEffect transition="in" filter="fade">
                                      <p:cBhvr>
                                        <p:cTn id="117" dur="500"/>
                                        <p:tgtEl>
                                          <p:spTgt spid="204"/>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06"/>
                                        </p:tgtEl>
                                        <p:attrNameLst>
                                          <p:attrName>style.visibility</p:attrName>
                                        </p:attrNameLst>
                                      </p:cBhvr>
                                      <p:to>
                                        <p:strVal val="visible"/>
                                      </p:to>
                                    </p:set>
                                    <p:animEffect transition="in" filter="fade">
                                      <p:cBhvr>
                                        <p:cTn id="120" dur="500"/>
                                        <p:tgtEl>
                                          <p:spTgt spid="206"/>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283"/>
                                        </p:tgtEl>
                                        <p:attrNameLst>
                                          <p:attrName>style.visibility</p:attrName>
                                        </p:attrNameLst>
                                      </p:cBhvr>
                                      <p:to>
                                        <p:strVal val="visible"/>
                                      </p:to>
                                    </p:set>
                                    <p:animEffect transition="in" filter="wipe(down)">
                                      <p:cBhvr>
                                        <p:cTn id="125" dur="500"/>
                                        <p:tgtEl>
                                          <p:spTgt spid="283"/>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wipe(down)">
                                      <p:cBhvr>
                                        <p:cTn id="128" dur="500"/>
                                        <p:tgtEl>
                                          <p:spTgt spid="55"/>
                                        </p:tgtEl>
                                      </p:cBhvr>
                                    </p:animEffec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nodeType="clickEffect">
                                  <p:stCondLst>
                                    <p:cond delay="0"/>
                                  </p:stCondLst>
                                  <p:childTnLst>
                                    <p:set>
                                      <p:cBhvr>
                                        <p:cTn id="132" dur="1" fill="hold">
                                          <p:stCondLst>
                                            <p:cond delay="0"/>
                                          </p:stCondLst>
                                        </p:cTn>
                                        <p:tgtEl>
                                          <p:spTgt spid="254"/>
                                        </p:tgtEl>
                                        <p:attrNameLst>
                                          <p:attrName>style.visibility</p:attrName>
                                        </p:attrNameLst>
                                      </p:cBhvr>
                                      <p:to>
                                        <p:strVal val="visible"/>
                                      </p:to>
                                    </p:set>
                                    <p:animEffect transition="in" filter="fade">
                                      <p:cBhvr>
                                        <p:cTn id="133" dur="500"/>
                                        <p:tgtEl>
                                          <p:spTgt spid="254"/>
                                        </p:tgtEl>
                                      </p:cBhvr>
                                    </p:animEffect>
                                  </p:childTnLst>
                                </p:cTn>
                              </p:par>
                              <p:par>
                                <p:cTn id="134" presetID="10" presetClass="entr" presetSubtype="0" fill="hold" grpId="0" nodeType="withEffect">
                                  <p:stCondLst>
                                    <p:cond delay="0"/>
                                  </p:stCondLst>
                                  <p:childTnLst>
                                    <p:set>
                                      <p:cBhvr>
                                        <p:cTn id="135" dur="1" fill="hold">
                                          <p:stCondLst>
                                            <p:cond delay="0"/>
                                          </p:stCondLst>
                                        </p:cTn>
                                        <p:tgtEl>
                                          <p:spTgt spid="45"/>
                                        </p:tgtEl>
                                        <p:attrNameLst>
                                          <p:attrName>style.visibility</p:attrName>
                                        </p:attrNameLst>
                                      </p:cBhvr>
                                      <p:to>
                                        <p:strVal val="visible"/>
                                      </p:to>
                                    </p:set>
                                    <p:animEffect transition="in" filter="fade">
                                      <p:cBhvr>
                                        <p:cTn id="136" dur="500"/>
                                        <p:tgtEl>
                                          <p:spTgt spid="45"/>
                                        </p:tgtEl>
                                      </p:cBhvr>
                                    </p:animEffect>
                                  </p:childTnLst>
                                </p:cTn>
                              </p:par>
                              <p:par>
                                <p:cTn id="137" presetID="10" presetClass="entr" presetSubtype="0" fill="hold" nodeType="withEffect">
                                  <p:stCondLst>
                                    <p:cond delay="0"/>
                                  </p:stCondLst>
                                  <p:childTnLst>
                                    <p:set>
                                      <p:cBhvr>
                                        <p:cTn id="138" dur="1" fill="hold">
                                          <p:stCondLst>
                                            <p:cond delay="0"/>
                                          </p:stCondLst>
                                        </p:cTn>
                                        <p:tgtEl>
                                          <p:spTgt spid="261"/>
                                        </p:tgtEl>
                                        <p:attrNameLst>
                                          <p:attrName>style.visibility</p:attrName>
                                        </p:attrNameLst>
                                      </p:cBhvr>
                                      <p:to>
                                        <p:strVal val="visible"/>
                                      </p:to>
                                    </p:set>
                                    <p:animEffect transition="in" filter="fade">
                                      <p:cBhvr>
                                        <p:cTn id="139" dur="500"/>
                                        <p:tgtEl>
                                          <p:spTgt spid="261"/>
                                        </p:tgtEl>
                                      </p:cBhvr>
                                    </p:animEffect>
                                  </p:childTnLst>
                                </p:cTn>
                              </p:par>
                              <p:par>
                                <p:cTn id="140" presetID="10" presetClass="entr" presetSubtype="0" fill="hold" nodeType="withEffect">
                                  <p:stCondLst>
                                    <p:cond delay="0"/>
                                  </p:stCondLst>
                                  <p:childTnLst>
                                    <p:set>
                                      <p:cBhvr>
                                        <p:cTn id="141" dur="1" fill="hold">
                                          <p:stCondLst>
                                            <p:cond delay="0"/>
                                          </p:stCondLst>
                                        </p:cTn>
                                        <p:tgtEl>
                                          <p:spTgt spid="39"/>
                                        </p:tgtEl>
                                        <p:attrNameLst>
                                          <p:attrName>style.visibility</p:attrName>
                                        </p:attrNameLst>
                                      </p:cBhvr>
                                      <p:to>
                                        <p:strVal val="visible"/>
                                      </p:to>
                                    </p:set>
                                    <p:animEffect transition="in" filter="fade">
                                      <p:cBhvr>
                                        <p:cTn id="142" dur="500"/>
                                        <p:tgtEl>
                                          <p:spTgt spid="39"/>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nodeType="clickEffect">
                                  <p:stCondLst>
                                    <p:cond delay="0"/>
                                  </p:stCondLst>
                                  <p:childTnLst>
                                    <p:set>
                                      <p:cBhvr>
                                        <p:cTn id="146" dur="1" fill="hold">
                                          <p:stCondLst>
                                            <p:cond delay="0"/>
                                          </p:stCondLst>
                                        </p:cTn>
                                        <p:tgtEl>
                                          <p:spTgt spid="286"/>
                                        </p:tgtEl>
                                        <p:attrNameLst>
                                          <p:attrName>style.visibility</p:attrName>
                                        </p:attrNameLst>
                                      </p:cBhvr>
                                      <p:to>
                                        <p:strVal val="visible"/>
                                      </p:to>
                                    </p:set>
                                    <p:anim calcmode="lin" valueType="num">
                                      <p:cBhvr>
                                        <p:cTn id="147" dur="500" fill="hold"/>
                                        <p:tgtEl>
                                          <p:spTgt spid="286"/>
                                        </p:tgtEl>
                                        <p:attrNameLst>
                                          <p:attrName>ppt_w</p:attrName>
                                        </p:attrNameLst>
                                      </p:cBhvr>
                                      <p:tavLst>
                                        <p:tav tm="0">
                                          <p:val>
                                            <p:fltVal val="0"/>
                                          </p:val>
                                        </p:tav>
                                        <p:tav tm="100000">
                                          <p:val>
                                            <p:strVal val="#ppt_w"/>
                                          </p:val>
                                        </p:tav>
                                      </p:tavLst>
                                    </p:anim>
                                    <p:anim calcmode="lin" valueType="num">
                                      <p:cBhvr>
                                        <p:cTn id="148" dur="500" fill="hold"/>
                                        <p:tgtEl>
                                          <p:spTgt spid="286"/>
                                        </p:tgtEl>
                                        <p:attrNameLst>
                                          <p:attrName>ppt_h</p:attrName>
                                        </p:attrNameLst>
                                      </p:cBhvr>
                                      <p:tavLst>
                                        <p:tav tm="0">
                                          <p:val>
                                            <p:fltVal val="0"/>
                                          </p:val>
                                        </p:tav>
                                        <p:tav tm="100000">
                                          <p:val>
                                            <p:strVal val="#ppt_h"/>
                                          </p:val>
                                        </p:tav>
                                      </p:tavLst>
                                    </p:anim>
                                    <p:animEffect transition="in" filter="fade">
                                      <p:cBhvr>
                                        <p:cTn id="149" dur="500"/>
                                        <p:tgtEl>
                                          <p:spTgt spid="286"/>
                                        </p:tgtEl>
                                      </p:cBhvr>
                                    </p:animEffect>
                                  </p:childTnLst>
                                </p:cTn>
                              </p:par>
                              <p:par>
                                <p:cTn id="150" presetID="53" presetClass="entr" presetSubtype="16" fill="hold" nodeType="withEffect">
                                  <p:stCondLst>
                                    <p:cond delay="0"/>
                                  </p:stCondLst>
                                  <p:childTnLst>
                                    <p:set>
                                      <p:cBhvr>
                                        <p:cTn id="151" dur="1" fill="hold">
                                          <p:stCondLst>
                                            <p:cond delay="0"/>
                                          </p:stCondLst>
                                        </p:cTn>
                                        <p:tgtEl>
                                          <p:spTgt spid="265"/>
                                        </p:tgtEl>
                                        <p:attrNameLst>
                                          <p:attrName>style.visibility</p:attrName>
                                        </p:attrNameLst>
                                      </p:cBhvr>
                                      <p:to>
                                        <p:strVal val="visible"/>
                                      </p:to>
                                    </p:set>
                                    <p:anim calcmode="lin" valueType="num">
                                      <p:cBhvr>
                                        <p:cTn id="152" dur="500" fill="hold"/>
                                        <p:tgtEl>
                                          <p:spTgt spid="265"/>
                                        </p:tgtEl>
                                        <p:attrNameLst>
                                          <p:attrName>ppt_w</p:attrName>
                                        </p:attrNameLst>
                                      </p:cBhvr>
                                      <p:tavLst>
                                        <p:tav tm="0">
                                          <p:val>
                                            <p:fltVal val="0"/>
                                          </p:val>
                                        </p:tav>
                                        <p:tav tm="100000">
                                          <p:val>
                                            <p:strVal val="#ppt_w"/>
                                          </p:val>
                                        </p:tav>
                                      </p:tavLst>
                                    </p:anim>
                                    <p:anim calcmode="lin" valueType="num">
                                      <p:cBhvr>
                                        <p:cTn id="153" dur="500" fill="hold"/>
                                        <p:tgtEl>
                                          <p:spTgt spid="265"/>
                                        </p:tgtEl>
                                        <p:attrNameLst>
                                          <p:attrName>ppt_h</p:attrName>
                                        </p:attrNameLst>
                                      </p:cBhvr>
                                      <p:tavLst>
                                        <p:tav tm="0">
                                          <p:val>
                                            <p:fltVal val="0"/>
                                          </p:val>
                                        </p:tav>
                                        <p:tav tm="100000">
                                          <p:val>
                                            <p:strVal val="#ppt_h"/>
                                          </p:val>
                                        </p:tav>
                                      </p:tavLst>
                                    </p:anim>
                                    <p:animEffect transition="in" filter="fade">
                                      <p:cBhvr>
                                        <p:cTn id="154" dur="500"/>
                                        <p:tgtEl>
                                          <p:spTgt spid="2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9" grpId="0" animBg="1"/>
      <p:bldP spid="55" grpId="0" animBg="1"/>
      <p:bldP spid="45" grpId="0" animBg="1"/>
      <p:bldP spid="66" grpId="0" animBg="1"/>
      <p:bldP spid="76" grpId="0" animBg="1"/>
      <p:bldP spid="90" grpId="0" animBg="1"/>
      <p:bldP spid="97" grpId="0" animBg="1"/>
      <p:bldP spid="103" grpId="0" animBg="1"/>
      <p:bldP spid="110" grpId="0" animBg="1"/>
      <p:bldP spid="126" grpId="0" animBg="1"/>
      <p:bldP spid="144" grpId="0" animBg="1"/>
      <p:bldP spid="206" grpId="0" animBg="1"/>
      <p:bldP spid="267" grpId="0"/>
      <p:bldP spid="268" grpId="0" animBg="1"/>
      <p:bldP spid="269" grpId="0"/>
      <p:bldP spid="274" grpId="0"/>
      <p:bldP spid="276" grpId="0"/>
      <p:bldP spid="277" grpId="0"/>
      <p:bldP spid="28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14</a:t>
            </a:r>
          </a:p>
        </p:txBody>
      </p:sp>
      <p:sp>
        <p:nvSpPr>
          <p:cNvPr id="6" name="TextBox 5"/>
          <p:cNvSpPr txBox="1"/>
          <p:nvPr/>
        </p:nvSpPr>
        <p:spPr>
          <a:xfrm>
            <a:off x="1751260" y="2027146"/>
            <a:ext cx="25794857" cy="1615827"/>
          </a:xfrm>
          <a:prstGeom prst="rect">
            <a:avLst/>
          </a:prstGeom>
          <a:noFill/>
        </p:spPr>
        <p:txBody>
          <a:bodyPr wrap="square" lIns="0" tIns="0" rIns="0" bIns="0" anchor="b">
            <a:spAutoFit/>
          </a:bodyPr>
          <a:lstStyle/>
          <a:p>
            <a:r>
              <a:rPr sz="10500" dirty="0">
                <a:solidFill>
                  <a:srgbClr val="000000"/>
                </a:solidFill>
                <a:latin typeface="+mj-lt"/>
                <a:cs typeface="Times New Roman"/>
              </a:rPr>
              <a:t>Neural Network: </a:t>
            </a:r>
            <a:r>
              <a:rPr lang="en-US" sz="10500" dirty="0">
                <a:solidFill>
                  <a:srgbClr val="000000"/>
                </a:solidFill>
                <a:latin typeface="+mj-lt"/>
                <a:cs typeface="Times New Roman"/>
              </a:rPr>
              <a:t>Building Block</a:t>
            </a:r>
            <a:endParaRPr sz="10500" dirty="0">
              <a:solidFill>
                <a:srgbClr val="000000"/>
              </a:solidFill>
              <a:latin typeface="+mj-lt"/>
              <a:cs typeface="Times New Roman"/>
            </a:endParaRP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32935" y="4175613"/>
            <a:ext cx="25794857" cy="1231106"/>
          </a:xfrm>
          <a:prstGeom prst="rect">
            <a:avLst/>
          </a:prstGeom>
          <a:noFill/>
        </p:spPr>
        <p:txBody>
          <a:bodyPr wrap="square" lIns="0" tIns="0" rIns="0" bIns="0" anchor="t">
            <a:spAutoFit/>
          </a:bodyPr>
          <a:lstStyle/>
          <a:p>
            <a:pPr algn="ctr"/>
            <a:r>
              <a:rPr lang="en-US" sz="4000" i="1" dirty="0">
                <a:solidFill>
                  <a:srgbClr val="000000"/>
                </a:solidFill>
                <a:latin typeface="Times New Roman"/>
                <a:cs typeface="Times New Roman"/>
              </a:rPr>
              <a:t>Neuron: The building block of the </a:t>
            </a:r>
            <a:r>
              <a:rPr sz="4000" b="1" i="1" dirty="0">
                <a:solidFill>
                  <a:srgbClr val="960C22"/>
                </a:solidFill>
                <a:latin typeface="Times New Roman"/>
                <a:cs typeface="Times New Roman"/>
              </a:rPr>
              <a:t>program</a:t>
            </a:r>
            <a:r>
              <a:rPr lang="en-US" sz="4000" b="1" i="1" dirty="0">
                <a:solidFill>
                  <a:srgbClr val="000000"/>
                </a:solidFill>
                <a:latin typeface="Times New Roman"/>
                <a:cs typeface="Times New Roman"/>
              </a:rPr>
              <a:t>.</a:t>
            </a:r>
          </a:p>
          <a:p>
            <a:pPr algn="ctr"/>
            <a:r>
              <a:rPr lang="en-US" sz="4000" i="1" dirty="0">
                <a:solidFill>
                  <a:srgbClr val="000000"/>
                </a:solidFill>
                <a:latin typeface="Times New Roman"/>
                <a:cs typeface="Times New Roman"/>
              </a:rPr>
              <a:t>It’s a function that calculates </a:t>
            </a:r>
            <a:r>
              <a:rPr sz="4000" i="1" dirty="0">
                <a:latin typeface="Times New Roman"/>
                <a:cs typeface="Times New Roman"/>
              </a:rPr>
              <a:t>"</a:t>
            </a:r>
            <a:r>
              <a:rPr sz="4000" b="1" i="1" dirty="0">
                <a:latin typeface="Times New Roman"/>
                <a:cs typeface="Times New Roman"/>
              </a:rPr>
              <a:t>what would come next</a:t>
            </a:r>
            <a:r>
              <a:rPr sz="4000" i="1" dirty="0">
                <a:latin typeface="Times New Roman"/>
                <a:cs typeface="Times New Roman"/>
              </a:rPr>
              <a:t>", </a:t>
            </a:r>
            <a:r>
              <a:rPr sz="4000" i="1" dirty="0">
                <a:solidFill>
                  <a:srgbClr val="000000"/>
                </a:solidFill>
                <a:latin typeface="Times New Roman"/>
                <a:cs typeface="Times New Roman"/>
              </a:rPr>
              <a:t>using the </a:t>
            </a:r>
            <a:r>
              <a:rPr sz="4000" b="1" i="1" dirty="0">
                <a:solidFill>
                  <a:srgbClr val="B97800"/>
                </a:solidFill>
                <a:latin typeface="Times New Roman"/>
                <a:cs typeface="Times New Roman"/>
              </a:rPr>
              <a:t>model's weights</a:t>
            </a:r>
            <a:r>
              <a:rPr sz="4000" i="1" dirty="0">
                <a:solidFill>
                  <a:srgbClr val="000000"/>
                </a:solidFill>
                <a:latin typeface="Times New Roman"/>
                <a:cs typeface="Times New Roman"/>
              </a:rPr>
              <a:t> and the </a:t>
            </a:r>
            <a:r>
              <a:rPr sz="4000" b="1" i="1" dirty="0">
                <a:solidFill>
                  <a:srgbClr val="7030A0"/>
                </a:solidFill>
                <a:latin typeface="Times New Roman"/>
                <a:cs typeface="Times New Roman"/>
              </a:rPr>
              <a:t>prompt</a:t>
            </a:r>
            <a:r>
              <a:rPr sz="4000" i="1" dirty="0">
                <a:solidFill>
                  <a:srgbClr val="000000"/>
                </a:solidFill>
                <a:latin typeface="Times New Roman"/>
                <a:cs typeface="Times New Roman"/>
              </a:rPr>
              <a:t>.</a:t>
            </a:r>
          </a:p>
        </p:txBody>
      </p:sp>
      <mc:AlternateContent xmlns:mc="http://schemas.openxmlformats.org/markup-compatibility/2006" xmlns:a14="http://schemas.microsoft.com/office/drawing/2010/main">
        <mc:Choice Requires="a14">
          <p:sp>
            <p:nvSpPr>
              <p:cNvPr id="11" name="TextBox 10"/>
              <p:cNvSpPr txBox="1"/>
              <p:nvPr/>
            </p:nvSpPr>
            <p:spPr>
              <a:xfrm>
                <a:off x="1204167" y="6546687"/>
                <a:ext cx="25794857" cy="4078039"/>
              </a:xfrm>
              <a:prstGeom prst="rect">
                <a:avLst/>
              </a:prstGeom>
              <a:noFill/>
            </p:spPr>
            <p:txBody>
              <a:bodyPr wrap="square" lIns="0" tIns="0" rIns="0" bIns="0" anchor="t">
                <a:spAutoFit/>
              </a:bodyPr>
              <a:lstStyle/>
              <a:p>
                <a:pPr marL="562903" indent="-562903">
                  <a:spcAft>
                    <a:spcPts val="960"/>
                  </a:spcAft>
                  <a:buFont typeface="Wingdings" panose="05000000000000000000" pitchFamily="2" charset="2"/>
                  <a:buChar char="q"/>
                </a:pPr>
                <a:r>
                  <a:rPr lang="en-US" sz="4000" b="1" dirty="0">
                    <a:solidFill>
                      <a:schemeClr val="accent6"/>
                    </a:solidFill>
                    <a:latin typeface="Times New Roman"/>
                    <a:cs typeface="Times New Roman"/>
                  </a:rPr>
                  <a:t>Activation</a:t>
                </a:r>
                <a:r>
                  <a:rPr lang="en-US" sz="4000" b="1" dirty="0">
                    <a:solidFill>
                      <a:srgbClr val="960C22"/>
                    </a:solidFill>
                    <a:latin typeface="Times New Roman"/>
                    <a:cs typeface="Times New Roman"/>
                  </a:rPr>
                  <a:t> vector</a:t>
                </a:r>
                <a:r>
                  <a:rPr lang="en-US" sz="4000" dirty="0">
                    <a:solidFill>
                      <a:srgbClr val="000000"/>
                    </a:solidFill>
                    <a:latin typeface="Times New Roman"/>
                    <a:cs typeface="Times New Roman"/>
                  </a:rPr>
                  <a:t>, </a:t>
                </a:r>
                <a14:m>
                  <m:oMath xmlns:m="http://schemas.openxmlformats.org/officeDocument/2006/math">
                    <m:r>
                      <a:rPr lang="en-US" sz="4000" b="1">
                        <a:solidFill>
                          <a:srgbClr val="7030A0"/>
                        </a:solidFill>
                        <a:latin typeface="Cambria Math" panose="02040503050406030204" pitchFamily="18" charset="0"/>
                      </a:rPr>
                      <m:t>𝐱</m:t>
                    </m:r>
                    <m:r>
                      <a:rPr lang="en-US" sz="4000" b="1" i="1">
                        <a:solidFill>
                          <a:srgbClr val="7030A0"/>
                        </a:solidFill>
                        <a:latin typeface="Cambria Math" panose="02040503050406030204" pitchFamily="18" charset="0"/>
                      </a:rPr>
                      <m:t> </m:t>
                    </m:r>
                  </m:oMath>
                </a14:m>
                <a:r>
                  <a:rPr lang="en-US" sz="4000" dirty="0">
                    <a:solidFill>
                      <a:srgbClr val="000000"/>
                    </a:solidFill>
                    <a:latin typeface="Times New Roman"/>
                    <a:cs typeface="Times New Roman"/>
                  </a:rPr>
                  <a:t>:</a:t>
                </a:r>
                <a:r>
                  <a:rPr lang="en-US" sz="4000" dirty="0">
                    <a:solidFill>
                      <a:srgbClr val="000000"/>
                    </a:solidFill>
                    <a:cs typeface="Times New Roman"/>
                  </a:rPr>
                  <a:t> The list of numbers representing a token (Embedding Vector). This list gets updated </a:t>
                </a:r>
                <a:r>
                  <a:rPr lang="en-US" sz="4000" dirty="0" err="1">
                    <a:solidFill>
                      <a:srgbClr val="000000"/>
                    </a:solidFill>
                    <a:cs typeface="Times New Roman"/>
                  </a:rPr>
                  <a:t>everytime</a:t>
                </a:r>
                <a:r>
                  <a:rPr lang="en-US" sz="4000" dirty="0">
                    <a:solidFill>
                      <a:srgbClr val="000000"/>
                    </a:solidFill>
                    <a:cs typeface="Times New Roman"/>
                  </a:rPr>
                  <a:t> it passes through a neuron.</a:t>
                </a:r>
              </a:p>
              <a:p>
                <a:pPr marL="562903" indent="-562903">
                  <a:spcAft>
                    <a:spcPts val="960"/>
                  </a:spcAft>
                  <a:buFont typeface="Wingdings" panose="05000000000000000000" pitchFamily="2" charset="2"/>
                  <a:buChar char="q"/>
                </a:pPr>
                <a:endParaRPr lang="en-US" sz="4000" dirty="0">
                  <a:solidFill>
                    <a:srgbClr val="000000"/>
                  </a:solidFill>
                  <a:cs typeface="Times New Roman"/>
                </a:endParaRPr>
              </a:p>
              <a:p>
                <a:pPr marL="562903" indent="-562903">
                  <a:spcAft>
                    <a:spcPts val="960"/>
                  </a:spcAft>
                  <a:buFont typeface="Wingdings" panose="05000000000000000000" pitchFamily="2" charset="2"/>
                  <a:buChar char="q"/>
                </a:pPr>
                <a:r>
                  <a:rPr lang="en-US" sz="4000" b="1" dirty="0">
                    <a:solidFill>
                      <a:srgbClr val="960C22"/>
                    </a:solidFill>
                    <a:latin typeface="Times New Roman"/>
                    <a:cs typeface="Times New Roman"/>
                  </a:rPr>
                  <a:t>Bias</a:t>
                </a:r>
                <a:r>
                  <a:rPr lang="en-US" sz="4000" dirty="0">
                    <a:solidFill>
                      <a:srgbClr val="000000"/>
                    </a:solidFill>
                    <a:latin typeface="Times New Roman"/>
                    <a:cs typeface="Times New Roman"/>
                  </a:rPr>
                  <a:t>, </a:t>
                </a:r>
                <a:r>
                  <a:rPr lang="en-US" sz="4000" i="1" dirty="0">
                    <a:solidFill>
                      <a:srgbClr val="000000"/>
                    </a:solidFill>
                    <a:latin typeface="Times New Roman"/>
                    <a:cs typeface="Times New Roman"/>
                  </a:rPr>
                  <a:t>b</a:t>
                </a:r>
                <a:r>
                  <a:rPr lang="en-US" sz="4000" dirty="0">
                    <a:solidFill>
                      <a:srgbClr val="000000"/>
                    </a:solidFill>
                    <a:latin typeface="Times New Roman"/>
                    <a:cs typeface="Times New Roman"/>
                  </a:rPr>
                  <a:t>: </a:t>
                </a:r>
                <a:r>
                  <a:rPr lang="en-US" sz="4000" dirty="0">
                    <a:solidFill>
                      <a:srgbClr val="000000"/>
                    </a:solidFill>
                    <a:cs typeface="Times New Roman"/>
                  </a:rPr>
                  <a:t>A fixed penalty (</a:t>
                </a:r>
                <a14:m>
                  <m:oMath xmlns:m="http://schemas.openxmlformats.org/officeDocument/2006/math">
                    <m:r>
                      <m:rPr>
                        <m:sty m:val="p"/>
                      </m:rPr>
                      <a:rPr lang="en-US" sz="4000">
                        <a:solidFill>
                          <a:srgbClr val="000000"/>
                        </a:solidFill>
                        <a:latin typeface="Cambria Math" panose="02040503050406030204" pitchFamily="18" charset="0"/>
                        <a:ea typeface="Cambria Math" panose="02040503050406030204" pitchFamily="18" charset="0"/>
                        <a:cs typeface="Times New Roman"/>
                      </a:rPr>
                      <m:t>b</m:t>
                    </m:r>
                    <m:r>
                      <a:rPr lang="en-US" sz="4000" i="1">
                        <a:solidFill>
                          <a:srgbClr val="000000"/>
                        </a:solidFill>
                        <a:latin typeface="Cambria Math" panose="02040503050406030204" pitchFamily="18" charset="0"/>
                        <a:ea typeface="Cambria Math" panose="02040503050406030204" pitchFamily="18" charset="0"/>
                        <a:cs typeface="Times New Roman"/>
                      </a:rPr>
                      <m:t>&lt;0</m:t>
                    </m:r>
                  </m:oMath>
                </a14:m>
                <a:r>
                  <a:rPr lang="en-US" sz="4000" dirty="0">
                    <a:solidFill>
                      <a:srgbClr val="000000"/>
                    </a:solidFill>
                    <a:cs typeface="Times New Roman"/>
                  </a:rPr>
                  <a:t>) or bonus (</a:t>
                </a:r>
                <a14:m>
                  <m:oMath xmlns:m="http://schemas.openxmlformats.org/officeDocument/2006/math">
                    <m:r>
                      <m:rPr>
                        <m:sty m:val="p"/>
                      </m:rPr>
                      <a:rPr lang="en-US" sz="4000">
                        <a:solidFill>
                          <a:srgbClr val="000000"/>
                        </a:solidFill>
                        <a:latin typeface="Cambria Math" panose="02040503050406030204" pitchFamily="18" charset="0"/>
                        <a:ea typeface="Cambria Math" panose="02040503050406030204" pitchFamily="18" charset="0"/>
                        <a:cs typeface="Times New Roman"/>
                      </a:rPr>
                      <m:t>b</m:t>
                    </m:r>
                    <m:r>
                      <a:rPr lang="en-US" sz="4000" i="1">
                        <a:solidFill>
                          <a:srgbClr val="000000"/>
                        </a:solidFill>
                        <a:latin typeface="Cambria Math" panose="02040503050406030204" pitchFamily="18" charset="0"/>
                        <a:ea typeface="Cambria Math" panose="02040503050406030204" pitchFamily="18" charset="0"/>
                        <a:cs typeface="Times New Roman"/>
                      </a:rPr>
                      <m:t>&gt;0</m:t>
                    </m:r>
                  </m:oMath>
                </a14:m>
                <a:r>
                  <a:rPr lang="en-US" sz="4000" dirty="0">
                    <a:solidFill>
                      <a:srgbClr val="000000"/>
                    </a:solidFill>
                    <a:cs typeface="Times New Roman"/>
                  </a:rPr>
                  <a:t>)</a:t>
                </a:r>
                <a:r>
                  <a:rPr lang="en-US" sz="4000" dirty="0">
                    <a:solidFill>
                      <a:srgbClr val="000000"/>
                    </a:solidFill>
                    <a:latin typeface="Times New Roman"/>
                    <a:cs typeface="Times New Roman"/>
                  </a:rPr>
                  <a:t>. It determines the sensitivity of each neuron to activate during inference (e.g., Prompt 1: Generate an image; Prompt 2: Generate a song).</a:t>
                </a:r>
              </a:p>
              <a:p>
                <a:pPr marL="1020103" lvl="1" indent="-562903">
                  <a:spcAft>
                    <a:spcPts val="960"/>
                  </a:spcAft>
                  <a:buFont typeface="Wingdings" panose="05000000000000000000" pitchFamily="2" charset="2"/>
                  <a:buChar char="q"/>
                </a:pPr>
                <a:endParaRPr lang="en-US" sz="4000" dirty="0">
                  <a:solidFill>
                    <a:srgbClr val="000000"/>
                  </a:solidFill>
                  <a:latin typeface="Times New Roman"/>
                  <a:cs typeface="Times New Roman"/>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1204167" y="6546687"/>
                <a:ext cx="25794857" cy="4078039"/>
              </a:xfrm>
              <a:prstGeom prst="rect">
                <a:avLst/>
              </a:prstGeom>
              <a:blipFill>
                <a:blip r:embed="rId5"/>
                <a:stretch>
                  <a:fillRect l="-1111" t="-3886" r="-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09E8FA7-8C39-E0BD-3F38-9F91FF5EF653}"/>
                  </a:ext>
                </a:extLst>
              </p:cNvPr>
              <p:cNvSpPr txBox="1"/>
              <p:nvPr/>
            </p:nvSpPr>
            <p:spPr>
              <a:xfrm>
                <a:off x="10797068" y="5570141"/>
                <a:ext cx="6609053" cy="751872"/>
              </a:xfrm>
              <a:prstGeom prst="rect">
                <a:avLst/>
              </a:prstGeom>
              <a:noFill/>
            </p:spPr>
            <p:txBody>
              <a:bodyPr wrap="none" lIns="0" tIns="0" rIns="0" bIns="0" rtlCol="0">
                <a:spAutoFit/>
              </a:bodyPr>
              <a:lstStyle/>
              <a:p>
                <a:pPr/>
                <a14:m>
                  <m:oMathPara xmlns:m="http://schemas.openxmlformats.org/officeDocument/2006/math">
                    <m:oMath>
                      <m:r>
                        <a:rPr lang="en-US" sz="4800" b="0" i="1" smtClean="0">
                          <a:solidFill>
                            <a:schemeClr val="tx1"/>
                          </a:solidFill>
                          <a:latin typeface="Cambria Math" panose="02040503050406030204" pitchFamily="18" charset="0"/>
                        </a:rPr>
                        <m:t>𝑎</m:t>
                      </m:r>
                      <m:r>
                        <a:rPr lang="en-US" sz="4800" b="0" i="1" smtClean="0">
                          <a:latin typeface="Cambria Math" panose="02040503050406030204" pitchFamily="18" charset="0"/>
                        </a:rPr>
                        <m:t>=</m:t>
                      </m:r>
                      <m:r>
                        <a:rPr lang="el-GR" sz="4800" b="0" i="1" smtClean="0">
                          <a:solidFill>
                            <a:schemeClr val="accent6"/>
                          </a:solidFill>
                          <a:latin typeface="Cambria Math" panose="02040503050406030204" pitchFamily="18" charset="0"/>
                        </a:rPr>
                        <m:t>𝜑</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𝑢</m:t>
                          </m:r>
                        </m:e>
                      </m:d>
                      <m:r>
                        <a:rPr lang="en-US" sz="4800" b="0" i="1" smtClean="0">
                          <a:latin typeface="Cambria Math" panose="02040503050406030204" pitchFamily="18" charset="0"/>
                        </a:rPr>
                        <m:t>=</m:t>
                      </m:r>
                      <m:r>
                        <a:rPr lang="el-GR" sz="4800" b="0" i="1" smtClean="0">
                          <a:latin typeface="Cambria Math" panose="02040503050406030204" pitchFamily="18" charset="0"/>
                        </a:rPr>
                        <m:t>𝜑</m:t>
                      </m:r>
                      <m:r>
                        <a:rPr lang="en-US" sz="4800" b="0" i="1" smtClean="0">
                          <a:latin typeface="Cambria Math" panose="02040503050406030204" pitchFamily="18" charset="0"/>
                        </a:rPr>
                        <m:t>(</m:t>
                      </m:r>
                      <m:sSup>
                        <m:sSupPr>
                          <m:ctrlPr>
                            <a:rPr lang="en-US" sz="4800" b="1" i="0" smtClean="0">
                              <a:solidFill>
                                <a:schemeClr val="accent5"/>
                              </a:solidFill>
                              <a:latin typeface="Cambria Math" panose="02040503050406030204" pitchFamily="18" charset="0"/>
                            </a:rPr>
                          </m:ctrlPr>
                        </m:sSupPr>
                        <m:e>
                          <m:r>
                            <a:rPr lang="en-US" sz="4800" b="1" i="0" smtClean="0">
                              <a:solidFill>
                                <a:schemeClr val="accent5"/>
                              </a:solidFill>
                              <a:latin typeface="Cambria Math" panose="02040503050406030204" pitchFamily="18" charset="0"/>
                            </a:rPr>
                            <m:t>𝐰</m:t>
                          </m:r>
                        </m:e>
                        <m:sup>
                          <m:r>
                            <m:rPr>
                              <m:sty m:val="p"/>
                            </m:rPr>
                            <a:rPr lang="en-US" sz="4800" b="0" i="0" smtClean="0">
                              <a:latin typeface="Cambria Math" panose="02040503050406030204" pitchFamily="18" charset="0"/>
                            </a:rPr>
                            <m:t>T</m:t>
                          </m:r>
                        </m:sup>
                      </m:sSup>
                      <m:r>
                        <a:rPr lang="en-US" sz="4800" b="1" i="0" smtClean="0">
                          <a:solidFill>
                            <a:srgbClr val="7030A0"/>
                          </a:solidFill>
                          <a:latin typeface="Cambria Math" panose="02040503050406030204" pitchFamily="18" charset="0"/>
                        </a:rPr>
                        <m:t>𝐱</m:t>
                      </m:r>
                      <m:r>
                        <a:rPr lang="en-US" sz="4800" b="0" i="1" smtClean="0">
                          <a:latin typeface="Cambria Math" panose="02040503050406030204" pitchFamily="18" charset="0"/>
                        </a:rPr>
                        <m:t>+</m:t>
                      </m:r>
                      <m:r>
                        <a:rPr lang="en-US" sz="4800" b="0" i="1" smtClean="0">
                          <a:solidFill>
                            <a:schemeClr val="tx1"/>
                          </a:solidFill>
                          <a:latin typeface="Cambria Math" panose="02040503050406030204" pitchFamily="18" charset="0"/>
                        </a:rPr>
                        <m:t>𝑏</m:t>
                      </m:r>
                      <m:r>
                        <a:rPr lang="en-US" sz="4800" b="0" i="1" smtClean="0">
                          <a:latin typeface="Cambria Math" panose="02040503050406030204" pitchFamily="18" charset="0"/>
                        </a:rPr>
                        <m:t>)</m:t>
                      </m:r>
                    </m:oMath>
                  </m:oMathPara>
                </a14:m>
                <a:endParaRPr lang="en-US" sz="4800" dirty="0"/>
              </a:p>
            </p:txBody>
          </p:sp>
        </mc:Choice>
        <mc:Fallback xmlns="">
          <p:sp>
            <p:nvSpPr>
              <p:cNvPr id="14" name="TextBox 13">
                <a:extLst>
                  <a:ext uri="{FF2B5EF4-FFF2-40B4-BE49-F238E27FC236}">
                    <a16:creationId xmlns:a16="http://schemas.microsoft.com/office/drawing/2014/main" id="{009E8FA7-8C39-E0BD-3F38-9F91FF5EF653}"/>
                  </a:ext>
                </a:extLst>
              </p:cNvPr>
              <p:cNvSpPr txBox="1">
                <a:spLocks noRot="1" noChangeAspect="1" noMove="1" noResize="1" noEditPoints="1" noAdjustHandles="1" noChangeArrowheads="1" noChangeShapeType="1" noTextEdit="1"/>
              </p:cNvSpPr>
              <p:nvPr/>
            </p:nvSpPr>
            <p:spPr>
              <a:xfrm>
                <a:off x="10797068" y="5570141"/>
                <a:ext cx="6609053" cy="75187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A1BA6DF-E30A-6482-B442-78B79EB84CB6}"/>
                  </a:ext>
                </a:extLst>
              </p:cNvPr>
              <p:cNvSpPr txBox="1"/>
              <p:nvPr/>
            </p:nvSpPr>
            <p:spPr>
              <a:xfrm>
                <a:off x="1241086" y="6383344"/>
                <a:ext cx="25794857" cy="7504619"/>
              </a:xfrm>
              <a:prstGeom prst="rect">
                <a:avLst/>
              </a:prstGeom>
              <a:noFill/>
            </p:spPr>
            <p:txBody>
              <a:bodyPr wrap="square">
                <a:spAutoFit/>
              </a:bodyPr>
              <a:lstStyle/>
              <a:p>
                <a:pPr marL="562903" indent="-562903">
                  <a:spcAft>
                    <a:spcPts val="960"/>
                  </a:spcAft>
                  <a:buFont typeface="Wingdings" panose="05000000000000000000" pitchFamily="2" charset="2"/>
                  <a:buChar char="q"/>
                </a:pPr>
                <a:endParaRPr lang="en-US" sz="4000" dirty="0">
                  <a:solidFill>
                    <a:srgbClr val="000000"/>
                  </a:solidFill>
                  <a:latin typeface="Times New Roman"/>
                  <a:cs typeface="Times New Roman"/>
                </a:endParaRPr>
              </a:p>
              <a:p>
                <a:pPr marL="562903" indent="-562903">
                  <a:spcAft>
                    <a:spcPts val="960"/>
                  </a:spcAft>
                  <a:buFont typeface="Wingdings" panose="05000000000000000000" pitchFamily="2" charset="2"/>
                  <a:buChar char="q"/>
                </a:pPr>
                <a:r>
                  <a:rPr lang="en-US" sz="4000" b="1" dirty="0">
                    <a:solidFill>
                      <a:schemeClr val="accent6"/>
                    </a:solidFill>
                    <a:cs typeface="Times New Roman"/>
                  </a:rPr>
                  <a:t>Pre-activation</a:t>
                </a:r>
                <a:r>
                  <a:rPr lang="en-US" sz="4000" dirty="0">
                    <a:solidFill>
                      <a:schemeClr val="tx1"/>
                    </a:solidFill>
                    <a:cs typeface="Times New Roman"/>
                  </a:rPr>
                  <a:t>, </a:t>
                </a:r>
                <a14:m>
                  <m:oMath xmlns:m="http://schemas.openxmlformats.org/officeDocument/2006/math">
                    <m:r>
                      <a:rPr lang="en-US" sz="4000" b="0" i="1">
                        <a:solidFill>
                          <a:schemeClr val="tx1"/>
                        </a:solidFill>
                        <a:latin typeface="Cambria Math" panose="02040503050406030204" pitchFamily="18" charset="0"/>
                      </a:rPr>
                      <m:t>𝑢</m:t>
                    </m:r>
                  </m:oMath>
                </a14:m>
                <a:r>
                  <a:rPr lang="en-US" sz="4000" dirty="0">
                    <a:solidFill>
                      <a:schemeClr val="tx1"/>
                    </a:solidFill>
                    <a:cs typeface="Times New Roman"/>
                  </a:rPr>
                  <a:t> : The unprocessed linear score passed to the activation function. It is numerically unbounded </a:t>
                </a:r>
                <a:r>
                  <a:rPr lang="en-US" sz="4000" dirty="0">
                    <a:solidFill>
                      <a:schemeClr val="tx1"/>
                    </a:solidFill>
                  </a:rPr>
                  <a:t>(i.e., </a:t>
                </a:r>
                <a14:m>
                  <m:oMath xmlns:m="http://schemas.openxmlformats.org/officeDocument/2006/math">
                    <m:r>
                      <a:rPr lang="en-US" sz="4000" b="0">
                        <a:solidFill>
                          <a:schemeClr val="tx1"/>
                        </a:solidFill>
                        <a:latin typeface="Cambria Math" panose="02040503050406030204" pitchFamily="18" charset="0"/>
                      </a:rPr>
                      <m:t>−∞</m:t>
                    </m:r>
                  </m:oMath>
                </a14:m>
                <a:r>
                  <a:rPr lang="en-US" sz="4000" dirty="0">
                    <a:solidFill>
                      <a:schemeClr val="tx1"/>
                    </a:solidFill>
                  </a:rPr>
                  <a:t> to </a:t>
                </a:r>
                <a14:m>
                  <m:oMath xmlns:m="http://schemas.openxmlformats.org/officeDocument/2006/math">
                    <m:r>
                      <a:rPr lang="en-US" sz="4000" b="0">
                        <a:solidFill>
                          <a:schemeClr val="tx1"/>
                        </a:solidFill>
                        <a:latin typeface="Cambria Math" panose="02040503050406030204" pitchFamily="18" charset="0"/>
                      </a:rPr>
                      <m:t>+∞</m:t>
                    </m:r>
                  </m:oMath>
                </a14:m>
                <a:r>
                  <a:rPr lang="en-US" sz="4000" dirty="0">
                    <a:solidFill>
                      <a:schemeClr val="tx1"/>
                    </a:solidFill>
                  </a:rPr>
                  <a:t>).</a:t>
                </a:r>
              </a:p>
              <a:p>
                <a:pPr marL="562903" indent="-562903">
                  <a:spcAft>
                    <a:spcPts val="960"/>
                  </a:spcAft>
                  <a:buFont typeface="Wingdings" panose="05000000000000000000" pitchFamily="2" charset="2"/>
                  <a:buChar char="q"/>
                </a:pPr>
                <a:endParaRPr lang="en-US" sz="4000" dirty="0">
                  <a:solidFill>
                    <a:schemeClr val="tx1"/>
                  </a:solidFill>
                  <a:latin typeface="Times New Roman"/>
                  <a:cs typeface="Times New Roman"/>
                </a:endParaRPr>
              </a:p>
              <a:p>
                <a:pPr marL="562903" indent="-562903">
                  <a:spcAft>
                    <a:spcPts val="960"/>
                  </a:spcAft>
                  <a:buFont typeface="Wingdings" panose="05000000000000000000" pitchFamily="2" charset="2"/>
                  <a:buChar char="q"/>
                </a:pPr>
                <a:r>
                  <a:rPr lang="en-US" sz="4000" b="1" dirty="0">
                    <a:solidFill>
                      <a:srgbClr val="960C22"/>
                    </a:solidFill>
                    <a:latin typeface="Times New Roman"/>
                    <a:cs typeface="Times New Roman"/>
                  </a:rPr>
                  <a:t>Activation Function</a:t>
                </a:r>
                <a:r>
                  <a:rPr lang="en-US" sz="4000" dirty="0">
                    <a:solidFill>
                      <a:srgbClr val="000000"/>
                    </a:solidFill>
                    <a:latin typeface="Times New Roman"/>
                    <a:cs typeface="Times New Roman"/>
                  </a:rPr>
                  <a:t>, </a:t>
                </a:r>
                <a:r>
                  <a:rPr lang="en-US" sz="4000" i="1" dirty="0">
                    <a:solidFill>
                      <a:schemeClr val="accent6"/>
                    </a:solidFill>
                    <a:latin typeface="Times New Roman"/>
                    <a:cs typeface="Times New Roman"/>
                  </a:rPr>
                  <a:t>φ</a:t>
                </a:r>
                <a:r>
                  <a:rPr lang="en-US" sz="4000" dirty="0">
                    <a:solidFill>
                      <a:srgbClr val="000000"/>
                    </a:solidFill>
                    <a:latin typeface="Times New Roman"/>
                    <a:cs typeface="Times New Roman"/>
                  </a:rPr>
                  <a:t>: A fixed, global non-linear scalar function </a:t>
                </a:r>
                <a14:m>
                  <m:oMath xmlns:m="http://schemas.openxmlformats.org/officeDocument/2006/math">
                    <m:r>
                      <a:rPr lang="en-US" sz="4000" i="1">
                        <a:latin typeface="Cambria Math" panose="02040503050406030204" pitchFamily="18" charset="0"/>
                      </a:rPr>
                      <m:t>𝜙</m:t>
                    </m:r>
                    <m:r>
                      <a:rPr lang="en-US" sz="4000">
                        <a:latin typeface="Cambria Math" panose="02040503050406030204" pitchFamily="18" charset="0"/>
                      </a:rPr>
                      <m:t>:</m:t>
                    </m:r>
                    <m:r>
                      <a:rPr lang="en-US" sz="4000">
                        <a:latin typeface="Cambria Math" panose="02040503050406030204" pitchFamily="18" charset="0"/>
                      </a:rPr>
                      <m:t>ℝ</m:t>
                    </m:r>
                    <m:r>
                      <a:rPr lang="en-US" sz="4000">
                        <a:latin typeface="Cambria Math" panose="02040503050406030204" pitchFamily="18" charset="0"/>
                      </a:rPr>
                      <m:t>→</m:t>
                    </m:r>
                    <m:r>
                      <a:rPr lang="en-US" sz="4000">
                        <a:latin typeface="Cambria Math" panose="02040503050406030204" pitchFamily="18" charset="0"/>
                      </a:rPr>
                      <m:t>ℝ</m:t>
                    </m:r>
                  </m:oMath>
                </a14:m>
                <a:r>
                  <a:rPr lang="en-US" sz="4000" dirty="0">
                    <a:solidFill>
                      <a:srgbClr val="000000"/>
                    </a:solidFill>
                    <a:cs typeface="Times New Roman"/>
                  </a:rPr>
                  <a:t>. The functional form of $\phi$ is identical across all neurons in the network. Without it:</a:t>
                </a:r>
                <a:endParaRPr lang="en-US" sz="4000" dirty="0">
                  <a:solidFill>
                    <a:srgbClr val="000000"/>
                  </a:solidFill>
                  <a:latin typeface="Times New Roman"/>
                  <a:cs typeface="Times New Roman"/>
                </a:endParaRPr>
              </a:p>
              <a:p>
                <a:pPr marL="1477303" lvl="2" indent="-562903">
                  <a:spcAft>
                    <a:spcPts val="960"/>
                  </a:spcAft>
                  <a:buFont typeface="Wingdings" panose="05000000000000000000" pitchFamily="2" charset="2"/>
                  <a:buChar char="q"/>
                </a:pPr>
                <a:r>
                  <a:rPr lang="en-US" sz="4000" b="1" dirty="0">
                    <a:solidFill>
                      <a:srgbClr val="000000"/>
                    </a:solidFill>
                    <a:latin typeface="Times New Roman"/>
                    <a:cs typeface="Times New Roman"/>
                  </a:rPr>
                  <a:t>Lack of Rectification: </a:t>
                </a:r>
                <a:r>
                  <a:rPr lang="en-US" sz="4000" dirty="0">
                    <a:solidFill>
                      <a:srgbClr val="000000"/>
                    </a:solidFill>
                    <a:latin typeface="Times New Roman"/>
                    <a:cs typeface="Times New Roman"/>
                  </a:rPr>
                  <a:t>When the activation vector, </a:t>
                </a:r>
                <a14:m>
                  <m:oMath xmlns:m="http://schemas.openxmlformats.org/officeDocument/2006/math">
                    <m:r>
                      <a:rPr lang="en-US" sz="4000" b="1">
                        <a:solidFill>
                          <a:srgbClr val="7030A0"/>
                        </a:solidFill>
                        <a:latin typeface="Cambria Math" panose="02040503050406030204" pitchFamily="18" charset="0"/>
                      </a:rPr>
                      <m:t>𝐱</m:t>
                    </m:r>
                    <m:r>
                      <a:rPr lang="en-US" sz="4000" b="1" i="1">
                        <a:solidFill>
                          <a:srgbClr val="7030A0"/>
                        </a:solidFill>
                        <a:latin typeface="Cambria Math" panose="02040503050406030204" pitchFamily="18" charset="0"/>
                      </a:rPr>
                      <m:t> </m:t>
                    </m:r>
                  </m:oMath>
                </a14:m>
                <a:r>
                  <a:rPr lang="en-US" sz="4000" dirty="0">
                    <a:solidFill>
                      <a:srgbClr val="000000"/>
                    </a:solidFill>
                    <a:latin typeface="Times New Roman"/>
                    <a:cs typeface="Times New Roman"/>
                  </a:rPr>
                  <a:t>, does not correlate well </a:t>
                </a:r>
                <a:r>
                  <a:rPr lang="en-US" sz="4000" dirty="0">
                    <a:solidFill>
                      <a:srgbClr val="000000"/>
                    </a:solidFill>
                    <a:cs typeface="Times New Roman"/>
                  </a:rPr>
                  <a:t>(i.e., not trained against), </a:t>
                </a:r>
                <a:r>
                  <a:rPr lang="en-US" sz="4000" dirty="0">
                    <a:solidFill>
                      <a:srgbClr val="000000"/>
                    </a:solidFill>
                    <a:latin typeface="Times New Roman"/>
                    <a:cs typeface="Times New Roman"/>
                  </a:rPr>
                  <a:t>with a specific neuron’s weights, </a:t>
                </a:r>
                <a14:m>
                  <m:oMath xmlns:m="http://schemas.openxmlformats.org/officeDocument/2006/math">
                    <m:r>
                      <a:rPr lang="en-US" sz="4000" b="1">
                        <a:solidFill>
                          <a:schemeClr val="accent5"/>
                        </a:solidFill>
                        <a:latin typeface="Cambria Math" panose="02040503050406030204" pitchFamily="18" charset="0"/>
                      </a:rPr>
                      <m:t>𝐰</m:t>
                    </m:r>
                  </m:oMath>
                </a14:m>
                <a:r>
                  <a:rPr lang="en-US" sz="4000" dirty="0">
                    <a:solidFill>
                      <a:srgbClr val="000000"/>
                    </a:solidFill>
                    <a:latin typeface="Times New Roman"/>
                    <a:cs typeface="Times New Roman"/>
                  </a:rPr>
                  <a:t>, the pre-activation, </a:t>
                </a:r>
                <a14:m>
                  <m:oMath xmlns:m="http://schemas.openxmlformats.org/officeDocument/2006/math">
                    <m:r>
                      <a:rPr lang="en-US" sz="4000" b="0" i="1" smtClean="0">
                        <a:solidFill>
                          <a:srgbClr val="000000"/>
                        </a:solidFill>
                        <a:latin typeface="Cambria Math" panose="02040503050406030204" pitchFamily="18" charset="0"/>
                        <a:cs typeface="Times New Roman"/>
                      </a:rPr>
                      <m:t>𝑢</m:t>
                    </m:r>
                  </m:oMath>
                </a14:m>
                <a:r>
                  <a:rPr lang="en-US" sz="4000" dirty="0">
                    <a:solidFill>
                      <a:srgbClr val="000000"/>
                    </a:solidFill>
                    <a:latin typeface="Times New Roman"/>
                    <a:cs typeface="Times New Roman"/>
                  </a:rPr>
                  <a:t> becomes </a:t>
                </a:r>
                <a:r>
                  <a:rPr lang="en-US" sz="4000" b="1" dirty="0">
                    <a:solidFill>
                      <a:srgbClr val="000000"/>
                    </a:solidFill>
                    <a:latin typeface="Times New Roman"/>
                    <a:cs typeface="Times New Roman"/>
                  </a:rPr>
                  <a:t>negative</a:t>
                </a:r>
                <a:r>
                  <a:rPr lang="en-US" sz="4000" dirty="0">
                    <a:solidFill>
                      <a:srgbClr val="000000"/>
                    </a:solidFill>
                    <a:latin typeface="Times New Roman"/>
                    <a:cs typeface="Times New Roman"/>
                  </a:rPr>
                  <a:t>. The negative scores pollute positive ones (i.e., the model has a stroke).</a:t>
                </a:r>
              </a:p>
              <a:p>
                <a:pPr marL="1477303" lvl="2" indent="-562903">
                  <a:spcAft>
                    <a:spcPts val="960"/>
                  </a:spcAft>
                  <a:buFont typeface="Wingdings" panose="05000000000000000000" pitchFamily="2" charset="2"/>
                  <a:buChar char="q"/>
                </a:pPr>
                <a:r>
                  <a:rPr lang="en-US" sz="4000" b="1" dirty="0">
                    <a:solidFill>
                      <a:srgbClr val="000000"/>
                    </a:solidFill>
                    <a:latin typeface="Times New Roman"/>
                    <a:cs typeface="Times New Roman"/>
                  </a:rPr>
                  <a:t>Affine Collapse</a:t>
                </a:r>
                <a:r>
                  <a:rPr lang="en-US" sz="4000" dirty="0">
                    <a:solidFill>
                      <a:srgbClr val="000000"/>
                    </a:solidFill>
                    <a:latin typeface="Times New Roman"/>
                    <a:cs typeface="Times New Roman"/>
                  </a:rPr>
                  <a:t>: </a:t>
                </a:r>
                <a:r>
                  <a:rPr lang="en-US" sz="4000" dirty="0">
                    <a:solidFill>
                      <a:srgbClr val="000000"/>
                    </a:solidFill>
                    <a:cs typeface="Times New Roman"/>
                  </a:rPr>
                  <a:t>When the activation vector, </a:t>
                </a:r>
                <a14:m>
                  <m:oMath xmlns:m="http://schemas.openxmlformats.org/officeDocument/2006/math">
                    <m:r>
                      <a:rPr lang="en-US" sz="4000" b="1">
                        <a:solidFill>
                          <a:srgbClr val="7030A0"/>
                        </a:solidFill>
                        <a:latin typeface="Cambria Math" panose="02040503050406030204" pitchFamily="18" charset="0"/>
                      </a:rPr>
                      <m:t>𝐱</m:t>
                    </m:r>
                    <m:r>
                      <a:rPr lang="en-US" sz="4000" b="1" i="1">
                        <a:solidFill>
                          <a:srgbClr val="7030A0"/>
                        </a:solidFill>
                        <a:latin typeface="Cambria Math" panose="02040503050406030204" pitchFamily="18" charset="0"/>
                      </a:rPr>
                      <m:t> </m:t>
                    </m:r>
                  </m:oMath>
                </a14:m>
                <a:r>
                  <a:rPr lang="en-US" sz="4000" dirty="0">
                    <a:solidFill>
                      <a:srgbClr val="000000"/>
                    </a:solidFill>
                    <a:cs typeface="Times New Roman"/>
                  </a:rPr>
                  <a:t>, correlates very well, the pre-activation, </a:t>
                </a:r>
                <a14:m>
                  <m:oMath xmlns:m="http://schemas.openxmlformats.org/officeDocument/2006/math">
                    <m:r>
                      <a:rPr lang="en-US" sz="4000" i="1">
                        <a:solidFill>
                          <a:srgbClr val="000000"/>
                        </a:solidFill>
                        <a:latin typeface="Cambria Math" panose="02040503050406030204" pitchFamily="18" charset="0"/>
                        <a:cs typeface="Times New Roman"/>
                      </a:rPr>
                      <m:t>𝑢</m:t>
                    </m:r>
                  </m:oMath>
                </a14:m>
                <a:r>
                  <a:rPr lang="en-US" sz="4000" dirty="0">
                    <a:solidFill>
                      <a:srgbClr val="000000"/>
                    </a:solidFill>
                    <a:cs typeface="Times New Roman"/>
                  </a:rPr>
                  <a:t> becomes </a:t>
                </a:r>
                <a:r>
                  <a:rPr lang="en-US" sz="4000" b="1" dirty="0">
                    <a:solidFill>
                      <a:srgbClr val="000000"/>
                    </a:solidFill>
                    <a:cs typeface="Times New Roman"/>
                  </a:rPr>
                  <a:t>large and positive </a:t>
                </a:r>
                <a:r>
                  <a:rPr lang="en-US" sz="4000" dirty="0">
                    <a:solidFill>
                      <a:srgbClr val="000000"/>
                    </a:solidFill>
                    <a:cs typeface="Times New Roman"/>
                  </a:rPr>
                  <a:t>and dominates the output (i.e., the model gets stuck on repeat).</a:t>
                </a:r>
                <a:endParaRPr lang="en-US" sz="4000" dirty="0">
                  <a:solidFill>
                    <a:srgbClr val="000000"/>
                  </a:solidFill>
                  <a:latin typeface="Times New Roman"/>
                  <a:cs typeface="Times New Roman"/>
                </a:endParaRPr>
              </a:p>
            </p:txBody>
          </p:sp>
        </mc:Choice>
        <mc:Fallback xmlns="">
          <p:sp>
            <p:nvSpPr>
              <p:cNvPr id="16" name="TextBox 15">
                <a:extLst>
                  <a:ext uri="{FF2B5EF4-FFF2-40B4-BE49-F238E27FC236}">
                    <a16:creationId xmlns:a16="http://schemas.microsoft.com/office/drawing/2014/main" id="{AA1BA6DF-E30A-6482-B442-78B79EB84CB6}"/>
                  </a:ext>
                </a:extLst>
              </p:cNvPr>
              <p:cNvSpPr txBox="1">
                <a:spLocks noRot="1" noChangeAspect="1" noMove="1" noResize="1" noEditPoints="1" noAdjustHandles="1" noChangeArrowheads="1" noChangeShapeType="1" noTextEdit="1"/>
              </p:cNvSpPr>
              <p:nvPr/>
            </p:nvSpPr>
            <p:spPr>
              <a:xfrm>
                <a:off x="1241086" y="6383344"/>
                <a:ext cx="25794857" cy="7504619"/>
              </a:xfrm>
              <a:prstGeom prst="rect">
                <a:avLst/>
              </a:prstGeom>
              <a:blipFill>
                <a:blip r:embed="rId7"/>
                <a:stretch>
                  <a:fillRect l="-756" r="-1276" b="-2600"/>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11"/>
                                        </p:tgtEl>
                                      </p:cBhvr>
                                    </p:animEffect>
                                    <p:set>
                                      <p:cBhvr>
                                        <p:cTn id="23" dur="1" fill="hold">
                                          <p:stCondLst>
                                            <p:cond delay="499"/>
                                          </p:stCondLst>
                                        </p:cTn>
                                        <p:tgtEl>
                                          <p:spTgt spid="1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1" grpId="1"/>
      <p:bldP spid="14"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B787B-D13E-2F36-5266-54C9BACC9AD7}"/>
              </a:ext>
            </a:extLst>
          </p:cNvPr>
          <p:cNvSpPr>
            <a:spLocks noGrp="1"/>
          </p:cNvSpPr>
          <p:nvPr>
            <p:ph type="title"/>
          </p:nvPr>
        </p:nvSpPr>
        <p:spPr/>
        <p:txBody>
          <a:bodyPr>
            <a:normAutofit/>
          </a:bodyPr>
          <a:lstStyle/>
          <a:p>
            <a:r>
              <a:rPr lang="en-US" sz="10600" dirty="0">
                <a:solidFill>
                  <a:srgbClr val="000000"/>
                </a:solidFill>
                <a:cs typeface="Times New Roman"/>
              </a:rPr>
              <a:t>Neural Network: Embedding Matrix</a:t>
            </a:r>
            <a:endParaRPr lang="en-US" dirty="0"/>
          </a:p>
        </p:txBody>
      </p:sp>
      <p:sp>
        <p:nvSpPr>
          <p:cNvPr id="3" name="Footer Placeholder 2">
            <a:extLst>
              <a:ext uri="{FF2B5EF4-FFF2-40B4-BE49-F238E27FC236}">
                <a16:creationId xmlns:a16="http://schemas.microsoft.com/office/drawing/2014/main" id="{586B29A5-02C5-E6D5-A98F-272C57931FF5}"/>
              </a:ext>
            </a:extLst>
          </p:cNvPr>
          <p:cNvSpPr>
            <a:spLocks noGrp="1"/>
          </p:cNvSpPr>
          <p:nvPr>
            <p:ph type="ftr" sz="quarter" idx="11"/>
          </p:nvPr>
        </p:nvSpPr>
        <p:spPr/>
        <p:txBody>
          <a:bodyPr/>
          <a:lstStyle/>
          <a:p>
            <a:r>
              <a:rPr lang="en-US" dirty="0"/>
              <a:t>Chapter 1: Architecture</a:t>
            </a:r>
          </a:p>
        </p:txBody>
      </p:sp>
      <p:sp>
        <p:nvSpPr>
          <p:cNvPr id="4" name="Slide Number Placeholder 3">
            <a:extLst>
              <a:ext uri="{FF2B5EF4-FFF2-40B4-BE49-F238E27FC236}">
                <a16:creationId xmlns:a16="http://schemas.microsoft.com/office/drawing/2014/main" id="{0801824D-13C1-6A4B-DFD9-F55CF9AF8B56}"/>
              </a:ext>
            </a:extLst>
          </p:cNvPr>
          <p:cNvSpPr>
            <a:spLocks noGrp="1"/>
          </p:cNvSpPr>
          <p:nvPr>
            <p:ph type="sldNum" sz="quarter" idx="12"/>
          </p:nvPr>
        </p:nvSpPr>
        <p:spPr/>
        <p:txBody>
          <a:bodyPr/>
          <a:lstStyle/>
          <a:p>
            <a:fld id="{455CB61F-784F-47BE-8E88-4D7DF3343F95}" type="slidenum">
              <a:rPr lang="en-US" smtClean="0"/>
              <a:t>16</a:t>
            </a:fld>
            <a:endParaRPr lang="en-US"/>
          </a:p>
        </p:txBody>
      </p:sp>
      <p:pic>
        <p:nvPicPr>
          <p:cNvPr id="12" name="Picture 11">
            <a:extLst>
              <a:ext uri="{FF2B5EF4-FFF2-40B4-BE49-F238E27FC236}">
                <a16:creationId xmlns:a16="http://schemas.microsoft.com/office/drawing/2014/main" id="{43DC70DE-1575-4B7F-7AA2-26B872BC5D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0852" y="7854561"/>
            <a:ext cx="17537737" cy="6313586"/>
          </a:xfrm>
          <a:prstGeom prst="rect">
            <a:avLst/>
          </a:prstGeom>
        </p:spPr>
      </p:pic>
      <p:sp>
        <p:nvSpPr>
          <p:cNvPr id="14" name="TextBox 13">
            <a:extLst>
              <a:ext uri="{FF2B5EF4-FFF2-40B4-BE49-F238E27FC236}">
                <a16:creationId xmlns:a16="http://schemas.microsoft.com/office/drawing/2014/main" id="{F6517EC1-BA5B-532D-E11A-A348E4BFB047}"/>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5" name="TextBox 14">
            <a:extLst>
              <a:ext uri="{FF2B5EF4-FFF2-40B4-BE49-F238E27FC236}">
                <a16:creationId xmlns:a16="http://schemas.microsoft.com/office/drawing/2014/main" id="{6E30EDF3-08A4-3693-4B39-3F9420A58C35}"/>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6" name="TextBox 15">
            <a:extLst>
              <a:ext uri="{FF2B5EF4-FFF2-40B4-BE49-F238E27FC236}">
                <a16:creationId xmlns:a16="http://schemas.microsoft.com/office/drawing/2014/main" id="{4CAC9CDD-7141-645A-8A6B-E1B13EB4A999}"/>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7" name="TextBox 16">
            <a:extLst>
              <a:ext uri="{FF2B5EF4-FFF2-40B4-BE49-F238E27FC236}">
                <a16:creationId xmlns:a16="http://schemas.microsoft.com/office/drawing/2014/main" id="{239A1CA8-DCB0-804C-6860-8966657EC664}"/>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8" name="TextBox 17">
            <a:extLst>
              <a:ext uri="{FF2B5EF4-FFF2-40B4-BE49-F238E27FC236}">
                <a16:creationId xmlns:a16="http://schemas.microsoft.com/office/drawing/2014/main" id="{8110C5B8-F7FC-BCDF-69CF-89B3C20A8075}"/>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9" name="TextBox 18">
            <a:extLst>
              <a:ext uri="{FF2B5EF4-FFF2-40B4-BE49-F238E27FC236}">
                <a16:creationId xmlns:a16="http://schemas.microsoft.com/office/drawing/2014/main" id="{12562449-7BCE-4B2D-F192-5E9ECDE4FE1E}"/>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20" name="Picture 19">
            <a:extLst>
              <a:ext uri="{FF2B5EF4-FFF2-40B4-BE49-F238E27FC236}">
                <a16:creationId xmlns:a16="http://schemas.microsoft.com/office/drawing/2014/main" id="{A1D49651-2615-34E3-C094-CA26A9864FEA}"/>
              </a:ext>
            </a:extLst>
          </p:cNvPr>
          <p:cNvPicPr>
            <a:picLocks noChangeAspect="1"/>
          </p:cNvPicPr>
          <p:nvPr/>
        </p:nvPicPr>
        <p:blipFill>
          <a:blip r:embed="rId3">
            <a:extLst>
              <a:ext uri="{BEBA8EAE-BF5A-486C-A8C5-ECC9F3942E4B}">
                <a14:imgProps xmlns:a14="http://schemas.microsoft.com/office/drawing/2010/main">
                  <a14:imgLayer r:embed="rId4">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
        <p:nvSpPr>
          <p:cNvPr id="23" name="Oval 22">
            <a:extLst>
              <a:ext uri="{FF2B5EF4-FFF2-40B4-BE49-F238E27FC236}">
                <a16:creationId xmlns:a16="http://schemas.microsoft.com/office/drawing/2014/main" id="{B8C7C398-C4FE-B54B-E4AB-166BF86B7B81}"/>
              </a:ext>
            </a:extLst>
          </p:cNvPr>
          <p:cNvSpPr/>
          <p:nvPr/>
        </p:nvSpPr>
        <p:spPr>
          <a:xfrm>
            <a:off x="8139161" y="8689476"/>
            <a:ext cx="1185706" cy="1331487"/>
          </a:xfrm>
          <a:prstGeom prst="ellipse">
            <a:avLst/>
          </a:prstGeom>
          <a:solidFill>
            <a:schemeClr val="accent4">
              <a:alpha val="10000"/>
            </a:schemeClr>
          </a:solidFill>
          <a:ln w="762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0BAC05DC-09EE-0B43-F205-EF639A856BAC}"/>
              </a:ext>
            </a:extLst>
          </p:cNvPr>
          <p:cNvSpPr/>
          <p:nvPr/>
        </p:nvSpPr>
        <p:spPr>
          <a:xfrm>
            <a:off x="9324867" y="8875061"/>
            <a:ext cx="3631620" cy="893878"/>
          </a:xfrm>
          <a:prstGeom prst="rect">
            <a:avLst/>
          </a:prstGeom>
          <a:solidFill>
            <a:schemeClr val="accent4">
              <a:alpha val="10000"/>
            </a:schemeClr>
          </a:solid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F4617E2-D7B7-AAE1-5B84-89E54BFFB468}"/>
              </a:ext>
            </a:extLst>
          </p:cNvPr>
          <p:cNvSpPr/>
          <p:nvPr/>
        </p:nvSpPr>
        <p:spPr>
          <a:xfrm>
            <a:off x="14295580" y="8867016"/>
            <a:ext cx="4833009" cy="995981"/>
          </a:xfrm>
          <a:prstGeom prst="rect">
            <a:avLst/>
          </a:prstGeom>
          <a:solidFill>
            <a:schemeClr val="accent4">
              <a:alpha val="10000"/>
            </a:schemeClr>
          </a:solid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6A4561A3-1026-2885-B6AD-F613E03C2DE1}"/>
                  </a:ext>
                </a:extLst>
              </p:cNvPr>
              <p:cNvSpPr txBox="1"/>
              <p:nvPr/>
            </p:nvSpPr>
            <p:spPr>
              <a:xfrm>
                <a:off x="10712195" y="8165990"/>
                <a:ext cx="530915" cy="738664"/>
              </a:xfrm>
              <a:prstGeom prst="rect">
                <a:avLst/>
              </a:prstGeom>
              <a:noFill/>
            </p:spPr>
            <p:txBody>
              <a:bodyPr wrap="none" lIns="0" tIns="0" rIns="0" bIns="0" rtlCol="0">
                <a:spAutoFit/>
              </a:bodyPr>
              <a:lstStyle/>
              <a:p>
                <a:pPr/>
                <a14:m>
                  <m:oMathPara xmlns:m="http://schemas.openxmlformats.org/officeDocument/2006/math">
                    <m:oMath>
                      <m:r>
                        <a:rPr lang="en-US" sz="4800" b="0" i="1" smtClean="0">
                          <a:latin typeface="Cambria Math" panose="02040503050406030204" pitchFamily="18" charset="0"/>
                        </a:rPr>
                        <m:t>𝑑</m:t>
                      </m:r>
                    </m:oMath>
                  </m:oMathPara>
                </a14:m>
                <a:endParaRPr lang="en-US" sz="4800" dirty="0"/>
              </a:p>
            </p:txBody>
          </p:sp>
        </mc:Choice>
        <mc:Fallback>
          <p:sp>
            <p:nvSpPr>
              <p:cNvPr id="27" name="TextBox 26">
                <a:extLst>
                  <a:ext uri="{FF2B5EF4-FFF2-40B4-BE49-F238E27FC236}">
                    <a16:creationId xmlns:a16="http://schemas.microsoft.com/office/drawing/2014/main" id="{6A4561A3-1026-2885-B6AD-F613E03C2DE1}"/>
                  </a:ext>
                </a:extLst>
              </p:cNvPr>
              <p:cNvSpPr txBox="1">
                <a:spLocks noRot="1" noChangeAspect="1" noMove="1" noResize="1" noEditPoints="1" noAdjustHandles="1" noChangeArrowheads="1" noChangeShapeType="1" noTextEdit="1"/>
              </p:cNvSpPr>
              <p:nvPr/>
            </p:nvSpPr>
            <p:spPr>
              <a:xfrm>
                <a:off x="10712195" y="8165990"/>
                <a:ext cx="530915" cy="7386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D8A37269-6EC7-5AA4-21E0-C9A00F47DDB5}"/>
                  </a:ext>
                </a:extLst>
              </p:cNvPr>
              <p:cNvSpPr txBox="1"/>
              <p:nvPr/>
            </p:nvSpPr>
            <p:spPr>
              <a:xfrm>
                <a:off x="15970608" y="7904559"/>
                <a:ext cx="1442446" cy="738664"/>
              </a:xfrm>
              <a:prstGeom prst="rect">
                <a:avLst/>
              </a:prstGeom>
              <a:noFill/>
            </p:spPr>
            <p:txBody>
              <a:bodyPr wrap="none" lIns="0" tIns="0" rIns="0" bIns="0" rtlCol="0">
                <a:spAutoFit/>
              </a:bodyPr>
              <a:lstStyle/>
              <a:p>
                <a:pPr/>
                <a14:m>
                  <m:oMathPara xmlns:m="http://schemas.openxmlformats.org/officeDocument/2006/math">
                    <m:oMath>
                      <m:r>
                        <a:rPr lang="en-US" sz="4800" b="0" i="1" smtClean="0">
                          <a:latin typeface="Cambria Math" panose="02040503050406030204" pitchFamily="18" charset="0"/>
                        </a:rPr>
                        <m:t>1∗</m:t>
                      </m:r>
                      <m:r>
                        <a:rPr lang="en-US" sz="4800" b="0" i="1" smtClean="0">
                          <a:latin typeface="Cambria Math" panose="02040503050406030204" pitchFamily="18" charset="0"/>
                        </a:rPr>
                        <m:t>𝑑</m:t>
                      </m:r>
                    </m:oMath>
                  </m:oMathPara>
                </a14:m>
                <a:endParaRPr lang="en-US" sz="4800" dirty="0"/>
              </a:p>
            </p:txBody>
          </p:sp>
        </mc:Choice>
        <mc:Fallback>
          <p:sp>
            <p:nvSpPr>
              <p:cNvPr id="29" name="TextBox 28">
                <a:extLst>
                  <a:ext uri="{FF2B5EF4-FFF2-40B4-BE49-F238E27FC236}">
                    <a16:creationId xmlns:a16="http://schemas.microsoft.com/office/drawing/2014/main" id="{D8A37269-6EC7-5AA4-21E0-C9A00F47DDB5}"/>
                  </a:ext>
                </a:extLst>
              </p:cNvPr>
              <p:cNvSpPr txBox="1">
                <a:spLocks noRot="1" noChangeAspect="1" noMove="1" noResize="1" noEditPoints="1" noAdjustHandles="1" noChangeArrowheads="1" noChangeShapeType="1" noTextEdit="1"/>
              </p:cNvSpPr>
              <p:nvPr/>
            </p:nvSpPr>
            <p:spPr>
              <a:xfrm>
                <a:off x="15970608" y="7904559"/>
                <a:ext cx="1442446" cy="738664"/>
              </a:xfrm>
              <a:prstGeom prst="rect">
                <a:avLst/>
              </a:prstGeom>
              <a:blipFill>
                <a:blip r:embed="rId6"/>
                <a:stretch>
                  <a:fillRect/>
                </a:stretch>
              </a:blipFill>
            </p:spPr>
            <p:txBody>
              <a:bodyPr/>
              <a:lstStyle/>
              <a:p>
                <a:r>
                  <a:rPr lang="en-US">
                    <a:noFill/>
                  </a:rPr>
                  <a:t> </a:t>
                </a:r>
              </a:p>
            </p:txBody>
          </p:sp>
        </mc:Fallback>
      </mc:AlternateContent>
      <p:sp>
        <p:nvSpPr>
          <p:cNvPr id="30" name="Rectangle 29">
            <a:extLst>
              <a:ext uri="{FF2B5EF4-FFF2-40B4-BE49-F238E27FC236}">
                <a16:creationId xmlns:a16="http://schemas.microsoft.com/office/drawing/2014/main" id="{5426273B-598D-9A15-D369-71AB351368F2}"/>
              </a:ext>
            </a:extLst>
          </p:cNvPr>
          <p:cNvSpPr/>
          <p:nvPr/>
        </p:nvSpPr>
        <p:spPr>
          <a:xfrm>
            <a:off x="14037767" y="8643224"/>
            <a:ext cx="5308127" cy="4624147"/>
          </a:xfrm>
          <a:prstGeom prst="rect">
            <a:avLst/>
          </a:prstGeom>
          <a:solidFill>
            <a:schemeClr val="accent6">
              <a:alpha val="10000"/>
            </a:schemeClr>
          </a:solidFill>
          <a:ln w="762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descr="s16_embed_row_17.png">
            <a:extLst>
              <a:ext uri="{FF2B5EF4-FFF2-40B4-BE49-F238E27FC236}">
                <a16:creationId xmlns:a16="http://schemas.microsoft.com/office/drawing/2014/main" id="{F5341944-64FF-AB8F-B344-11C509157B9C}"/>
              </a:ext>
            </a:extLst>
          </p:cNvPr>
          <p:cNvPicPr>
            <a:picLocks noChangeAspect="1"/>
          </p:cNvPicPr>
          <p:nvPr/>
        </p:nvPicPr>
        <p:blipFill>
          <a:blip r:embed="rId7"/>
          <a:stretch>
            <a:fillRect/>
          </a:stretch>
        </p:blipFill>
        <p:spPr>
          <a:xfrm>
            <a:off x="19797568" y="9124348"/>
            <a:ext cx="8786409" cy="738649"/>
          </a:xfrm>
          <a:prstGeom prst="rect">
            <a:avLst/>
          </a:prstGeom>
        </p:spPr>
      </p:pic>
      <p:pic>
        <p:nvPicPr>
          <p:cNvPr id="34" name="Picture 33" descr="s16_embed_pos_17.png">
            <a:extLst>
              <a:ext uri="{FF2B5EF4-FFF2-40B4-BE49-F238E27FC236}">
                <a16:creationId xmlns:a16="http://schemas.microsoft.com/office/drawing/2014/main" id="{5A75A3F5-E0AC-B985-38F3-410D1F9998B5}"/>
              </a:ext>
            </a:extLst>
          </p:cNvPr>
          <p:cNvPicPr>
            <a:picLocks noChangeAspect="1"/>
          </p:cNvPicPr>
          <p:nvPr/>
        </p:nvPicPr>
        <p:blipFill>
          <a:blip r:embed="rId8"/>
          <a:stretch>
            <a:fillRect/>
          </a:stretch>
        </p:blipFill>
        <p:spPr>
          <a:xfrm>
            <a:off x="19797568" y="10636632"/>
            <a:ext cx="7872380" cy="906384"/>
          </a:xfrm>
          <a:prstGeom prst="rect">
            <a:avLst/>
          </a:prstGeom>
        </p:spPr>
      </p:pic>
      <p:sp>
        <p:nvSpPr>
          <p:cNvPr id="6" name="TextBox 5">
            <a:extLst>
              <a:ext uri="{FF2B5EF4-FFF2-40B4-BE49-F238E27FC236}">
                <a16:creationId xmlns:a16="http://schemas.microsoft.com/office/drawing/2014/main" id="{DB803FB9-0039-2A7A-77AD-523FA26D55F7}"/>
              </a:ext>
            </a:extLst>
          </p:cNvPr>
          <p:cNvSpPr txBox="1"/>
          <p:nvPr/>
        </p:nvSpPr>
        <p:spPr>
          <a:xfrm>
            <a:off x="2283962" y="4077689"/>
            <a:ext cx="24769076" cy="1446550"/>
          </a:xfrm>
          <a:prstGeom prst="rect">
            <a:avLst/>
          </a:prstGeom>
          <a:noFill/>
        </p:spPr>
        <p:txBody>
          <a:bodyPr wrap="square">
            <a:spAutoFit/>
          </a:bodyPr>
          <a:lstStyle/>
          <a:p>
            <a:pPr marL="277977" indent="-277977" algn="just">
              <a:spcBef>
                <a:spcPts val="0"/>
              </a:spcBef>
              <a:spcAft>
                <a:spcPts val="400"/>
              </a:spcAft>
            </a:pPr>
            <a:r>
              <a:rPr lang="en-US" sz="4400" b="0" i="0" dirty="0">
                <a:solidFill>
                  <a:srgbClr val="000000"/>
                </a:solidFill>
                <a:cs typeface="Times New Roman"/>
              </a:rPr>
              <a:t>❑ </a:t>
            </a:r>
            <a:r>
              <a:rPr lang="en-US" sz="4400" b="1" i="0" dirty="0">
                <a:solidFill>
                  <a:srgbClr val="960C22"/>
                </a:solidFill>
                <a:cs typeface="Times New Roman"/>
              </a:rPr>
              <a:t>Embedding</a:t>
            </a:r>
            <a:r>
              <a:rPr lang="en-US" sz="4400" b="0" i="0" dirty="0">
                <a:solidFill>
                  <a:srgbClr val="000000"/>
                </a:solidFill>
                <a:cs typeface="Times New Roman"/>
              </a:rPr>
              <a:t>, </a:t>
            </a:r>
            <a:r>
              <a:rPr lang="en-US" sz="4400" b="1" i="1" dirty="0" err="1">
                <a:solidFill>
                  <a:srgbClr val="000000"/>
                </a:solidFill>
                <a:cs typeface="Times New Roman"/>
              </a:rPr>
              <a:t>e</a:t>
            </a:r>
            <a:r>
              <a:rPr lang="en-US" sz="4400" b="1" i="1" baseline="-25000" dirty="0" err="1">
                <a:solidFill>
                  <a:srgbClr val="000000"/>
                </a:solidFill>
                <a:cs typeface="Times New Roman"/>
              </a:rPr>
              <a:t>v</a:t>
            </a:r>
            <a:r>
              <a:rPr lang="en-US" sz="4400" b="0" i="0" dirty="0">
                <a:solidFill>
                  <a:srgbClr val="000000"/>
                </a:solidFill>
                <a:cs typeface="Times New Roman"/>
              </a:rPr>
              <a:t>: the vector standing for token </a:t>
            </a:r>
            <a:r>
              <a:rPr lang="en-US" sz="4400" b="0" i="1" dirty="0">
                <a:solidFill>
                  <a:srgbClr val="000000"/>
                </a:solidFill>
                <a:cs typeface="Times New Roman"/>
              </a:rPr>
              <a:t>v</a:t>
            </a:r>
            <a:r>
              <a:rPr lang="en-US" sz="4400" b="0" i="0" dirty="0">
                <a:solidFill>
                  <a:srgbClr val="000000"/>
                </a:solidFill>
                <a:cs typeface="Times New Roman"/>
              </a:rPr>
              <a:t> everywhere inside the network. Length </a:t>
            </a:r>
            <a:r>
              <a:rPr lang="en-US" sz="4400" b="0" i="1" dirty="0" err="1">
                <a:solidFill>
                  <a:srgbClr val="000000"/>
                </a:solidFill>
                <a:cs typeface="Times New Roman"/>
              </a:rPr>
              <a:t>d</a:t>
            </a:r>
            <a:r>
              <a:rPr lang="en-US" sz="4400" b="0" i="1" baseline="-25000" dirty="0" err="1">
                <a:solidFill>
                  <a:srgbClr val="000000"/>
                </a:solidFill>
                <a:cs typeface="Times New Roman"/>
              </a:rPr>
              <a:t>model</a:t>
            </a:r>
            <a:r>
              <a:rPr lang="en-US" sz="4400" b="0" i="0" dirty="0">
                <a:solidFill>
                  <a:srgbClr val="000000"/>
                </a:solidFill>
                <a:cs typeface="Times New Roman"/>
              </a:rPr>
              <a:t> (thousands, in frontier models). </a:t>
            </a:r>
            <a:r>
              <a:rPr lang="en-US" sz="4400" b="0" i="1" dirty="0">
                <a:solidFill>
                  <a:srgbClr val="000000"/>
                </a:solidFill>
                <a:cs typeface="Times New Roman"/>
              </a:rPr>
              <a:t>E</a:t>
            </a:r>
            <a:r>
              <a:rPr lang="en-US" sz="4400" b="0" i="0" dirty="0">
                <a:solidFill>
                  <a:srgbClr val="000000"/>
                </a:solidFill>
                <a:cs typeface="Times New Roman"/>
              </a:rPr>
              <a:t> contributes |</a:t>
            </a:r>
            <a:r>
              <a:rPr lang="en-US" sz="4400" b="0" i="0" dirty="0">
                <a:solidFill>
                  <a:srgbClr val="000000"/>
                </a:solidFill>
                <a:cs typeface="Cambria Math"/>
              </a:rPr>
              <a:t>𝒱</a:t>
            </a:r>
            <a:r>
              <a:rPr lang="en-US" sz="4400" b="0" i="0" dirty="0">
                <a:solidFill>
                  <a:srgbClr val="000000"/>
                </a:solidFill>
                <a:cs typeface="Times New Roman"/>
              </a:rPr>
              <a:t>|·</a:t>
            </a:r>
            <a:r>
              <a:rPr lang="en-US" sz="4400" b="0" i="1" dirty="0" err="1">
                <a:solidFill>
                  <a:srgbClr val="000000"/>
                </a:solidFill>
                <a:cs typeface="Times New Roman"/>
              </a:rPr>
              <a:t>d</a:t>
            </a:r>
            <a:r>
              <a:rPr lang="en-US" sz="4400" b="0" i="1" baseline="-25000" dirty="0" err="1">
                <a:solidFill>
                  <a:srgbClr val="000000"/>
                </a:solidFill>
                <a:cs typeface="Times New Roman"/>
              </a:rPr>
              <a:t>model</a:t>
            </a:r>
            <a:r>
              <a:rPr lang="en-US" sz="4400" b="0" i="0" dirty="0">
                <a:solidFill>
                  <a:srgbClr val="000000"/>
                </a:solidFill>
                <a:cs typeface="Times New Roman"/>
              </a:rPr>
              <a:t> parameters  (set in training)</a:t>
            </a:r>
          </a:p>
        </p:txBody>
      </p:sp>
      <p:sp>
        <p:nvSpPr>
          <p:cNvPr id="8" name="TextBox 7">
            <a:extLst>
              <a:ext uri="{FF2B5EF4-FFF2-40B4-BE49-F238E27FC236}">
                <a16:creationId xmlns:a16="http://schemas.microsoft.com/office/drawing/2014/main" id="{2B2121E0-1842-2495-0C45-30834200E1B8}"/>
              </a:ext>
            </a:extLst>
          </p:cNvPr>
          <p:cNvSpPr txBox="1"/>
          <p:nvPr/>
        </p:nvSpPr>
        <p:spPr>
          <a:xfrm>
            <a:off x="2283962" y="5687797"/>
            <a:ext cx="24572994" cy="2123658"/>
          </a:xfrm>
          <a:prstGeom prst="rect">
            <a:avLst/>
          </a:prstGeom>
          <a:noFill/>
        </p:spPr>
        <p:txBody>
          <a:bodyPr wrap="square">
            <a:spAutoFit/>
          </a:bodyPr>
          <a:lstStyle/>
          <a:p>
            <a:pPr marL="277977" indent="-277977" algn="just">
              <a:spcBef>
                <a:spcPts val="0"/>
              </a:spcBef>
              <a:spcAft>
                <a:spcPts val="400"/>
              </a:spcAft>
            </a:pPr>
            <a:r>
              <a:rPr lang="en-US" sz="4400" b="0" i="0" dirty="0">
                <a:solidFill>
                  <a:srgbClr val="000000"/>
                </a:solidFill>
                <a:cs typeface="Times New Roman"/>
              </a:rPr>
              <a:t>❑ </a:t>
            </a:r>
            <a:r>
              <a:rPr lang="en-US" sz="4400" b="1" i="0" dirty="0">
                <a:solidFill>
                  <a:srgbClr val="960C22"/>
                </a:solidFill>
                <a:cs typeface="Times New Roman"/>
              </a:rPr>
              <a:t>Positional Encoding</a:t>
            </a:r>
            <a:r>
              <a:rPr lang="en-US" sz="4400" b="0" i="0" dirty="0">
                <a:solidFill>
                  <a:srgbClr val="000000"/>
                </a:solidFill>
                <a:cs typeface="Times New Roman"/>
              </a:rPr>
              <a:t>, </a:t>
            </a:r>
            <a:r>
              <a:rPr lang="en-US" sz="4400" b="1" i="1" dirty="0">
                <a:solidFill>
                  <a:srgbClr val="000000"/>
                </a:solidFill>
                <a:cs typeface="Times New Roman"/>
              </a:rPr>
              <a:t>p</a:t>
            </a:r>
            <a:r>
              <a:rPr lang="en-US" sz="4400" b="1" i="1" baseline="-25000" dirty="0">
                <a:solidFill>
                  <a:srgbClr val="000000"/>
                </a:solidFill>
                <a:cs typeface="Times New Roman"/>
              </a:rPr>
              <a:t>i</a:t>
            </a:r>
            <a:r>
              <a:rPr lang="en-US" sz="4400" b="0" i="0" dirty="0">
                <a:solidFill>
                  <a:srgbClr val="000000"/>
                </a:solidFill>
                <a:cs typeface="Times New Roman"/>
              </a:rPr>
              <a:t>: a vector encoding position </a:t>
            </a:r>
            <a:r>
              <a:rPr lang="en-US" sz="4400" b="0" i="1" dirty="0" err="1">
                <a:solidFill>
                  <a:srgbClr val="000000"/>
                </a:solidFill>
                <a:cs typeface="Times New Roman"/>
              </a:rPr>
              <a:t>i</a:t>
            </a:r>
            <a:r>
              <a:rPr lang="en-US" sz="4400" b="0" i="0" dirty="0">
                <a:solidFill>
                  <a:srgbClr val="000000"/>
                </a:solidFill>
                <a:cs typeface="Times New Roman"/>
              </a:rPr>
              <a:t>, added so that the same token at different positions enters the network differently. </a:t>
            </a:r>
            <a:r>
              <a:rPr lang="en-US" sz="4400" b="0" i="1" dirty="0">
                <a:solidFill>
                  <a:srgbClr val="00866C"/>
                </a:solidFill>
                <a:cs typeface="Times New Roman"/>
              </a:rPr>
              <a:t>(Hint: without </a:t>
            </a:r>
            <a:r>
              <a:rPr lang="en-US" sz="4400" b="1" i="1" dirty="0">
                <a:solidFill>
                  <a:srgbClr val="00866C"/>
                </a:solidFill>
                <a:cs typeface="Times New Roman"/>
              </a:rPr>
              <a:t>p</a:t>
            </a:r>
            <a:r>
              <a:rPr lang="en-US" sz="4400" b="0" i="1" dirty="0">
                <a:solidFill>
                  <a:srgbClr val="00866C"/>
                </a:solidFill>
                <a:cs typeface="Times New Roman"/>
              </a:rPr>
              <a:t>, "load causes deflection" and "deflection causes load" would present the network identical input sets.)</a:t>
            </a:r>
          </a:p>
        </p:txBody>
      </p:sp>
    </p:spTree>
    <p:extLst>
      <p:ext uri="{BB962C8B-B14F-4D97-AF65-F5344CB8AC3E}">
        <p14:creationId xmlns:p14="http://schemas.microsoft.com/office/powerpoint/2010/main" val="235462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
                                        </p:tgtEl>
                                        <p:attrNameLst>
                                          <p:attrName>style.visibility</p:attrName>
                                        </p:attrNameLst>
                                      </p:cBhvr>
                                      <p:to>
                                        <p:strVal val="visible"/>
                                      </p:to>
                                    </p:set>
                                    <p:anim calcmode="lin" valueType="num">
                                      <p:cBhvr additive="base">
                                        <p:cTn id="21" dur="500" fill="hold"/>
                                        <p:tgtEl>
                                          <p:spTgt spid="27"/>
                                        </p:tgtEl>
                                        <p:attrNameLst>
                                          <p:attrName>ppt_x</p:attrName>
                                        </p:attrNameLst>
                                      </p:cBhvr>
                                      <p:tavLst>
                                        <p:tav tm="0">
                                          <p:val>
                                            <p:strVal val="#ppt_x"/>
                                          </p:val>
                                        </p:tav>
                                        <p:tav tm="100000">
                                          <p:val>
                                            <p:strVal val="#ppt_x"/>
                                          </p:val>
                                        </p:tav>
                                      </p:tavLst>
                                    </p:anim>
                                    <p:anim calcmode="lin" valueType="num">
                                      <p:cBhvr additive="base">
                                        <p:cTn id="22" dur="500" fill="hold"/>
                                        <p:tgtEl>
                                          <p:spTgt spid="2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500" fill="hold"/>
                                        <p:tgtEl>
                                          <p:spTgt spid="29"/>
                                        </p:tgtEl>
                                        <p:attrNameLst>
                                          <p:attrName>ppt_x</p:attrName>
                                        </p:attrNameLst>
                                      </p:cBhvr>
                                      <p:tavLst>
                                        <p:tav tm="0">
                                          <p:val>
                                            <p:strVal val="#ppt_x"/>
                                          </p:val>
                                        </p:tav>
                                        <p:tav tm="100000">
                                          <p:val>
                                            <p:strVal val="#ppt_x"/>
                                          </p:val>
                                        </p:tav>
                                      </p:tavLst>
                                    </p:anim>
                                    <p:anim calcmode="lin" valueType="num">
                                      <p:cBhvr additive="base">
                                        <p:cTn id="3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fade">
                                      <p:cBhvr>
                                        <p:cTn id="42" dur="500"/>
                                        <p:tgtEl>
                                          <p:spTgt spid="32"/>
                                        </p:tgtEl>
                                      </p:cBhvr>
                                    </p:animEffect>
                                  </p:childTnLst>
                                </p:cTn>
                              </p:par>
                              <p:par>
                                <p:cTn id="43" presetID="10" presetClass="entr" presetSubtype="0" fill="hold" nodeType="withEffect">
                                  <p:stCondLst>
                                    <p:cond delay="0"/>
                                  </p:stCondLst>
                                  <p:childTnLst>
                                    <p:set>
                                      <p:cBhvr>
                                        <p:cTn id="44" dur="1" fill="hold">
                                          <p:stCondLst>
                                            <p:cond delay="0"/>
                                          </p:stCondLst>
                                        </p:cTn>
                                        <p:tgtEl>
                                          <p:spTgt spid="34"/>
                                        </p:tgtEl>
                                        <p:attrNameLst>
                                          <p:attrName>style.visibility</p:attrName>
                                        </p:attrNameLst>
                                      </p:cBhvr>
                                      <p:to>
                                        <p:strVal val="visible"/>
                                      </p:to>
                                    </p:set>
                                    <p:animEffect transition="in" filter="fade">
                                      <p:cBhvr>
                                        <p:cTn id="4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5" grpId="0" animBg="1"/>
      <p:bldP spid="27" grpId="0"/>
      <p:bldP spid="29" grpId="0"/>
      <p:bldP spid="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E871C-4125-E1A0-1E12-0572CC269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A8991-E37D-3FE2-4375-1872A7CC559C}"/>
              </a:ext>
            </a:extLst>
          </p:cNvPr>
          <p:cNvSpPr>
            <a:spLocks noGrp="1"/>
          </p:cNvSpPr>
          <p:nvPr>
            <p:ph type="title"/>
          </p:nvPr>
        </p:nvSpPr>
        <p:spPr/>
        <p:txBody>
          <a:bodyPr>
            <a:normAutofit/>
          </a:bodyPr>
          <a:lstStyle/>
          <a:p>
            <a:r>
              <a:rPr lang="en-US" sz="10600" dirty="0">
                <a:solidFill>
                  <a:srgbClr val="000000"/>
                </a:solidFill>
                <a:cs typeface="Times New Roman"/>
              </a:rPr>
              <a:t>Neural Network: Embedding Matrix</a:t>
            </a:r>
            <a:endParaRPr lang="en-US" dirty="0"/>
          </a:p>
        </p:txBody>
      </p:sp>
      <p:sp>
        <p:nvSpPr>
          <p:cNvPr id="3" name="Footer Placeholder 2">
            <a:extLst>
              <a:ext uri="{FF2B5EF4-FFF2-40B4-BE49-F238E27FC236}">
                <a16:creationId xmlns:a16="http://schemas.microsoft.com/office/drawing/2014/main" id="{60226836-1BEE-5111-3921-2B859F784BDA}"/>
              </a:ext>
            </a:extLst>
          </p:cNvPr>
          <p:cNvSpPr>
            <a:spLocks noGrp="1"/>
          </p:cNvSpPr>
          <p:nvPr>
            <p:ph type="ftr" sz="quarter" idx="11"/>
          </p:nvPr>
        </p:nvSpPr>
        <p:spPr/>
        <p:txBody>
          <a:bodyPr/>
          <a:lstStyle/>
          <a:p>
            <a:r>
              <a:rPr lang="en-US" dirty="0"/>
              <a:t>Chapter 1: Architecture</a:t>
            </a:r>
          </a:p>
        </p:txBody>
      </p:sp>
      <p:sp>
        <p:nvSpPr>
          <p:cNvPr id="4" name="Slide Number Placeholder 3">
            <a:extLst>
              <a:ext uri="{FF2B5EF4-FFF2-40B4-BE49-F238E27FC236}">
                <a16:creationId xmlns:a16="http://schemas.microsoft.com/office/drawing/2014/main" id="{BD6938BE-9B27-A6DC-C736-B378DB400ED1}"/>
              </a:ext>
            </a:extLst>
          </p:cNvPr>
          <p:cNvSpPr>
            <a:spLocks noGrp="1"/>
          </p:cNvSpPr>
          <p:nvPr>
            <p:ph type="sldNum" sz="quarter" idx="12"/>
          </p:nvPr>
        </p:nvSpPr>
        <p:spPr/>
        <p:txBody>
          <a:bodyPr/>
          <a:lstStyle/>
          <a:p>
            <a:fld id="{455CB61F-784F-47BE-8E88-4D7DF3343F95}" type="slidenum">
              <a:rPr lang="en-US" smtClean="0"/>
              <a:t>17</a:t>
            </a:fld>
            <a:endParaRPr lang="en-US"/>
          </a:p>
        </p:txBody>
      </p:sp>
      <p:sp>
        <p:nvSpPr>
          <p:cNvPr id="14" name="TextBox 13">
            <a:extLst>
              <a:ext uri="{FF2B5EF4-FFF2-40B4-BE49-F238E27FC236}">
                <a16:creationId xmlns:a16="http://schemas.microsoft.com/office/drawing/2014/main" id="{E9CAEC51-B752-FE03-381B-CBD1C487630E}"/>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5" name="TextBox 14">
            <a:extLst>
              <a:ext uri="{FF2B5EF4-FFF2-40B4-BE49-F238E27FC236}">
                <a16:creationId xmlns:a16="http://schemas.microsoft.com/office/drawing/2014/main" id="{61B5B4CA-2DD7-CFDC-90AF-85E0F199DA03}"/>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6" name="TextBox 15">
            <a:extLst>
              <a:ext uri="{FF2B5EF4-FFF2-40B4-BE49-F238E27FC236}">
                <a16:creationId xmlns:a16="http://schemas.microsoft.com/office/drawing/2014/main" id="{8F32E029-5BFC-CB79-5AAE-B0ECFCCE006C}"/>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7" name="TextBox 16">
            <a:extLst>
              <a:ext uri="{FF2B5EF4-FFF2-40B4-BE49-F238E27FC236}">
                <a16:creationId xmlns:a16="http://schemas.microsoft.com/office/drawing/2014/main" id="{7D6EC4F4-84B9-D8CF-CB7F-5ED76DAECFB8}"/>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8" name="TextBox 17">
            <a:extLst>
              <a:ext uri="{FF2B5EF4-FFF2-40B4-BE49-F238E27FC236}">
                <a16:creationId xmlns:a16="http://schemas.microsoft.com/office/drawing/2014/main" id="{EED96957-A63E-0C44-B587-E3A496ED07AB}"/>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9" name="TextBox 18">
            <a:extLst>
              <a:ext uri="{FF2B5EF4-FFF2-40B4-BE49-F238E27FC236}">
                <a16:creationId xmlns:a16="http://schemas.microsoft.com/office/drawing/2014/main" id="{8C5883AF-1261-480B-121A-4565208EBE6B}"/>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20" name="Picture 19">
            <a:extLst>
              <a:ext uri="{FF2B5EF4-FFF2-40B4-BE49-F238E27FC236}">
                <a16:creationId xmlns:a16="http://schemas.microsoft.com/office/drawing/2014/main" id="{D39C756F-5EB3-90C5-F565-4967930C9361}"/>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186358" y="15398701"/>
            <a:ext cx="1044858" cy="1044858"/>
          </a:xfrm>
          <a:prstGeom prst="rect">
            <a:avLst/>
          </a:prstGeom>
        </p:spPr>
      </p:pic>
      <p:sp>
        <p:nvSpPr>
          <p:cNvPr id="6" name="TextBox 5">
            <a:extLst>
              <a:ext uri="{FF2B5EF4-FFF2-40B4-BE49-F238E27FC236}">
                <a16:creationId xmlns:a16="http://schemas.microsoft.com/office/drawing/2014/main" id="{40B6C0B2-4F6A-E737-6472-A4D1D984325B}"/>
              </a:ext>
            </a:extLst>
          </p:cNvPr>
          <p:cNvSpPr txBox="1"/>
          <p:nvPr/>
        </p:nvSpPr>
        <p:spPr>
          <a:xfrm>
            <a:off x="2537141" y="4057652"/>
            <a:ext cx="22881670" cy="2823850"/>
          </a:xfrm>
          <a:prstGeom prst="rect">
            <a:avLst/>
          </a:prstGeom>
          <a:noFill/>
        </p:spPr>
        <p:txBody>
          <a:bodyPr wrap="square" lIns="0" tIns="0" rIns="0" bIns="0" anchor="t">
            <a:spAutoFit/>
          </a:bodyPr>
          <a:lstStyle/>
          <a:p>
            <a:pPr marL="277977" indent="-277977" algn="just">
              <a:spcBef>
                <a:spcPts val="0"/>
              </a:spcBef>
              <a:spcAft>
                <a:spcPts val="400"/>
              </a:spcAft>
            </a:pPr>
            <a:endParaRPr sz="4400" b="0" i="1" dirty="0">
              <a:solidFill>
                <a:srgbClr val="00866C"/>
              </a:solidFill>
              <a:cs typeface="Times New Roman"/>
            </a:endParaRPr>
          </a:p>
          <a:p>
            <a:pPr marL="277977" indent="-277977" algn="just">
              <a:spcBef>
                <a:spcPts val="500"/>
              </a:spcBef>
              <a:spcAft>
                <a:spcPts val="400"/>
              </a:spcAft>
            </a:pPr>
            <a:r>
              <a:rPr sz="4400" b="0" i="0" dirty="0">
                <a:solidFill>
                  <a:srgbClr val="000000"/>
                </a:solidFill>
                <a:cs typeface="Times New Roman"/>
              </a:rPr>
              <a:t>❖ Proximity in embedding space is learned from </a:t>
            </a:r>
            <a:r>
              <a:rPr sz="4400" b="1" i="0" dirty="0">
                <a:solidFill>
                  <a:srgbClr val="000000"/>
                </a:solidFill>
                <a:cs typeface="Times New Roman"/>
              </a:rPr>
              <a:t>co-occurrence</a:t>
            </a:r>
            <a:r>
              <a:rPr sz="4400" b="0" i="0" dirty="0">
                <a:solidFill>
                  <a:srgbClr val="000000"/>
                </a:solidFill>
                <a:cs typeface="Times New Roman"/>
              </a:rPr>
              <a:t>: tokens used in similar contexts acquire nearby vectors. This is why the network can treat 'beam' and 'girder' similarly without a rule saying so.</a:t>
            </a:r>
          </a:p>
        </p:txBody>
      </p:sp>
    </p:spTree>
    <p:extLst>
      <p:ext uri="{BB962C8B-B14F-4D97-AF65-F5344CB8AC3E}">
        <p14:creationId xmlns:p14="http://schemas.microsoft.com/office/powerpoint/2010/main" val="205203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446517-FE39-A5ED-8190-891BD6E66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0811E4-10ED-6B6C-594B-FE60097736CA}"/>
              </a:ext>
            </a:extLst>
          </p:cNvPr>
          <p:cNvSpPr>
            <a:spLocks noGrp="1"/>
          </p:cNvSpPr>
          <p:nvPr>
            <p:ph type="title"/>
          </p:nvPr>
        </p:nvSpPr>
        <p:spPr/>
        <p:txBody>
          <a:bodyPr>
            <a:normAutofit/>
          </a:bodyPr>
          <a:lstStyle/>
          <a:p>
            <a:r>
              <a:rPr lang="en-US" sz="10600" dirty="0">
                <a:solidFill>
                  <a:srgbClr val="000000"/>
                </a:solidFill>
                <a:cs typeface="Times New Roman"/>
              </a:rPr>
              <a:t>Neural Network: From Brain to Brawn</a:t>
            </a:r>
            <a:endParaRPr lang="en-US" dirty="0"/>
          </a:p>
        </p:txBody>
      </p:sp>
      <p:sp>
        <p:nvSpPr>
          <p:cNvPr id="3" name="Footer Placeholder 2">
            <a:extLst>
              <a:ext uri="{FF2B5EF4-FFF2-40B4-BE49-F238E27FC236}">
                <a16:creationId xmlns:a16="http://schemas.microsoft.com/office/drawing/2014/main" id="{81C31099-EC0C-B142-1F06-E259C6E8A043}"/>
              </a:ext>
            </a:extLst>
          </p:cNvPr>
          <p:cNvSpPr>
            <a:spLocks noGrp="1"/>
          </p:cNvSpPr>
          <p:nvPr>
            <p:ph type="ftr" sz="quarter" idx="11"/>
          </p:nvPr>
        </p:nvSpPr>
        <p:spPr/>
        <p:txBody>
          <a:bodyPr/>
          <a:lstStyle/>
          <a:p>
            <a:r>
              <a:rPr lang="en-US" dirty="0"/>
              <a:t>Chapter 1: Architecture</a:t>
            </a:r>
          </a:p>
        </p:txBody>
      </p:sp>
      <p:sp>
        <p:nvSpPr>
          <p:cNvPr id="4" name="Slide Number Placeholder 3">
            <a:extLst>
              <a:ext uri="{FF2B5EF4-FFF2-40B4-BE49-F238E27FC236}">
                <a16:creationId xmlns:a16="http://schemas.microsoft.com/office/drawing/2014/main" id="{0032EC87-69BE-CF3C-CB38-9015AFCB9B39}"/>
              </a:ext>
            </a:extLst>
          </p:cNvPr>
          <p:cNvSpPr>
            <a:spLocks noGrp="1"/>
          </p:cNvSpPr>
          <p:nvPr>
            <p:ph type="sldNum" sz="quarter" idx="12"/>
          </p:nvPr>
        </p:nvSpPr>
        <p:spPr/>
        <p:txBody>
          <a:bodyPr/>
          <a:lstStyle/>
          <a:p>
            <a:fld id="{455CB61F-784F-47BE-8E88-4D7DF3343F95}" type="slidenum">
              <a:rPr lang="en-US" smtClean="0"/>
              <a:t>18</a:t>
            </a:fld>
            <a:endParaRPr lang="en-US"/>
          </a:p>
        </p:txBody>
      </p:sp>
      <p:sp>
        <p:nvSpPr>
          <p:cNvPr id="6" name="Rectangle 5">
            <a:extLst>
              <a:ext uri="{FF2B5EF4-FFF2-40B4-BE49-F238E27FC236}">
                <a16:creationId xmlns:a16="http://schemas.microsoft.com/office/drawing/2014/main" id="{E0B2520A-1410-88D6-BD55-AE8252CE6DC7}"/>
              </a:ext>
            </a:extLst>
          </p:cNvPr>
          <p:cNvSpPr>
            <a:spLocks noGrp="1"/>
          </p:cNvSpPr>
          <p:nvPr/>
        </p:nvSpPr>
        <p:spPr>
          <a:xfrm>
            <a:off x="6443373" y="7809114"/>
            <a:ext cx="18567679" cy="2590800"/>
          </a:xfrm>
          <a:prstGeom prst="rect">
            <a:avLst/>
          </a:prstGeom>
          <a:noFill/>
          <a:ln w="0">
            <a:noFill/>
            <a:prstDash val="solid"/>
          </a:ln>
        </p:spPr>
        <p:txBody>
          <a:bodyPr lIns="38100" tIns="19050" rIns="38100" bIns="19050" anchor="ctr">
            <a:noAutofit/>
          </a:bodyPr>
          <a:lstStyle/>
          <a:p>
            <a:pPr algn="ctr">
              <a:lnSpc>
                <a:spcPct val="108000"/>
              </a:lnSpc>
              <a:buNone/>
              <a:defRPr sz="1950" b="0" i="0">
                <a:solidFill>
                  <a:srgbClr val="171516"/>
                </a:solidFill>
                <a:latin typeface="Cambria Math"/>
                <a:ea typeface="Cambria Math"/>
                <a:cs typeface="Cambria Math"/>
              </a:defRPr>
            </a:pPr>
            <a:r>
              <a:rPr sz="6000" b="0" i="0" dirty="0">
                <a:solidFill>
                  <a:srgbClr val="171516"/>
                </a:solidFill>
                <a:latin typeface="Cambria Math"/>
                <a:ea typeface="Cambria Math"/>
                <a:cs typeface="Cambria Math"/>
              </a:rPr>
              <a:t>token ID  →  embedding  →  N decoder blocks  →  logits  →  probability  →  sampled token</a:t>
            </a:r>
          </a:p>
        </p:txBody>
      </p:sp>
      <p:sp>
        <p:nvSpPr>
          <p:cNvPr id="8" name="TextBox 7">
            <a:extLst>
              <a:ext uri="{FF2B5EF4-FFF2-40B4-BE49-F238E27FC236}">
                <a16:creationId xmlns:a16="http://schemas.microsoft.com/office/drawing/2014/main" id="{FC720F17-968B-CDE2-5FCC-5220AB1ED4DF}"/>
              </a:ext>
            </a:extLst>
          </p:cNvPr>
          <p:cNvSpPr txBox="1"/>
          <p:nvPr/>
        </p:nvSpPr>
        <p:spPr>
          <a:xfrm>
            <a:off x="1948236" y="4071096"/>
            <a:ext cx="25300884" cy="3283591"/>
          </a:xfrm>
          <a:prstGeom prst="rect">
            <a:avLst/>
          </a:prstGeom>
          <a:noFill/>
        </p:spPr>
        <p:txBody>
          <a:bodyPr wrap="square">
            <a:spAutoFit/>
          </a:bodyPr>
          <a:lstStyle/>
          <a:p>
            <a:pPr lvl="1" algn="ctr">
              <a:lnSpc>
                <a:spcPct val="150000"/>
              </a:lnSpc>
            </a:pPr>
            <a:r>
              <a:rPr lang="en-US" sz="4800" b="1" dirty="0"/>
              <a:t>Your brain processes the input by dividing it into different segment and mapping them to specific parts of it. The LLM deciphers the entire input, serially. Some parts of its “brain” are activated and some are not based on the non-linear activation function.</a:t>
            </a:r>
          </a:p>
        </p:txBody>
      </p:sp>
    </p:spTree>
    <p:extLst>
      <p:ext uri="{BB962C8B-B14F-4D97-AF65-F5344CB8AC3E}">
        <p14:creationId xmlns:p14="http://schemas.microsoft.com/office/powerpoint/2010/main" val="23973086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15</a:t>
            </a:r>
          </a:p>
        </p:txBody>
      </p:sp>
      <p:sp>
        <p:nvSpPr>
          <p:cNvPr id="6" name="TextBox 5"/>
          <p:cNvSpPr txBox="1"/>
          <p:nvPr/>
        </p:nvSpPr>
        <p:spPr>
          <a:xfrm>
            <a:off x="1751260" y="2165644"/>
            <a:ext cx="25794857" cy="1477328"/>
          </a:xfrm>
          <a:prstGeom prst="rect">
            <a:avLst/>
          </a:prstGeom>
          <a:noFill/>
        </p:spPr>
        <p:txBody>
          <a:bodyPr wrap="square" lIns="0" tIns="0" rIns="0" bIns="0" anchor="b">
            <a:spAutoFit/>
          </a:bodyPr>
          <a:lstStyle/>
          <a:p>
            <a:r>
              <a:rPr sz="9600" dirty="0">
                <a:solidFill>
                  <a:srgbClr val="000000"/>
                </a:solidFill>
                <a:latin typeface="Times New Roman"/>
                <a:cs typeface="Times New Roman"/>
              </a:rPr>
              <a:t>Neural Network:</a:t>
            </a:r>
            <a:r>
              <a:rPr lang="en-US" sz="9600" dirty="0">
                <a:solidFill>
                  <a:srgbClr val="000000"/>
                </a:solidFill>
                <a:latin typeface="Times New Roman"/>
                <a:cs typeface="Times New Roman"/>
              </a:rPr>
              <a:t> Layers, Depth and Width</a:t>
            </a:r>
            <a:r>
              <a:rPr sz="9600" dirty="0">
                <a:solidFill>
                  <a:srgbClr val="000000"/>
                </a:solidFill>
                <a:latin typeface="Times New Roman"/>
                <a:cs typeface="Times New Roman"/>
              </a:rPr>
              <a:t> </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mc:AlternateContent xmlns:mc="http://schemas.openxmlformats.org/markup-compatibility/2006" xmlns:a14="http://schemas.microsoft.com/office/drawing/2010/main">
        <mc:Choice Requires="a14">
          <p:sp>
            <p:nvSpPr>
              <p:cNvPr id="9" name="TextBox 8"/>
              <p:cNvSpPr txBox="1"/>
              <p:nvPr/>
            </p:nvSpPr>
            <p:spPr>
              <a:xfrm>
                <a:off x="1773205" y="4367175"/>
                <a:ext cx="25794857" cy="677108"/>
              </a:xfrm>
              <a:prstGeom prst="rect">
                <a:avLst/>
              </a:prstGeom>
              <a:noFill/>
            </p:spPr>
            <p:txBody>
              <a:bodyPr wrap="square" lIns="0" tIns="0" rIns="0" bIns="0" anchor="t">
                <a:spAutoFit/>
              </a:bodyPr>
              <a:lstStyle/>
              <a:p>
                <a:pPr algn="ctr"/>
                <a:r>
                  <a:rPr lang="en-US" sz="4400" i="1" dirty="0">
                    <a:solidFill>
                      <a:srgbClr val="000000"/>
                    </a:solidFill>
                    <a:latin typeface="Times New Roman"/>
                    <a:cs typeface="Times New Roman"/>
                  </a:rPr>
                  <a:t>If a Neuron </a:t>
                </a:r>
                <a14:m>
                  <m:oMath xmlns:m="http://schemas.openxmlformats.org/officeDocument/2006/math">
                    <m:r>
                      <a:rPr lang="en-US" sz="4400" i="1" smtClean="0">
                        <a:solidFill>
                          <a:srgbClr val="000000"/>
                        </a:solidFill>
                        <a:latin typeface="Cambria Math" panose="02040503050406030204" pitchFamily="18" charset="0"/>
                        <a:ea typeface="Cambria Math" panose="02040503050406030204" pitchFamily="18" charset="0"/>
                        <a:cs typeface="Times New Roman"/>
                      </a:rPr>
                      <m:t>≈</m:t>
                    </m:r>
                    <m:r>
                      <a:rPr lang="en-US" sz="4400" b="0" i="1" smtClean="0">
                        <a:solidFill>
                          <a:srgbClr val="000000"/>
                        </a:solidFill>
                        <a:latin typeface="Cambria Math" panose="02040503050406030204" pitchFamily="18" charset="0"/>
                        <a:ea typeface="Cambria Math" panose="02040503050406030204" pitchFamily="18" charset="0"/>
                        <a:cs typeface="Times New Roman"/>
                      </a:rPr>
                      <m:t> </m:t>
                    </m:r>
                    <m:r>
                      <a:rPr lang="en-US" sz="4400" b="0" i="1" smtClean="0">
                        <a:solidFill>
                          <a:srgbClr val="000000"/>
                        </a:solidFill>
                        <a:latin typeface="Cambria Math" panose="02040503050406030204" pitchFamily="18" charset="0"/>
                        <a:ea typeface="Cambria Math" panose="02040503050406030204" pitchFamily="18" charset="0"/>
                        <a:cs typeface="Times New Roman"/>
                      </a:rPr>
                      <m:t>𝑆𝑐𝑎𝑙𝑎𝑟</m:t>
                    </m:r>
                  </m:oMath>
                </a14:m>
                <a:r>
                  <a:rPr lang="en-US" sz="4400" i="1" dirty="0">
                    <a:solidFill>
                      <a:srgbClr val="000000"/>
                    </a:solidFill>
                    <a:latin typeface="Times New Roman"/>
                    <a:cs typeface="Times New Roman"/>
                  </a:rPr>
                  <a:t> , then Layer </a:t>
                </a:r>
                <a14:m>
                  <m:oMath xmlns:m="http://schemas.openxmlformats.org/officeDocument/2006/math">
                    <m:r>
                      <a:rPr lang="en-US" sz="4400" i="1">
                        <a:solidFill>
                          <a:srgbClr val="000000"/>
                        </a:solidFill>
                        <a:latin typeface="Cambria Math" panose="02040503050406030204" pitchFamily="18" charset="0"/>
                        <a:ea typeface="Cambria Math" panose="02040503050406030204" pitchFamily="18" charset="0"/>
                        <a:cs typeface="Times New Roman"/>
                      </a:rPr>
                      <m:t>≈</m:t>
                    </m:r>
                    <m:r>
                      <a:rPr lang="en-US" sz="4400" b="0" i="1" smtClean="0">
                        <a:solidFill>
                          <a:srgbClr val="000000"/>
                        </a:solidFill>
                        <a:latin typeface="Cambria Math" panose="02040503050406030204" pitchFamily="18" charset="0"/>
                        <a:ea typeface="Cambria Math" panose="02040503050406030204" pitchFamily="18" charset="0"/>
                        <a:cs typeface="Times New Roman"/>
                      </a:rPr>
                      <m:t>𝑉𝑒𝑐𝑡𝑜𝑟</m:t>
                    </m:r>
                    <m:r>
                      <a:rPr lang="en-US" sz="4400" b="0" i="1" smtClean="0">
                        <a:solidFill>
                          <a:srgbClr val="000000"/>
                        </a:solidFill>
                        <a:latin typeface="Cambria Math" panose="02040503050406030204" pitchFamily="18" charset="0"/>
                        <a:ea typeface="Cambria Math" panose="02040503050406030204" pitchFamily="18" charset="0"/>
                        <a:cs typeface="Times New Roman"/>
                      </a:rPr>
                      <m:t>.</m:t>
                    </m:r>
                  </m:oMath>
                </a14:m>
                <a:endParaRPr sz="4400" i="1" dirty="0">
                  <a:solidFill>
                    <a:srgbClr val="000000"/>
                  </a:solidFill>
                  <a:latin typeface="Times New Roman"/>
                  <a:cs typeface="Times New Roman"/>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773205" y="4367175"/>
                <a:ext cx="25794857" cy="677108"/>
              </a:xfrm>
              <a:prstGeom prst="rect">
                <a:avLst/>
              </a:prstGeom>
              <a:blipFill>
                <a:blip r:embed="rId5"/>
                <a:stretch>
                  <a:fillRect t="-24324" b="-50450"/>
                </a:stretch>
              </a:blipFill>
            </p:spPr>
            <p:txBody>
              <a:bodyPr/>
              <a:lstStyle/>
              <a:p>
                <a:r>
                  <a:rPr lang="en-US">
                    <a:noFill/>
                  </a:rPr>
                  <a:t> </a:t>
                </a:r>
              </a:p>
            </p:txBody>
          </p:sp>
        </mc:Fallback>
      </mc:AlternateContent>
      <p:pic>
        <p:nvPicPr>
          <p:cNvPr id="10" name="Picture 9" descr="s15_layers_17.png"/>
          <p:cNvPicPr>
            <a:picLocks noChangeAspect="1"/>
          </p:cNvPicPr>
          <p:nvPr/>
        </p:nvPicPr>
        <p:blipFill>
          <a:blip r:embed="rId6"/>
          <a:stretch>
            <a:fillRect/>
          </a:stretch>
        </p:blipFill>
        <p:spPr>
          <a:xfrm>
            <a:off x="9154935" y="5310835"/>
            <a:ext cx="10950854" cy="608990"/>
          </a:xfrm>
          <a:prstGeom prst="rect">
            <a:avLst/>
          </a:prstGeom>
        </p:spPr>
      </p:pic>
      <p:sp>
        <p:nvSpPr>
          <p:cNvPr id="11" name="TextBox 10"/>
          <p:cNvSpPr txBox="1"/>
          <p:nvPr/>
        </p:nvSpPr>
        <p:spPr>
          <a:xfrm>
            <a:off x="1773205" y="6314848"/>
            <a:ext cx="25794857" cy="7295330"/>
          </a:xfrm>
          <a:prstGeom prst="rect">
            <a:avLst/>
          </a:prstGeom>
          <a:noFill/>
        </p:spPr>
        <p:txBody>
          <a:bodyPr wrap="square" lIns="0" tIns="0" rIns="0" bIns="0" anchor="t">
            <a:spAutoFit/>
          </a:bodyPr>
          <a:lstStyle/>
          <a:p>
            <a:pPr marL="667145" indent="-667145">
              <a:spcAft>
                <a:spcPts val="960"/>
              </a:spcAft>
            </a:pPr>
            <a:r>
              <a:rPr sz="3840" dirty="0">
                <a:solidFill>
                  <a:srgbClr val="000000"/>
                </a:solidFill>
                <a:latin typeface="Times New Roman"/>
                <a:cs typeface="Times New Roman"/>
              </a:rPr>
              <a:t>❑ </a:t>
            </a:r>
            <a:r>
              <a:rPr sz="3840" b="1" dirty="0">
                <a:solidFill>
                  <a:srgbClr val="960C22"/>
                </a:solidFill>
                <a:latin typeface="Times New Roman"/>
                <a:cs typeface="Times New Roman"/>
              </a:rPr>
              <a:t>Hidden State</a:t>
            </a:r>
            <a:r>
              <a:rPr sz="3840" dirty="0">
                <a:solidFill>
                  <a:srgbClr val="000000"/>
                </a:solidFill>
                <a:latin typeface="Times New Roman"/>
                <a:cs typeface="Times New Roman"/>
              </a:rPr>
              <a:t>, </a:t>
            </a:r>
            <a:r>
              <a:rPr sz="3840" b="1" i="1" dirty="0">
                <a:solidFill>
                  <a:srgbClr val="000000"/>
                </a:solidFill>
                <a:latin typeface="Times New Roman"/>
                <a:cs typeface="Times New Roman"/>
              </a:rPr>
              <a:t>h</a:t>
            </a:r>
            <a:r>
              <a:rPr sz="2688" b="1" i="1" baseline="30000" dirty="0">
                <a:solidFill>
                  <a:srgbClr val="000000"/>
                </a:solidFill>
                <a:latin typeface="Times New Roman"/>
                <a:cs typeface="Times New Roman"/>
              </a:rPr>
              <a:t>(ℓ)</a:t>
            </a:r>
            <a:r>
              <a:rPr sz="3840" dirty="0">
                <a:solidFill>
                  <a:srgbClr val="000000"/>
                </a:solidFill>
                <a:latin typeface="Times New Roman"/>
                <a:cs typeface="Times New Roman"/>
              </a:rPr>
              <a:t>: the vector of all neuron outputs at layer </a:t>
            </a:r>
            <a:r>
              <a:rPr sz="3840" i="1" dirty="0">
                <a:solidFill>
                  <a:srgbClr val="000000"/>
                </a:solidFill>
                <a:latin typeface="Times New Roman"/>
                <a:cs typeface="Times New Roman"/>
              </a:rPr>
              <a:t>ℓ</a:t>
            </a:r>
            <a:r>
              <a:rPr sz="3840" dirty="0">
                <a:solidFill>
                  <a:srgbClr val="000000"/>
                </a:solidFill>
                <a:latin typeface="Times New Roman"/>
                <a:cs typeface="Times New Roman"/>
              </a:rPr>
              <a:t>. Row </a:t>
            </a:r>
            <a:r>
              <a:rPr sz="3840" i="1" dirty="0">
                <a:solidFill>
                  <a:srgbClr val="000000"/>
                </a:solidFill>
                <a:latin typeface="Times New Roman"/>
                <a:cs typeface="Times New Roman"/>
              </a:rPr>
              <a:t>r</a:t>
            </a:r>
            <a:r>
              <a:rPr sz="3840" dirty="0">
                <a:solidFill>
                  <a:srgbClr val="000000"/>
                </a:solidFill>
                <a:latin typeface="Times New Roman"/>
                <a:cs typeface="Times New Roman"/>
              </a:rPr>
              <a:t> of </a:t>
            </a:r>
            <a:r>
              <a:rPr sz="3840" i="1" dirty="0">
                <a:solidFill>
                  <a:srgbClr val="000000"/>
                </a:solidFill>
                <a:latin typeface="Times New Roman"/>
                <a:cs typeface="Times New Roman"/>
              </a:rPr>
              <a:t>W</a:t>
            </a:r>
            <a:r>
              <a:rPr sz="2688" i="1" baseline="30000" dirty="0">
                <a:solidFill>
                  <a:srgbClr val="000000"/>
                </a:solidFill>
                <a:latin typeface="Times New Roman"/>
                <a:cs typeface="Times New Roman"/>
              </a:rPr>
              <a:t>(ℓ)</a:t>
            </a:r>
            <a:r>
              <a:rPr sz="3840" dirty="0">
                <a:solidFill>
                  <a:srgbClr val="000000"/>
                </a:solidFill>
                <a:latin typeface="Times New Roman"/>
                <a:cs typeface="Times New Roman"/>
              </a:rPr>
              <a:t> holds the weights of neuron </a:t>
            </a:r>
            <a:r>
              <a:rPr sz="3840" i="1" dirty="0">
                <a:solidFill>
                  <a:srgbClr val="000000"/>
                </a:solidFill>
                <a:latin typeface="Times New Roman"/>
                <a:cs typeface="Times New Roman"/>
              </a:rPr>
              <a:t>r</a:t>
            </a:r>
            <a:r>
              <a:rPr sz="3840" dirty="0">
                <a:solidFill>
                  <a:srgbClr val="000000"/>
                </a:solidFill>
                <a:latin typeface="Times New Roman"/>
                <a:cs typeface="Times New Roman"/>
              </a:rPr>
              <a:t>.</a:t>
            </a:r>
          </a:p>
          <a:p>
            <a:pPr marL="667145" indent="-667145">
              <a:spcAft>
                <a:spcPts val="960"/>
              </a:spcAft>
            </a:pPr>
            <a:r>
              <a:rPr sz="3840" dirty="0">
                <a:solidFill>
                  <a:srgbClr val="000000"/>
                </a:solidFill>
                <a:latin typeface="Times New Roman"/>
                <a:cs typeface="Times New Roman"/>
              </a:rPr>
              <a:t>❑ </a:t>
            </a:r>
            <a:r>
              <a:rPr sz="3840" b="1" dirty="0">
                <a:solidFill>
                  <a:srgbClr val="960C22"/>
                </a:solidFill>
                <a:latin typeface="Times New Roman"/>
                <a:cs typeface="Times New Roman"/>
              </a:rPr>
              <a:t>Width</a:t>
            </a:r>
            <a:r>
              <a:rPr sz="3840" dirty="0">
                <a:solidFill>
                  <a:srgbClr val="000000"/>
                </a:solidFill>
                <a:latin typeface="Times New Roman"/>
                <a:cs typeface="Times New Roman"/>
              </a:rPr>
              <a:t>: the length of </a:t>
            </a:r>
            <a:r>
              <a:rPr sz="3840" b="1" i="1" dirty="0">
                <a:solidFill>
                  <a:srgbClr val="000000"/>
                </a:solidFill>
                <a:latin typeface="Times New Roman"/>
                <a:cs typeface="Times New Roman"/>
              </a:rPr>
              <a:t>h</a:t>
            </a:r>
            <a:r>
              <a:rPr sz="2688" b="1" i="1" baseline="30000" dirty="0">
                <a:solidFill>
                  <a:srgbClr val="000000"/>
                </a:solidFill>
                <a:latin typeface="Times New Roman"/>
                <a:cs typeface="Times New Roman"/>
              </a:rPr>
              <a:t>(ℓ)</a:t>
            </a:r>
            <a:r>
              <a:rPr sz="3840" dirty="0">
                <a:solidFill>
                  <a:srgbClr val="000000"/>
                </a:solidFill>
                <a:latin typeface="Times New Roman"/>
                <a:cs typeface="Times New Roman"/>
              </a:rPr>
              <a:t>.</a:t>
            </a:r>
          </a:p>
          <a:p>
            <a:pPr marL="667145" indent="-667145">
              <a:spcAft>
                <a:spcPts val="960"/>
              </a:spcAft>
            </a:pPr>
            <a:r>
              <a:rPr sz="3840" dirty="0">
                <a:solidFill>
                  <a:srgbClr val="000000"/>
                </a:solidFill>
                <a:latin typeface="Times New Roman"/>
                <a:cs typeface="Times New Roman"/>
              </a:rPr>
              <a:t>❑ </a:t>
            </a:r>
            <a:r>
              <a:rPr sz="3840" b="1" dirty="0">
                <a:solidFill>
                  <a:srgbClr val="960C22"/>
                </a:solidFill>
                <a:latin typeface="Times New Roman"/>
                <a:cs typeface="Times New Roman"/>
              </a:rPr>
              <a:t>Depth</a:t>
            </a:r>
            <a:r>
              <a:rPr sz="3840" dirty="0">
                <a:solidFill>
                  <a:srgbClr val="000000"/>
                </a:solidFill>
                <a:latin typeface="Times New Roman"/>
                <a:cs typeface="Times New Roman"/>
              </a:rPr>
              <a:t>: </a:t>
            </a:r>
            <a:r>
              <a:rPr sz="3840" i="1" dirty="0">
                <a:solidFill>
                  <a:srgbClr val="000000"/>
                </a:solidFill>
                <a:latin typeface="Times New Roman"/>
                <a:cs typeface="Times New Roman"/>
              </a:rPr>
              <a:t>L</a:t>
            </a:r>
            <a:r>
              <a:rPr sz="3840" dirty="0">
                <a:solidFill>
                  <a:srgbClr val="000000"/>
                </a:solidFill>
                <a:latin typeface="Times New Roman"/>
                <a:cs typeface="Times New Roman"/>
              </a:rPr>
              <a:t>.</a:t>
            </a:r>
          </a:p>
          <a:p>
            <a:pPr marL="667145" indent="-667145">
              <a:spcAft>
                <a:spcPts val="960"/>
              </a:spcAft>
            </a:pPr>
            <a:r>
              <a:rPr sz="3840" dirty="0">
                <a:solidFill>
                  <a:srgbClr val="000000"/>
                </a:solidFill>
                <a:latin typeface="Times New Roman"/>
                <a:cs typeface="Times New Roman"/>
              </a:rPr>
              <a:t>❑ </a:t>
            </a:r>
            <a:r>
              <a:rPr sz="3840" b="1" dirty="0">
                <a:solidFill>
                  <a:srgbClr val="960C22"/>
                </a:solidFill>
                <a:latin typeface="Times New Roman"/>
                <a:cs typeface="Times New Roman"/>
              </a:rPr>
              <a:t>Parameter count</a:t>
            </a:r>
            <a:r>
              <a:rPr sz="3840" dirty="0">
                <a:solidFill>
                  <a:srgbClr val="000000"/>
                </a:solidFill>
                <a:latin typeface="Times New Roman"/>
                <a:cs typeface="Times New Roman"/>
              </a:rPr>
              <a:t>: |</a:t>
            </a:r>
            <a:r>
              <a:rPr sz="3840" i="1" dirty="0">
                <a:solidFill>
                  <a:srgbClr val="000000"/>
                </a:solidFill>
                <a:latin typeface="Times New Roman"/>
                <a:cs typeface="Times New Roman"/>
              </a:rPr>
              <a:t>θ</a:t>
            </a:r>
            <a:r>
              <a:rPr sz="3840" dirty="0">
                <a:solidFill>
                  <a:srgbClr val="000000"/>
                </a:solidFill>
                <a:latin typeface="Times New Roman"/>
                <a:cs typeface="Times New Roman"/>
              </a:rPr>
              <a:t>| = Σ</a:t>
            </a:r>
            <a:r>
              <a:rPr sz="2688" i="1" baseline="-25000" dirty="0">
                <a:solidFill>
                  <a:srgbClr val="000000"/>
                </a:solidFill>
                <a:latin typeface="Times New Roman"/>
                <a:cs typeface="Times New Roman"/>
              </a:rPr>
              <a:t>ℓ</a:t>
            </a:r>
            <a:r>
              <a:rPr sz="3840" dirty="0">
                <a:solidFill>
                  <a:srgbClr val="000000"/>
                </a:solidFill>
                <a:latin typeface="Times New Roman"/>
                <a:cs typeface="Times New Roman"/>
              </a:rPr>
              <a:t> </a:t>
            </a:r>
            <a:r>
              <a:rPr sz="3840" i="1" dirty="0">
                <a:solidFill>
                  <a:srgbClr val="000000"/>
                </a:solidFill>
                <a:latin typeface="Times New Roman"/>
                <a:cs typeface="Times New Roman"/>
              </a:rPr>
              <a:t>d</a:t>
            </a:r>
            <a:r>
              <a:rPr sz="2688" i="1" baseline="-25000" dirty="0">
                <a:solidFill>
                  <a:srgbClr val="000000"/>
                </a:solidFill>
                <a:latin typeface="Times New Roman"/>
                <a:cs typeface="Times New Roman"/>
              </a:rPr>
              <a:t>ℓ</a:t>
            </a:r>
            <a:r>
              <a:rPr sz="3840" dirty="0">
                <a:solidFill>
                  <a:srgbClr val="000000"/>
                </a:solidFill>
                <a:latin typeface="Times New Roman"/>
                <a:cs typeface="Times New Roman"/>
              </a:rPr>
              <a:t> (</a:t>
            </a:r>
            <a:r>
              <a:rPr sz="3840" i="1" dirty="0">
                <a:solidFill>
                  <a:srgbClr val="000000"/>
                </a:solidFill>
                <a:latin typeface="Times New Roman"/>
                <a:cs typeface="Times New Roman"/>
              </a:rPr>
              <a:t>d</a:t>
            </a:r>
            <a:r>
              <a:rPr sz="2688" i="1" baseline="-25000" dirty="0">
                <a:solidFill>
                  <a:srgbClr val="000000"/>
                </a:solidFill>
                <a:latin typeface="Times New Roman"/>
                <a:cs typeface="Times New Roman"/>
              </a:rPr>
              <a:t>ℓ−1</a:t>
            </a:r>
            <a:r>
              <a:rPr sz="3840" dirty="0">
                <a:solidFill>
                  <a:srgbClr val="000000"/>
                </a:solidFill>
                <a:latin typeface="Times New Roman"/>
                <a:cs typeface="Times New Roman"/>
              </a:rPr>
              <a:t> + 1) — every weight plus every bias. </a:t>
            </a:r>
            <a:r>
              <a:rPr sz="3840" i="1" dirty="0">
                <a:solidFill>
                  <a:srgbClr val="00866C"/>
                </a:solidFill>
                <a:latin typeface="Times New Roman"/>
                <a:cs typeface="Times New Roman"/>
              </a:rPr>
              <a:t>(Hint: this is the "7B" / "32B" in a model's name, counted the same way.)</a:t>
            </a:r>
            <a:r>
              <a:rPr sz="3840" dirty="0">
                <a:solidFill>
                  <a:srgbClr val="000000"/>
                </a:solidFill>
                <a:latin typeface="Times New Roman"/>
                <a:cs typeface="Times New Roman"/>
              </a:rPr>
              <a:t> </a:t>
            </a:r>
            <a:r>
              <a:rPr sz="3840" i="1" dirty="0">
                <a:solidFill>
                  <a:srgbClr val="00866C"/>
                </a:solidFill>
                <a:latin typeface="Times New Roman"/>
                <a:cs typeface="Times New Roman"/>
              </a:rPr>
              <a:t>(Slide 6 called the parameters "weights"; the count includes the biases, which are parameters on the same footing.)</a:t>
            </a:r>
          </a:p>
          <a:p>
            <a:pPr marL="667145" indent="-667145">
              <a:spcBef>
                <a:spcPts val="1200"/>
              </a:spcBef>
              <a:spcAft>
                <a:spcPts val="960"/>
              </a:spcAft>
            </a:pPr>
            <a:r>
              <a:rPr sz="3840" dirty="0">
                <a:solidFill>
                  <a:srgbClr val="000000"/>
                </a:solidFill>
                <a:latin typeface="Times New Roman"/>
                <a:cs typeface="Times New Roman"/>
              </a:rPr>
              <a:t>❖ </a:t>
            </a:r>
            <a:r>
              <a:rPr sz="3840" b="1" dirty="0">
                <a:solidFill>
                  <a:srgbClr val="000000"/>
                </a:solidFill>
                <a:latin typeface="Times New Roman"/>
                <a:cs typeface="Times New Roman"/>
              </a:rPr>
              <a:t>Universal approximation</a:t>
            </a:r>
            <a:r>
              <a:rPr sz="3840" dirty="0">
                <a:solidFill>
                  <a:srgbClr val="000000"/>
                </a:solidFill>
                <a:latin typeface="Times New Roman"/>
                <a:cs typeface="Times New Roman"/>
              </a:rPr>
              <a:t> (</a:t>
            </a:r>
            <a:r>
              <a:rPr sz="3840" dirty="0" err="1">
                <a:solidFill>
                  <a:srgbClr val="000000"/>
                </a:solidFill>
                <a:latin typeface="Times New Roman"/>
                <a:cs typeface="Times New Roman"/>
              </a:rPr>
              <a:t>Cybenko</a:t>
            </a:r>
            <a:r>
              <a:rPr sz="3840" dirty="0">
                <a:solidFill>
                  <a:srgbClr val="000000"/>
                </a:solidFill>
                <a:latin typeface="Times New Roman"/>
                <a:cs typeface="Times New Roman"/>
              </a:rPr>
              <a:t>, 1989; Hornik, 1991): one hidden layer of sufficient width can approximate any continuous function on a bounded domain to any tolerance. Existence is guaranteed; the theorem is silent on how many units, and on whether training finds the weights.</a:t>
            </a:r>
          </a:p>
          <a:p>
            <a:pPr marL="667145" indent="-667145">
              <a:spcAft>
                <a:spcPts val="960"/>
              </a:spcAft>
            </a:pPr>
            <a:r>
              <a:rPr sz="3840" dirty="0">
                <a:solidFill>
                  <a:srgbClr val="000000"/>
                </a:solidFill>
                <a:latin typeface="Times New Roman"/>
                <a:cs typeface="Times New Roman"/>
              </a:rPr>
              <a:t>❖ Depth composes features — layer </a:t>
            </a:r>
            <a:r>
              <a:rPr sz="3840" i="1" dirty="0">
                <a:solidFill>
                  <a:srgbClr val="000000"/>
                </a:solidFill>
                <a:latin typeface="Times New Roman"/>
                <a:cs typeface="Times New Roman"/>
              </a:rPr>
              <a:t>ℓ</a:t>
            </a:r>
            <a:r>
              <a:rPr sz="3840" dirty="0">
                <a:solidFill>
                  <a:srgbClr val="000000"/>
                </a:solidFill>
                <a:latin typeface="Times New Roman"/>
                <a:cs typeface="Times New Roman"/>
              </a:rPr>
              <a:t> operates on what layer </a:t>
            </a:r>
            <a:r>
              <a:rPr sz="3840" i="1" dirty="0">
                <a:solidFill>
                  <a:srgbClr val="000000"/>
                </a:solidFill>
                <a:latin typeface="Times New Roman"/>
                <a:cs typeface="Times New Roman"/>
              </a:rPr>
              <a:t>ℓ−1</a:t>
            </a:r>
            <a:r>
              <a:rPr sz="3840" dirty="0">
                <a:solidFill>
                  <a:srgbClr val="000000"/>
                </a:solidFill>
                <a:latin typeface="Times New Roman"/>
                <a:cs typeface="Times New Roman"/>
              </a:rPr>
              <a:t> already extracted. </a:t>
            </a:r>
            <a:r>
              <a:rPr sz="3840" i="1" dirty="0">
                <a:solidFill>
                  <a:srgbClr val="00866C"/>
                </a:solidFill>
                <a:latin typeface="Times New Roman"/>
                <a:cs typeface="Times New Roman"/>
              </a:rPr>
              <a:t>(Hint: the live demo runs a width × depth grid — 8/32/128 against 0/1/2/3 — and reports held-out accuracy in every cell. Hold this question for the lab.)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16</a:t>
            </a:r>
          </a:p>
        </p:txBody>
      </p:sp>
      <p:sp>
        <p:nvSpPr>
          <p:cNvPr id="6" name="TextBox 5"/>
          <p:cNvSpPr txBox="1"/>
          <p:nvPr/>
        </p:nvSpPr>
        <p:spPr>
          <a:xfrm>
            <a:off x="1751260" y="2276442"/>
            <a:ext cx="25794857" cy="1366528"/>
          </a:xfrm>
          <a:prstGeom prst="rect">
            <a:avLst/>
          </a:prstGeom>
          <a:noFill/>
        </p:spPr>
        <p:txBody>
          <a:bodyPr wrap="square" lIns="0" tIns="0" rIns="0" bIns="0" anchor="b">
            <a:spAutoFit/>
          </a:bodyPr>
          <a:lstStyle/>
          <a:p>
            <a:r>
              <a:rPr sz="8880">
                <a:solidFill>
                  <a:srgbClr val="000000"/>
                </a:solidFill>
                <a:latin typeface="Times New Roman"/>
                <a:cs typeface="Times New Roman"/>
              </a:rPr>
              <a:t>Neural Network: Embeddings (Tokens Become Vectors)</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73205" y="4367175"/>
            <a:ext cx="25794857" cy="498598"/>
          </a:xfrm>
          <a:prstGeom prst="rect">
            <a:avLst/>
          </a:prstGeom>
          <a:noFill/>
        </p:spPr>
        <p:txBody>
          <a:bodyPr wrap="square" lIns="0" tIns="0" rIns="0" bIns="0" anchor="t">
            <a:spAutoFit/>
          </a:bodyPr>
          <a:lstStyle/>
          <a:p>
            <a:pPr algn="ctr"/>
            <a:r>
              <a:rPr sz="3240" i="1">
                <a:solidFill>
                  <a:srgbClr val="000000"/>
                </a:solidFill>
                <a:latin typeface="Times New Roman"/>
                <a:cs typeface="Times New Roman"/>
              </a:rPr>
              <a:t>The tokenizer (slides 8–9) delivers integers. The network needs vectors. One matrix converts.</a:t>
            </a:r>
          </a:p>
        </p:txBody>
      </p:sp>
      <p:pic>
        <p:nvPicPr>
          <p:cNvPr id="10" name="Picture 9" descr="s16_embed_row_17.png"/>
          <p:cNvPicPr>
            <a:picLocks noChangeAspect="1"/>
          </p:cNvPicPr>
          <p:nvPr/>
        </p:nvPicPr>
        <p:blipFill>
          <a:blip r:embed="rId5"/>
          <a:stretch>
            <a:fillRect/>
          </a:stretch>
        </p:blipFill>
        <p:spPr>
          <a:xfrm>
            <a:off x="11204105" y="5310835"/>
            <a:ext cx="6852514" cy="576072"/>
          </a:xfrm>
          <a:prstGeom prst="rect">
            <a:avLst/>
          </a:prstGeom>
        </p:spPr>
      </p:pic>
      <p:pic>
        <p:nvPicPr>
          <p:cNvPr id="11" name="Picture 10" descr="s16_embed_pos_17.png"/>
          <p:cNvPicPr>
            <a:picLocks noChangeAspect="1"/>
          </p:cNvPicPr>
          <p:nvPr/>
        </p:nvPicPr>
        <p:blipFill>
          <a:blip r:embed="rId6"/>
          <a:stretch>
            <a:fillRect/>
          </a:stretch>
        </p:blipFill>
        <p:spPr>
          <a:xfrm>
            <a:off x="11675935" y="6106363"/>
            <a:ext cx="5908853" cy="680314"/>
          </a:xfrm>
          <a:prstGeom prst="rect">
            <a:avLst/>
          </a:prstGeom>
        </p:spPr>
      </p:pic>
      <p:sp>
        <p:nvSpPr>
          <p:cNvPr id="12" name="TextBox 11"/>
          <p:cNvSpPr txBox="1"/>
          <p:nvPr/>
        </p:nvSpPr>
        <p:spPr>
          <a:xfrm>
            <a:off x="1773205" y="7225590"/>
            <a:ext cx="25794857" cy="5266057"/>
          </a:xfrm>
          <a:prstGeom prst="rect">
            <a:avLst/>
          </a:prstGeom>
          <a:noFill/>
        </p:spPr>
        <p:txBody>
          <a:bodyPr wrap="square" lIns="0" tIns="0" rIns="0" bIns="0" anchor="t">
            <a:spAutoFit/>
          </a:bodyPr>
          <a:lstStyle/>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Embedding</a:t>
            </a:r>
            <a:r>
              <a:rPr sz="3840">
                <a:solidFill>
                  <a:srgbClr val="000000"/>
                </a:solidFill>
                <a:latin typeface="Times New Roman"/>
                <a:cs typeface="Times New Roman"/>
              </a:rPr>
              <a:t>, </a:t>
            </a:r>
            <a:r>
              <a:rPr sz="3840" b="1" i="1">
                <a:solidFill>
                  <a:srgbClr val="000000"/>
                </a:solidFill>
                <a:latin typeface="Times New Roman"/>
                <a:cs typeface="Times New Roman"/>
              </a:rPr>
              <a:t>e</a:t>
            </a:r>
            <a:r>
              <a:rPr sz="2688" b="1" i="1" baseline="-25000">
                <a:solidFill>
                  <a:srgbClr val="000000"/>
                </a:solidFill>
                <a:latin typeface="Times New Roman"/>
                <a:cs typeface="Times New Roman"/>
              </a:rPr>
              <a:t>v</a:t>
            </a:r>
            <a:r>
              <a:rPr sz="3840">
                <a:solidFill>
                  <a:srgbClr val="000000"/>
                </a:solidFill>
                <a:latin typeface="Times New Roman"/>
                <a:cs typeface="Times New Roman"/>
              </a:rPr>
              <a:t>: the vector standing for token </a:t>
            </a:r>
            <a:r>
              <a:rPr sz="3840" i="1">
                <a:solidFill>
                  <a:srgbClr val="000000"/>
                </a:solidFill>
                <a:latin typeface="Times New Roman"/>
                <a:cs typeface="Times New Roman"/>
              </a:rPr>
              <a:t>v</a:t>
            </a:r>
            <a:r>
              <a:rPr sz="3840">
                <a:solidFill>
                  <a:srgbClr val="000000"/>
                </a:solidFill>
                <a:latin typeface="Times New Roman"/>
                <a:cs typeface="Times New Roman"/>
              </a:rPr>
              <a:t> everywhere inside the network. Length </a:t>
            </a:r>
            <a:r>
              <a:rPr sz="3840" i="1">
                <a:solidFill>
                  <a:srgbClr val="000000"/>
                </a:solidFill>
                <a:latin typeface="Times New Roman"/>
                <a:cs typeface="Times New Roman"/>
              </a:rPr>
              <a:t>d</a:t>
            </a:r>
            <a:r>
              <a:rPr sz="2688" i="1" baseline="-25000">
                <a:solidFill>
                  <a:srgbClr val="000000"/>
                </a:solidFill>
                <a:latin typeface="Times New Roman"/>
                <a:cs typeface="Times New Roman"/>
              </a:rPr>
              <a:t>model</a:t>
            </a:r>
            <a:r>
              <a:rPr sz="3840">
                <a:solidFill>
                  <a:srgbClr val="000000"/>
                </a:solidFill>
                <a:latin typeface="Times New Roman"/>
                <a:cs typeface="Times New Roman"/>
              </a:rPr>
              <a:t> (thousands, in frontier models). </a:t>
            </a:r>
            <a:r>
              <a:rPr sz="3840" i="1">
                <a:solidFill>
                  <a:srgbClr val="000000"/>
                </a:solidFill>
                <a:latin typeface="Times New Roman"/>
                <a:cs typeface="Times New Roman"/>
              </a:rPr>
              <a:t>E</a:t>
            </a:r>
            <a:r>
              <a:rPr sz="3840">
                <a:solidFill>
                  <a:srgbClr val="000000"/>
                </a:solidFill>
                <a:latin typeface="Times New Roman"/>
                <a:cs typeface="Times New Roman"/>
              </a:rPr>
              <a:t> contributes |</a:t>
            </a:r>
            <a:r>
              <a:rPr sz="3840">
                <a:solidFill>
                  <a:srgbClr val="000000"/>
                </a:solidFill>
                <a:latin typeface="Cambria Math"/>
                <a:cs typeface="Cambria Math"/>
              </a:rPr>
              <a:t>𝒱</a:t>
            </a:r>
            <a:r>
              <a:rPr sz="3840">
                <a:solidFill>
                  <a:srgbClr val="000000"/>
                </a:solidFill>
                <a:latin typeface="Times New Roman"/>
                <a:cs typeface="Times New Roman"/>
              </a:rPr>
              <a:t>|·</a:t>
            </a:r>
            <a:r>
              <a:rPr sz="3840" i="1">
                <a:solidFill>
                  <a:srgbClr val="000000"/>
                </a:solidFill>
                <a:latin typeface="Times New Roman"/>
                <a:cs typeface="Times New Roman"/>
              </a:rPr>
              <a:t>d</a:t>
            </a:r>
            <a:r>
              <a:rPr sz="2688" i="1" baseline="-25000">
                <a:solidFill>
                  <a:srgbClr val="000000"/>
                </a:solidFill>
                <a:latin typeface="Times New Roman"/>
                <a:cs typeface="Times New Roman"/>
              </a:rPr>
              <a:t>model</a:t>
            </a:r>
            <a:r>
              <a:rPr sz="3840">
                <a:solidFill>
                  <a:srgbClr val="000000"/>
                </a:solidFill>
                <a:latin typeface="Times New Roman"/>
                <a:cs typeface="Times New Roman"/>
              </a:rPr>
              <a:t> parameters — set in training like every other weight.</a:t>
            </a:r>
          </a:p>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Token ID → row index.</a:t>
            </a:r>
            <a:r>
              <a:rPr sz="3840">
                <a:solidFill>
                  <a:srgbClr val="000000"/>
                </a:solidFill>
                <a:latin typeface="Times New Roman"/>
                <a:cs typeface="Times New Roman"/>
              </a:rPr>
              <a:t> The ID from slide 9 does exactly one job: it selects a row of </a:t>
            </a:r>
            <a:r>
              <a:rPr sz="3840" i="1">
                <a:solidFill>
                  <a:srgbClr val="000000"/>
                </a:solidFill>
                <a:latin typeface="Times New Roman"/>
                <a:cs typeface="Times New Roman"/>
              </a:rPr>
              <a:t>E</a:t>
            </a:r>
            <a:r>
              <a:rPr sz="3840">
                <a:solidFill>
                  <a:srgbClr val="000000"/>
                </a:solidFill>
                <a:latin typeface="Times New Roman"/>
                <a:cs typeface="Times New Roman"/>
              </a:rPr>
              <a:t>.</a:t>
            </a:r>
          </a:p>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Positional Encoding</a:t>
            </a:r>
            <a:r>
              <a:rPr sz="3840">
                <a:solidFill>
                  <a:srgbClr val="000000"/>
                </a:solidFill>
                <a:latin typeface="Times New Roman"/>
                <a:cs typeface="Times New Roman"/>
              </a:rPr>
              <a:t>, </a:t>
            </a:r>
            <a:r>
              <a:rPr sz="3840" b="1" i="1">
                <a:solidFill>
                  <a:srgbClr val="000000"/>
                </a:solidFill>
                <a:latin typeface="Times New Roman"/>
                <a:cs typeface="Times New Roman"/>
              </a:rPr>
              <a:t>p</a:t>
            </a:r>
            <a:r>
              <a:rPr sz="2688" b="1" i="1" baseline="-25000">
                <a:solidFill>
                  <a:srgbClr val="000000"/>
                </a:solidFill>
                <a:latin typeface="Times New Roman"/>
                <a:cs typeface="Times New Roman"/>
              </a:rPr>
              <a:t>i</a:t>
            </a:r>
            <a:r>
              <a:rPr sz="3840">
                <a:solidFill>
                  <a:srgbClr val="000000"/>
                </a:solidFill>
                <a:latin typeface="Times New Roman"/>
                <a:cs typeface="Times New Roman"/>
              </a:rPr>
              <a:t>: a vector encoding position </a:t>
            </a:r>
            <a:r>
              <a:rPr sz="3840" i="1">
                <a:solidFill>
                  <a:srgbClr val="000000"/>
                </a:solidFill>
                <a:latin typeface="Times New Roman"/>
                <a:cs typeface="Times New Roman"/>
              </a:rPr>
              <a:t>i</a:t>
            </a:r>
            <a:r>
              <a:rPr sz="3840">
                <a:solidFill>
                  <a:srgbClr val="000000"/>
                </a:solidFill>
                <a:latin typeface="Times New Roman"/>
                <a:cs typeface="Times New Roman"/>
              </a:rPr>
              <a:t>, added so that the same token at different positions enters the network differently. </a:t>
            </a:r>
            <a:r>
              <a:rPr sz="3840" i="1">
                <a:solidFill>
                  <a:srgbClr val="00866C"/>
                </a:solidFill>
                <a:latin typeface="Times New Roman"/>
                <a:cs typeface="Times New Roman"/>
              </a:rPr>
              <a:t>(Hint: without </a:t>
            </a:r>
            <a:r>
              <a:rPr sz="3840" b="1" i="1">
                <a:solidFill>
                  <a:srgbClr val="00866C"/>
                </a:solidFill>
                <a:latin typeface="Times New Roman"/>
                <a:cs typeface="Times New Roman"/>
              </a:rPr>
              <a:t>p</a:t>
            </a:r>
            <a:r>
              <a:rPr sz="3840" i="1">
                <a:solidFill>
                  <a:srgbClr val="00866C"/>
                </a:solidFill>
                <a:latin typeface="Times New Roman"/>
                <a:cs typeface="Times New Roman"/>
              </a:rPr>
              <a:t>, "load causes deflection" and "deflection causes load" would present the network identical input sets.)</a:t>
            </a:r>
          </a:p>
          <a:p>
            <a:pPr marL="667145" indent="-667145">
              <a:spcBef>
                <a:spcPts val="1200"/>
              </a:spcBef>
              <a:spcAft>
                <a:spcPts val="960"/>
              </a:spcAft>
            </a:pPr>
            <a:r>
              <a:rPr sz="3840">
                <a:solidFill>
                  <a:srgbClr val="000000"/>
                </a:solidFill>
                <a:latin typeface="Times New Roman"/>
                <a:cs typeface="Times New Roman"/>
              </a:rPr>
              <a:t>❖ Proximity in embedding space is learned from co-occurrence: tokens used in similar contexts acquire nearby vectors. This is why the network can treat 'beam' and 'girder' similarly without a rule saying so.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17</a:t>
            </a:r>
          </a:p>
        </p:txBody>
      </p:sp>
      <p:sp>
        <p:nvSpPr>
          <p:cNvPr id="6" name="TextBox 5"/>
          <p:cNvSpPr txBox="1"/>
          <p:nvPr/>
        </p:nvSpPr>
        <p:spPr>
          <a:xfrm>
            <a:off x="1751260" y="2276442"/>
            <a:ext cx="25794857" cy="1366528"/>
          </a:xfrm>
          <a:prstGeom prst="rect">
            <a:avLst/>
          </a:prstGeom>
          <a:noFill/>
        </p:spPr>
        <p:txBody>
          <a:bodyPr wrap="square" lIns="0" tIns="0" rIns="0" bIns="0" anchor="b">
            <a:spAutoFit/>
          </a:bodyPr>
          <a:lstStyle/>
          <a:p>
            <a:r>
              <a:rPr sz="8880">
                <a:solidFill>
                  <a:srgbClr val="000000"/>
                </a:solidFill>
                <a:latin typeface="Times New Roman"/>
                <a:cs typeface="Times New Roman"/>
              </a:rPr>
              <a:t>Neural Network: The Transformer Decoder (T-Decoder)</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73205" y="4367174"/>
            <a:ext cx="25794857" cy="498598"/>
          </a:xfrm>
          <a:prstGeom prst="rect">
            <a:avLst/>
          </a:prstGeom>
          <a:noFill/>
        </p:spPr>
        <p:txBody>
          <a:bodyPr wrap="square" lIns="0" tIns="0" rIns="0" bIns="0" anchor="t">
            <a:spAutoFit/>
          </a:bodyPr>
          <a:lstStyle/>
          <a:p>
            <a:pPr algn="ctr"/>
            <a:r>
              <a:rPr sz="3240" i="1">
                <a:solidFill>
                  <a:srgbClr val="000000"/>
                </a:solidFill>
                <a:latin typeface="Times New Roman"/>
                <a:cs typeface="Times New Roman"/>
              </a:rPr>
              <a:t>One architecture turned next-token prediction into a working technology: the </a:t>
            </a:r>
            <a:r>
              <a:rPr sz="3240" b="1" i="1">
                <a:solidFill>
                  <a:srgbClr val="000000"/>
                </a:solidFill>
                <a:latin typeface="Times New Roman"/>
                <a:cs typeface="Times New Roman"/>
              </a:rPr>
              <a:t>Transformer</a:t>
            </a:r>
            <a:r>
              <a:rPr sz="3240" i="1">
                <a:solidFill>
                  <a:srgbClr val="000000"/>
                </a:solidFill>
                <a:latin typeface="Times New Roman"/>
                <a:cs typeface="Times New Roman"/>
              </a:rPr>
              <a:t> (Vaswani et al., 2017). LLMs use its decoder stack.</a:t>
            </a:r>
          </a:p>
        </p:txBody>
      </p:sp>
      <p:pic>
        <p:nvPicPr>
          <p:cNvPr id="10" name="Picture 9" descr="s17_attention_15.png"/>
          <p:cNvPicPr>
            <a:picLocks noChangeAspect="1"/>
          </p:cNvPicPr>
          <p:nvPr/>
        </p:nvPicPr>
        <p:blipFill>
          <a:blip r:embed="rId5"/>
          <a:stretch>
            <a:fillRect/>
          </a:stretch>
        </p:blipFill>
        <p:spPr>
          <a:xfrm>
            <a:off x="7972615" y="5266944"/>
            <a:ext cx="13315493" cy="938174"/>
          </a:xfrm>
          <a:prstGeom prst="rect">
            <a:avLst/>
          </a:prstGeom>
        </p:spPr>
      </p:pic>
      <p:sp>
        <p:nvSpPr>
          <p:cNvPr id="11" name="TextBox 10"/>
          <p:cNvSpPr txBox="1"/>
          <p:nvPr/>
        </p:nvSpPr>
        <p:spPr>
          <a:xfrm>
            <a:off x="1773205" y="6336791"/>
            <a:ext cx="25794857" cy="424732"/>
          </a:xfrm>
          <a:prstGeom prst="rect">
            <a:avLst/>
          </a:prstGeom>
          <a:noFill/>
        </p:spPr>
        <p:txBody>
          <a:bodyPr wrap="square" lIns="0" tIns="0" rIns="0" bIns="0" anchor="t">
            <a:spAutoFit/>
          </a:bodyPr>
          <a:lstStyle/>
          <a:p>
            <a:pPr algn="ctr"/>
            <a:r>
              <a:rPr sz="2760">
                <a:solidFill>
                  <a:srgbClr val="000000"/>
                </a:solidFill>
                <a:latin typeface="Times New Roman"/>
                <a:cs typeface="Times New Roman"/>
              </a:rPr>
              <a:t>Rows of </a:t>
            </a:r>
            <a:r>
              <a:rPr sz="2760" i="1">
                <a:solidFill>
                  <a:srgbClr val="000000"/>
                </a:solidFill>
                <a:latin typeface="Times New Roman"/>
                <a:cs typeface="Times New Roman"/>
              </a:rPr>
              <a:t>H</a:t>
            </a:r>
            <a:r>
              <a:rPr sz="2760">
                <a:solidFill>
                  <a:srgbClr val="000000"/>
                </a:solidFill>
                <a:latin typeface="Times New Roman"/>
                <a:cs typeface="Times New Roman"/>
              </a:rPr>
              <a:t> are the </a:t>
            </a:r>
            <a:r>
              <a:rPr sz="2760" i="1">
                <a:solidFill>
                  <a:srgbClr val="000000"/>
                </a:solidFill>
                <a:latin typeface="Times New Roman"/>
                <a:cs typeface="Times New Roman"/>
              </a:rPr>
              <a:t>k</a:t>
            </a:r>
            <a:r>
              <a:rPr sz="2760">
                <a:solidFill>
                  <a:srgbClr val="000000"/>
                </a:solidFill>
                <a:latin typeface="Times New Roman"/>
                <a:cs typeface="Times New Roman"/>
              </a:rPr>
              <a:t> hidden states entering this block — the transpose of slide 15's column form, which is how attention is written throughout. </a:t>
            </a:r>
            <a:r>
              <a:rPr sz="2760" i="1">
                <a:solidFill>
                  <a:srgbClr val="000000"/>
                </a:solidFill>
                <a:latin typeface="Times New Roman"/>
                <a:cs typeface="Times New Roman"/>
              </a:rPr>
              <a:t>d</a:t>
            </a:r>
            <a:r>
              <a:rPr sz="1920" i="1" baseline="-25000">
                <a:solidFill>
                  <a:srgbClr val="000000"/>
                </a:solidFill>
                <a:latin typeface="Times New Roman"/>
                <a:cs typeface="Times New Roman"/>
              </a:rPr>
              <a:t>k</a:t>
            </a:r>
            <a:r>
              <a:rPr sz="2760">
                <a:solidFill>
                  <a:srgbClr val="000000"/>
                </a:solidFill>
                <a:latin typeface="Times New Roman"/>
                <a:cs typeface="Times New Roman"/>
              </a:rPr>
              <a:t> is the head's width.</a:t>
            </a:r>
          </a:p>
        </p:txBody>
      </p:sp>
      <p:sp>
        <p:nvSpPr>
          <p:cNvPr id="12" name="TextBox 11"/>
          <p:cNvSpPr txBox="1"/>
          <p:nvPr/>
        </p:nvSpPr>
        <p:spPr>
          <a:xfrm>
            <a:off x="1773204" y="7064655"/>
            <a:ext cx="18214848" cy="6974217"/>
          </a:xfrm>
          <a:prstGeom prst="rect">
            <a:avLst/>
          </a:prstGeom>
          <a:noFill/>
        </p:spPr>
        <p:txBody>
          <a:bodyPr wrap="square" lIns="0" tIns="0" rIns="0" bIns="0" anchor="t">
            <a:spAutoFit/>
          </a:bodyPr>
          <a:lstStyle/>
          <a:p>
            <a:pPr marL="500359" indent="-500359">
              <a:spcAft>
                <a:spcPts val="960"/>
              </a:spcAft>
            </a:pPr>
            <a:r>
              <a:rPr sz="2880">
                <a:solidFill>
                  <a:srgbClr val="000000"/>
                </a:solidFill>
                <a:latin typeface="Times New Roman"/>
                <a:cs typeface="Times New Roman"/>
              </a:rPr>
              <a:t>❑ </a:t>
            </a:r>
            <a:r>
              <a:rPr sz="2880" b="1">
                <a:solidFill>
                  <a:srgbClr val="960C22"/>
                </a:solidFill>
                <a:latin typeface="Times New Roman"/>
                <a:cs typeface="Times New Roman"/>
              </a:rPr>
              <a:t>Self-Attention</a:t>
            </a:r>
            <a:r>
              <a:rPr sz="2880">
                <a:solidFill>
                  <a:srgbClr val="000000"/>
                </a:solidFill>
                <a:latin typeface="Times New Roman"/>
                <a:cs typeface="Times New Roman"/>
              </a:rPr>
              <a:t>: every position scores every earlier position for relevance and takes the weighted average of what they carry. The row-wise softmax is what makes those weights a weighted average: positive, summing to one (defined on slide 18). Row </a:t>
            </a:r>
            <a:r>
              <a:rPr sz="2880" i="1">
                <a:solidFill>
                  <a:srgbClr val="000000"/>
                </a:solidFill>
                <a:latin typeface="Times New Roman"/>
                <a:cs typeface="Times New Roman"/>
              </a:rPr>
              <a:t>i</a:t>
            </a:r>
            <a:r>
              <a:rPr sz="2880">
                <a:solidFill>
                  <a:srgbClr val="000000"/>
                </a:solidFill>
                <a:latin typeface="Times New Roman"/>
                <a:cs typeface="Times New Roman"/>
              </a:rPr>
              <a:t> of </a:t>
            </a:r>
            <a:r>
              <a:rPr sz="2880" i="1">
                <a:solidFill>
                  <a:srgbClr val="000000"/>
                </a:solidFill>
                <a:latin typeface="Times New Roman"/>
                <a:cs typeface="Times New Roman"/>
              </a:rPr>
              <a:t>Q</a:t>
            </a:r>
            <a:r>
              <a:rPr sz="2880">
                <a:solidFill>
                  <a:srgbClr val="000000"/>
                </a:solidFill>
                <a:latin typeface="Times New Roman"/>
                <a:cs typeface="Times New Roman"/>
              </a:rPr>
              <a:t> asks; row </a:t>
            </a:r>
            <a:r>
              <a:rPr sz="2880" i="1">
                <a:solidFill>
                  <a:srgbClr val="000000"/>
                </a:solidFill>
                <a:latin typeface="Times New Roman"/>
                <a:cs typeface="Times New Roman"/>
              </a:rPr>
              <a:t>j</a:t>
            </a:r>
            <a:r>
              <a:rPr sz="2880">
                <a:solidFill>
                  <a:srgbClr val="000000"/>
                </a:solidFill>
                <a:latin typeface="Times New Roman"/>
                <a:cs typeface="Times New Roman"/>
              </a:rPr>
              <a:t> of </a:t>
            </a:r>
            <a:r>
              <a:rPr sz="2880" i="1">
                <a:solidFill>
                  <a:srgbClr val="000000"/>
                </a:solidFill>
                <a:latin typeface="Times New Roman"/>
                <a:cs typeface="Times New Roman"/>
              </a:rPr>
              <a:t>K</a:t>
            </a:r>
            <a:r>
              <a:rPr sz="2880">
                <a:solidFill>
                  <a:srgbClr val="000000"/>
                </a:solidFill>
                <a:latin typeface="Times New Roman"/>
                <a:cs typeface="Times New Roman"/>
              </a:rPr>
              <a:t> answers; row </a:t>
            </a:r>
            <a:r>
              <a:rPr sz="2880" i="1">
                <a:solidFill>
                  <a:srgbClr val="000000"/>
                </a:solidFill>
                <a:latin typeface="Times New Roman"/>
                <a:cs typeface="Times New Roman"/>
              </a:rPr>
              <a:t>j</a:t>
            </a:r>
            <a:r>
              <a:rPr sz="2880">
                <a:solidFill>
                  <a:srgbClr val="000000"/>
                </a:solidFill>
                <a:latin typeface="Times New Roman"/>
                <a:cs typeface="Times New Roman"/>
              </a:rPr>
              <a:t> of </a:t>
            </a:r>
            <a:r>
              <a:rPr sz="2880" i="1">
                <a:solidFill>
                  <a:srgbClr val="000000"/>
                </a:solidFill>
                <a:latin typeface="Times New Roman"/>
                <a:cs typeface="Times New Roman"/>
              </a:rPr>
              <a:t>V</a:t>
            </a:r>
            <a:r>
              <a:rPr sz="2880">
                <a:solidFill>
                  <a:srgbClr val="000000"/>
                </a:solidFill>
                <a:latin typeface="Times New Roman"/>
                <a:cs typeface="Times New Roman"/>
              </a:rPr>
              <a:t> is what position </a:t>
            </a:r>
            <a:r>
              <a:rPr sz="2880" i="1">
                <a:solidFill>
                  <a:srgbClr val="000000"/>
                </a:solidFill>
                <a:latin typeface="Times New Roman"/>
                <a:cs typeface="Times New Roman"/>
              </a:rPr>
              <a:t>j</a:t>
            </a:r>
            <a:r>
              <a:rPr sz="2880">
                <a:solidFill>
                  <a:srgbClr val="000000"/>
                </a:solidFill>
                <a:latin typeface="Times New Roman"/>
                <a:cs typeface="Times New Roman"/>
              </a:rPr>
              <a:t> contributes if selected. </a:t>
            </a:r>
            <a:r>
              <a:rPr sz="2880" i="1">
                <a:solidFill>
                  <a:srgbClr val="00866C"/>
                </a:solidFill>
                <a:latin typeface="Times New Roman"/>
                <a:cs typeface="Times New Roman"/>
              </a:rPr>
              <a:t>(Hint: </a:t>
            </a:r>
            <a:r>
              <a:rPr sz="2880" b="1" i="1">
                <a:solidFill>
                  <a:srgbClr val="00866C"/>
                </a:solidFill>
                <a:latin typeface="Times New Roman"/>
                <a:cs typeface="Times New Roman"/>
              </a:rPr>
              <a:t>V</a:t>
            </a:r>
            <a:r>
              <a:rPr sz="2880" i="1">
                <a:solidFill>
                  <a:srgbClr val="00866C"/>
                </a:solidFill>
                <a:latin typeface="Times New Roman"/>
                <a:cs typeface="Times New Roman"/>
              </a:rPr>
              <a:t> here is the attention value matrix. The vocabulary keeps the deck's script symbol </a:t>
            </a:r>
            <a:r>
              <a:rPr sz="2880">
                <a:solidFill>
                  <a:srgbClr val="00866C"/>
                </a:solidFill>
                <a:latin typeface="Cambria Math"/>
                <a:cs typeface="Cambria Math"/>
              </a:rPr>
              <a:t>𝒱</a:t>
            </a:r>
            <a:r>
              <a:rPr sz="2880" i="1">
                <a:solidFill>
                  <a:srgbClr val="00866C"/>
                </a:solidFill>
                <a:latin typeface="Times New Roman"/>
                <a:cs typeface="Times New Roman"/>
              </a:rPr>
              <a:t>.)</a:t>
            </a:r>
          </a:p>
          <a:p>
            <a:pPr marL="500359" indent="-500359">
              <a:spcAft>
                <a:spcPts val="960"/>
              </a:spcAft>
            </a:pPr>
            <a:r>
              <a:rPr sz="2880">
                <a:solidFill>
                  <a:srgbClr val="000000"/>
                </a:solidFill>
                <a:latin typeface="Times New Roman"/>
                <a:cs typeface="Times New Roman"/>
              </a:rPr>
              <a:t>❑ </a:t>
            </a:r>
            <a:r>
              <a:rPr sz="2880" b="1">
                <a:solidFill>
                  <a:srgbClr val="960C22"/>
                </a:solidFill>
                <a:latin typeface="Times New Roman"/>
                <a:cs typeface="Times New Roman"/>
              </a:rPr>
              <a:t>Causal Mask</a:t>
            </a:r>
            <a:r>
              <a:rPr sz="1966" b="1" baseline="30000">
                <a:solidFill>
                  <a:srgbClr val="000000"/>
                </a:solidFill>
                <a:latin typeface="Times New Roman"/>
                <a:cs typeface="Times New Roman"/>
              </a:rPr>
              <a:t>(Autoregressive Constraint)</a:t>
            </a:r>
            <a:r>
              <a:rPr sz="2880">
                <a:solidFill>
                  <a:srgbClr val="000000"/>
                </a:solidFill>
                <a:latin typeface="Times New Roman"/>
                <a:cs typeface="Times New Roman"/>
              </a:rPr>
              <a:t>: position </a:t>
            </a:r>
            <a:r>
              <a:rPr sz="2880" i="1">
                <a:solidFill>
                  <a:srgbClr val="000000"/>
                </a:solidFill>
                <a:latin typeface="Times New Roman"/>
                <a:cs typeface="Times New Roman"/>
              </a:rPr>
              <a:t>i</a:t>
            </a:r>
            <a:r>
              <a:rPr sz="2880">
                <a:solidFill>
                  <a:srgbClr val="000000"/>
                </a:solidFill>
                <a:latin typeface="Times New Roman"/>
                <a:cs typeface="Times New Roman"/>
              </a:rPr>
              <a:t> may attend to positions </a:t>
            </a:r>
            <a:r>
              <a:rPr sz="2880" i="1">
                <a:solidFill>
                  <a:srgbClr val="000000"/>
                </a:solidFill>
                <a:latin typeface="Times New Roman"/>
                <a:cs typeface="Times New Roman"/>
              </a:rPr>
              <a:t>j</a:t>
            </a:r>
            <a:r>
              <a:rPr sz="2880">
                <a:solidFill>
                  <a:srgbClr val="000000"/>
                </a:solidFill>
                <a:latin typeface="Times New Roman"/>
                <a:cs typeface="Times New Roman"/>
              </a:rPr>
              <a:t> ≤ </a:t>
            </a:r>
            <a:r>
              <a:rPr sz="2880" i="1">
                <a:solidFill>
                  <a:srgbClr val="000000"/>
                </a:solidFill>
                <a:latin typeface="Times New Roman"/>
                <a:cs typeface="Times New Roman"/>
              </a:rPr>
              <a:t>i</a:t>
            </a:r>
            <a:r>
              <a:rPr sz="2880">
                <a:solidFill>
                  <a:srgbClr val="000000"/>
                </a:solidFill>
                <a:latin typeface="Times New Roman"/>
                <a:cs typeface="Times New Roman"/>
              </a:rPr>
              <a:t> only. This is the structural form of slide 5's Inference definition — prediction uses the past, never the future.</a:t>
            </a:r>
          </a:p>
          <a:p>
            <a:pPr marL="500359" indent="-500359">
              <a:spcAft>
                <a:spcPts val="960"/>
              </a:spcAft>
            </a:pPr>
            <a:r>
              <a:rPr sz="2880">
                <a:solidFill>
                  <a:srgbClr val="000000"/>
                </a:solidFill>
                <a:latin typeface="Times New Roman"/>
                <a:cs typeface="Times New Roman"/>
              </a:rPr>
              <a:t>❑ </a:t>
            </a:r>
            <a:r>
              <a:rPr sz="2880" b="1">
                <a:solidFill>
                  <a:srgbClr val="960C22"/>
                </a:solidFill>
                <a:latin typeface="Times New Roman"/>
                <a:cs typeface="Times New Roman"/>
              </a:rPr>
              <a:t>Multi-Head</a:t>
            </a:r>
            <a:r>
              <a:rPr sz="2880">
                <a:solidFill>
                  <a:srgbClr val="000000"/>
                </a:solidFill>
                <a:latin typeface="Times New Roman"/>
                <a:cs typeface="Times New Roman"/>
              </a:rPr>
              <a:t>: </a:t>
            </a:r>
            <a:r>
              <a:rPr sz="2880" i="1">
                <a:solidFill>
                  <a:srgbClr val="000000"/>
                </a:solidFill>
                <a:latin typeface="Times New Roman"/>
                <a:cs typeface="Times New Roman"/>
              </a:rPr>
              <a:t>h</a:t>
            </a:r>
            <a:r>
              <a:rPr sz="2880">
                <a:solidFill>
                  <a:srgbClr val="000000"/>
                </a:solidFill>
                <a:latin typeface="Times New Roman"/>
                <a:cs typeface="Times New Roman"/>
              </a:rPr>
              <a:t> attention maps run in parallel with separate learned </a:t>
            </a:r>
            <a:r>
              <a:rPr sz="2880" i="1">
                <a:solidFill>
                  <a:srgbClr val="000000"/>
                </a:solidFill>
                <a:latin typeface="Times New Roman"/>
                <a:cs typeface="Times New Roman"/>
              </a:rPr>
              <a:t>W</a:t>
            </a:r>
            <a:r>
              <a:rPr sz="2016" i="1" baseline="-25000">
                <a:solidFill>
                  <a:srgbClr val="000000"/>
                </a:solidFill>
                <a:latin typeface="Times New Roman"/>
                <a:cs typeface="Times New Roman"/>
              </a:rPr>
              <a:t>Q</a:t>
            </a:r>
            <a:r>
              <a:rPr sz="2880">
                <a:solidFill>
                  <a:srgbClr val="000000"/>
                </a:solidFill>
                <a:latin typeface="Times New Roman"/>
                <a:cs typeface="Times New Roman"/>
              </a:rPr>
              <a:t>, </a:t>
            </a:r>
            <a:r>
              <a:rPr sz="2880" i="1">
                <a:solidFill>
                  <a:srgbClr val="000000"/>
                </a:solidFill>
                <a:latin typeface="Times New Roman"/>
                <a:cs typeface="Times New Roman"/>
              </a:rPr>
              <a:t>W</a:t>
            </a:r>
            <a:r>
              <a:rPr sz="2016" i="1" baseline="-25000">
                <a:solidFill>
                  <a:srgbClr val="000000"/>
                </a:solidFill>
                <a:latin typeface="Times New Roman"/>
                <a:cs typeface="Times New Roman"/>
              </a:rPr>
              <a:t>K</a:t>
            </a:r>
            <a:r>
              <a:rPr sz="2880">
                <a:solidFill>
                  <a:srgbClr val="000000"/>
                </a:solidFill>
                <a:latin typeface="Times New Roman"/>
                <a:cs typeface="Times New Roman"/>
              </a:rPr>
              <a:t>, </a:t>
            </a:r>
            <a:r>
              <a:rPr sz="2880" i="1">
                <a:solidFill>
                  <a:srgbClr val="000000"/>
                </a:solidFill>
                <a:latin typeface="Times New Roman"/>
                <a:cs typeface="Times New Roman"/>
              </a:rPr>
              <a:t>W</a:t>
            </a:r>
            <a:r>
              <a:rPr sz="2016" i="1" baseline="-25000">
                <a:solidFill>
                  <a:srgbClr val="000000"/>
                </a:solidFill>
                <a:latin typeface="Times New Roman"/>
                <a:cs typeface="Times New Roman"/>
              </a:rPr>
              <a:t>V</a:t>
            </a:r>
            <a:r>
              <a:rPr sz="2880">
                <a:solidFill>
                  <a:srgbClr val="000000"/>
                </a:solidFill>
                <a:latin typeface="Times New Roman"/>
                <a:cs typeface="Times New Roman"/>
              </a:rPr>
              <a:t>, then concatenate and reproject through </a:t>
            </a:r>
            <a:r>
              <a:rPr sz="2880" i="1">
                <a:solidFill>
                  <a:srgbClr val="000000"/>
                </a:solidFill>
                <a:latin typeface="Times New Roman"/>
                <a:cs typeface="Times New Roman"/>
              </a:rPr>
              <a:t>W</a:t>
            </a:r>
            <a:r>
              <a:rPr sz="2016" i="1" baseline="-25000">
                <a:solidFill>
                  <a:srgbClr val="000000"/>
                </a:solidFill>
                <a:latin typeface="Times New Roman"/>
                <a:cs typeface="Times New Roman"/>
              </a:rPr>
              <a:t>O</a:t>
            </a:r>
            <a:r>
              <a:rPr sz="2880">
                <a:solidFill>
                  <a:srgbClr val="000000"/>
                </a:solidFill>
                <a:latin typeface="Times New Roman"/>
                <a:cs typeface="Times New Roman"/>
              </a:rPr>
              <a:t> back to </a:t>
            </a:r>
            <a:r>
              <a:rPr sz="2880" i="1">
                <a:solidFill>
                  <a:srgbClr val="000000"/>
                </a:solidFill>
                <a:latin typeface="Times New Roman"/>
                <a:cs typeface="Times New Roman"/>
              </a:rPr>
              <a:t>d</a:t>
            </a:r>
            <a:r>
              <a:rPr sz="2016" i="1" baseline="-25000">
                <a:solidFill>
                  <a:srgbClr val="000000"/>
                </a:solidFill>
                <a:latin typeface="Times New Roman"/>
                <a:cs typeface="Times New Roman"/>
              </a:rPr>
              <a:t>model</a:t>
            </a:r>
            <a:r>
              <a:rPr sz="2880">
                <a:solidFill>
                  <a:srgbClr val="000000"/>
                </a:solidFill>
                <a:latin typeface="Times New Roman"/>
                <a:cs typeface="Times New Roman"/>
              </a:rPr>
              <a:t> (Supplement §S4). Each head is free to learn a different relation.</a:t>
            </a:r>
          </a:p>
          <a:p>
            <a:pPr marL="500359" indent="-500359">
              <a:spcAft>
                <a:spcPts val="960"/>
              </a:spcAft>
            </a:pPr>
            <a:r>
              <a:rPr sz="2880">
                <a:solidFill>
                  <a:srgbClr val="000000"/>
                </a:solidFill>
                <a:latin typeface="Times New Roman"/>
                <a:cs typeface="Times New Roman"/>
              </a:rPr>
              <a:t>❑ </a:t>
            </a:r>
            <a:r>
              <a:rPr sz="2880" b="1">
                <a:solidFill>
                  <a:srgbClr val="960C22"/>
                </a:solidFill>
                <a:latin typeface="Times New Roman"/>
                <a:cs typeface="Times New Roman"/>
              </a:rPr>
              <a:t>Feed-Forward Block</a:t>
            </a:r>
            <a:r>
              <a:rPr sz="2880">
                <a:solidFill>
                  <a:srgbClr val="000000"/>
                </a:solidFill>
                <a:latin typeface="Times New Roman"/>
                <a:cs typeface="Times New Roman"/>
              </a:rPr>
              <a:t>: the slide-15 network, width ≈ 4 </a:t>
            </a:r>
            <a:r>
              <a:rPr sz="2880" i="1">
                <a:solidFill>
                  <a:srgbClr val="000000"/>
                </a:solidFill>
                <a:latin typeface="Times New Roman"/>
                <a:cs typeface="Times New Roman"/>
              </a:rPr>
              <a:t>d</a:t>
            </a:r>
            <a:r>
              <a:rPr sz="2016" i="1" baseline="-25000">
                <a:solidFill>
                  <a:srgbClr val="000000"/>
                </a:solidFill>
                <a:latin typeface="Times New Roman"/>
                <a:cs typeface="Times New Roman"/>
              </a:rPr>
              <a:t>model</a:t>
            </a:r>
            <a:r>
              <a:rPr sz="2880">
                <a:solidFill>
                  <a:srgbClr val="000000"/>
                </a:solidFill>
                <a:latin typeface="Times New Roman"/>
                <a:cs typeface="Times New Roman"/>
              </a:rPr>
              <a:t>, applied to each position separately. This is where GELU lives (slide 14).</a:t>
            </a:r>
          </a:p>
          <a:p>
            <a:pPr marL="500359" indent="-500359">
              <a:spcAft>
                <a:spcPts val="960"/>
              </a:spcAft>
            </a:pPr>
            <a:r>
              <a:rPr sz="2880">
                <a:solidFill>
                  <a:srgbClr val="000000"/>
                </a:solidFill>
                <a:latin typeface="Times New Roman"/>
                <a:cs typeface="Times New Roman"/>
              </a:rPr>
              <a:t>❑ </a:t>
            </a:r>
            <a:r>
              <a:rPr sz="2880" b="1">
                <a:solidFill>
                  <a:srgbClr val="960C22"/>
                </a:solidFill>
                <a:latin typeface="Times New Roman"/>
                <a:cs typeface="Times New Roman"/>
              </a:rPr>
              <a:t>Residual + LayerNorm</a:t>
            </a:r>
            <a:r>
              <a:rPr sz="2880">
                <a:solidFill>
                  <a:srgbClr val="000000"/>
                </a:solidFill>
                <a:latin typeface="Times New Roman"/>
                <a:cs typeface="Times New Roman"/>
              </a:rPr>
              <a:t>: each sub-layer's output is added to its input (</a:t>
            </a:r>
            <a:r>
              <a:rPr sz="2880" b="1" i="1">
                <a:solidFill>
                  <a:srgbClr val="000000"/>
                </a:solidFill>
                <a:latin typeface="Times New Roman"/>
                <a:cs typeface="Times New Roman"/>
              </a:rPr>
              <a:t>h</a:t>
            </a:r>
            <a:r>
              <a:rPr sz="2880">
                <a:solidFill>
                  <a:srgbClr val="000000"/>
                </a:solidFill>
                <a:latin typeface="Times New Roman"/>
                <a:cs typeface="Times New Roman"/>
              </a:rPr>
              <a:t> ← </a:t>
            </a:r>
            <a:r>
              <a:rPr sz="2880" b="1" i="1">
                <a:solidFill>
                  <a:srgbClr val="000000"/>
                </a:solidFill>
                <a:latin typeface="Times New Roman"/>
                <a:cs typeface="Times New Roman"/>
              </a:rPr>
              <a:t>h</a:t>
            </a:r>
            <a:r>
              <a:rPr sz="2880">
                <a:solidFill>
                  <a:srgbClr val="000000"/>
                </a:solidFill>
                <a:latin typeface="Times New Roman"/>
                <a:cs typeface="Times New Roman"/>
              </a:rPr>
              <a:t> + sublayer(LN(</a:t>
            </a:r>
            <a:r>
              <a:rPr sz="2880" b="1" i="1">
                <a:solidFill>
                  <a:srgbClr val="000000"/>
                </a:solidFill>
                <a:latin typeface="Times New Roman"/>
                <a:cs typeface="Times New Roman"/>
              </a:rPr>
              <a:t>h</a:t>
            </a:r>
            <a:r>
              <a:rPr sz="2880">
                <a:solidFill>
                  <a:srgbClr val="000000"/>
                </a:solidFill>
                <a:latin typeface="Times New Roman"/>
                <a:cs typeface="Times New Roman"/>
              </a:rPr>
              <a:t>))), and layer normalization rescales activations. Together they let </a:t>
            </a:r>
            <a:r>
              <a:rPr sz="2880" i="1">
                <a:solidFill>
                  <a:srgbClr val="000000"/>
                </a:solidFill>
                <a:latin typeface="Times New Roman"/>
                <a:cs typeface="Times New Roman"/>
              </a:rPr>
              <a:t>N</a:t>
            </a:r>
            <a:r>
              <a:rPr sz="2880">
                <a:solidFill>
                  <a:srgbClr val="000000"/>
                </a:solidFill>
                <a:latin typeface="Times New Roman"/>
                <a:cs typeface="Times New Roman"/>
              </a:rPr>
              <a:t> ∼ 10</a:t>
            </a:r>
            <a:r>
              <a:rPr sz="2016" baseline="30000">
                <a:solidFill>
                  <a:srgbClr val="000000"/>
                </a:solidFill>
                <a:latin typeface="Times New Roman"/>
                <a:cs typeface="Times New Roman"/>
              </a:rPr>
              <a:t>2</a:t>
            </a:r>
            <a:r>
              <a:rPr sz="2880">
                <a:solidFill>
                  <a:srgbClr val="000000"/>
                </a:solidFill>
                <a:latin typeface="Times New Roman"/>
                <a:cs typeface="Times New Roman"/>
              </a:rPr>
              <a:t> blocks train. </a:t>
            </a:r>
            <a:r>
              <a:rPr sz="2880" i="1">
                <a:solidFill>
                  <a:srgbClr val="00866C"/>
                </a:solidFill>
                <a:latin typeface="Times New Roman"/>
                <a:cs typeface="Times New Roman"/>
              </a:rPr>
              <a:t>(Equations: Supplement §S5.)</a:t>
            </a:r>
          </a:p>
          <a:p>
            <a:pPr marL="500359" indent="-500359">
              <a:spcBef>
                <a:spcPts val="960"/>
              </a:spcBef>
              <a:spcAft>
                <a:spcPts val="960"/>
              </a:spcAft>
            </a:pPr>
            <a:r>
              <a:rPr sz="2880">
                <a:solidFill>
                  <a:srgbClr val="000000"/>
                </a:solidFill>
                <a:latin typeface="Times New Roman"/>
                <a:cs typeface="Times New Roman"/>
              </a:rPr>
              <a:t>❖ </a:t>
            </a:r>
            <a:r>
              <a:rPr sz="2880" b="1">
                <a:solidFill>
                  <a:srgbClr val="000000"/>
                </a:solidFill>
                <a:latin typeface="Times New Roman"/>
                <a:cs typeface="Times New Roman"/>
              </a:rPr>
              <a:t>Cost closure:</a:t>
            </a:r>
            <a:r>
              <a:rPr sz="2880">
                <a:solidFill>
                  <a:srgbClr val="000000"/>
                </a:solidFill>
                <a:latin typeface="Times New Roman"/>
                <a:cs typeface="Times New Roman"/>
              </a:rPr>
              <a:t> the score matrix </a:t>
            </a:r>
            <a:r>
              <a:rPr sz="2880" i="1">
                <a:solidFill>
                  <a:srgbClr val="000000"/>
                </a:solidFill>
                <a:latin typeface="Times New Roman"/>
                <a:cs typeface="Times New Roman"/>
              </a:rPr>
              <a:t>QK</a:t>
            </a:r>
            <a:r>
              <a:rPr sz="2016" i="1" baseline="30000">
                <a:solidFill>
                  <a:srgbClr val="000000"/>
                </a:solidFill>
                <a:latin typeface="Times New Roman"/>
                <a:cs typeface="Times New Roman"/>
              </a:rPr>
              <a:t>⊤</a:t>
            </a:r>
            <a:r>
              <a:rPr sz="2880">
                <a:solidFill>
                  <a:srgbClr val="000000"/>
                </a:solidFill>
                <a:latin typeface="Times New Roman"/>
                <a:cs typeface="Times New Roman"/>
              </a:rPr>
              <a:t> holds </a:t>
            </a:r>
            <a:r>
              <a:rPr sz="2880" i="1">
                <a:solidFill>
                  <a:srgbClr val="000000"/>
                </a:solidFill>
                <a:latin typeface="Times New Roman"/>
                <a:cs typeface="Times New Roman"/>
              </a:rPr>
              <a:t>k</a:t>
            </a:r>
            <a:r>
              <a:rPr sz="2880">
                <a:solidFill>
                  <a:srgbClr val="000000"/>
                </a:solidFill>
                <a:latin typeface="Times New Roman"/>
                <a:cs typeface="Times New Roman"/>
              </a:rPr>
              <a:t> × </a:t>
            </a:r>
            <a:r>
              <a:rPr sz="2880" i="1">
                <a:solidFill>
                  <a:srgbClr val="000000"/>
                </a:solidFill>
                <a:latin typeface="Times New Roman"/>
                <a:cs typeface="Times New Roman"/>
              </a:rPr>
              <a:t>k</a:t>
            </a:r>
            <a:r>
              <a:rPr sz="2880">
                <a:solidFill>
                  <a:srgbClr val="000000"/>
                </a:solidFill>
                <a:latin typeface="Times New Roman"/>
                <a:cs typeface="Times New Roman"/>
              </a:rPr>
              <a:t> entries — the </a:t>
            </a:r>
            <a:r>
              <a:rPr sz="2880" i="1">
                <a:solidFill>
                  <a:srgbClr val="000000"/>
                </a:solidFill>
                <a:latin typeface="Times New Roman"/>
                <a:cs typeface="Times New Roman"/>
              </a:rPr>
              <a:t>O</a:t>
            </a:r>
            <a:r>
              <a:rPr sz="2880">
                <a:solidFill>
                  <a:srgbClr val="000000"/>
                </a:solidFill>
                <a:latin typeface="Times New Roman"/>
                <a:cs typeface="Times New Roman"/>
              </a:rPr>
              <a:t>(</a:t>
            </a:r>
            <a:r>
              <a:rPr sz="2880" i="1">
                <a:solidFill>
                  <a:srgbClr val="000000"/>
                </a:solidFill>
                <a:latin typeface="Times New Roman"/>
                <a:cs typeface="Times New Roman"/>
              </a:rPr>
              <a:t>k</a:t>
            </a:r>
            <a:r>
              <a:rPr sz="2016" i="1" baseline="-25000">
                <a:solidFill>
                  <a:srgbClr val="000000"/>
                </a:solidFill>
                <a:latin typeface="Times New Roman"/>
                <a:cs typeface="Times New Roman"/>
              </a:rPr>
              <a:t>max</a:t>
            </a:r>
            <a:r>
              <a:rPr sz="2016" i="1" baseline="30000">
                <a:solidFill>
                  <a:srgbClr val="000000"/>
                </a:solidFill>
                <a:latin typeface="Times New Roman"/>
                <a:cs typeface="Times New Roman"/>
              </a:rPr>
              <a:t>2</a:t>
            </a:r>
            <a:r>
              <a:rPr sz="2880">
                <a:solidFill>
                  <a:srgbClr val="000000"/>
                </a:solidFill>
                <a:latin typeface="Times New Roman"/>
                <a:cs typeface="Times New Roman"/>
              </a:rPr>
              <a:t>) context-window compute asserted on slide 5 is this matrix.</a:t>
            </a:r>
          </a:p>
        </p:txBody>
      </p:sp>
      <p:sp>
        <p:nvSpPr>
          <p:cNvPr id="13" name="Rectangle 12"/>
          <p:cNvSpPr/>
          <p:nvPr/>
        </p:nvSpPr>
        <p:spPr>
          <a:xfrm>
            <a:off x="20602530" y="7064655"/>
            <a:ext cx="6965532" cy="7112203"/>
          </a:xfrm>
          <a:prstGeom prst="rect">
            <a:avLst/>
          </a:prstGeom>
          <a:solidFill>
            <a:srgbClr val="F2F2F2"/>
          </a:solidFill>
          <a:ln w="9525">
            <a:solidFill>
              <a:srgbClr val="B8B8B8"/>
            </a:solidFill>
          </a:ln>
          <a:effectLst/>
        </p:spPr>
        <p:txBody>
          <a:bodyPr wrap="square" lIns="175565" tIns="87782" rIns="175565" bIns="87782" rtlCol="0" anchor="ctr"/>
          <a:lstStyle/>
          <a:p>
            <a:pPr algn="ctr"/>
            <a:r>
              <a:rPr sz="2280" i="1">
                <a:solidFill>
                  <a:srgbClr val="606060"/>
                </a:solidFill>
                <a:latin typeface="Times New Roman"/>
                <a:cs typeface="Times New Roman"/>
              </a:rPr>
              <a:t>[block diagram: input → [LayerNorm → Masked Multi-Head Self-Attention → ⊕] → [LayerNorm → Feed-Forward → ⊕] → output, with a "× N" bracket around the whole block]</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18</a:t>
            </a:r>
          </a:p>
        </p:txBody>
      </p:sp>
      <p:sp>
        <p:nvSpPr>
          <p:cNvPr id="6" name="TextBox 5"/>
          <p:cNvSpPr txBox="1"/>
          <p:nvPr/>
        </p:nvSpPr>
        <p:spPr>
          <a:xfrm>
            <a:off x="1751260" y="2165644"/>
            <a:ext cx="25794857" cy="1477328"/>
          </a:xfrm>
          <a:prstGeom prst="rect">
            <a:avLst/>
          </a:prstGeom>
          <a:noFill/>
        </p:spPr>
        <p:txBody>
          <a:bodyPr wrap="square" lIns="0" tIns="0" rIns="0" bIns="0" anchor="b">
            <a:spAutoFit/>
          </a:bodyPr>
          <a:lstStyle/>
          <a:p>
            <a:r>
              <a:rPr sz="9600">
                <a:solidFill>
                  <a:srgbClr val="000000"/>
                </a:solidFill>
                <a:latin typeface="Times New Roman"/>
                <a:cs typeface="Times New Roman"/>
              </a:rPr>
              <a:t>Neural Network: Logits, Softmax, Temperature</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73205" y="4367176"/>
            <a:ext cx="25794857" cy="450573"/>
          </a:xfrm>
          <a:prstGeom prst="rect">
            <a:avLst/>
          </a:prstGeom>
          <a:noFill/>
        </p:spPr>
        <p:txBody>
          <a:bodyPr wrap="square" lIns="0" tIns="0" rIns="0" bIns="0" anchor="t">
            <a:spAutoFit/>
          </a:bodyPr>
          <a:lstStyle/>
          <a:p>
            <a:pPr algn="ctr"/>
            <a:r>
              <a:rPr sz="2928" i="1">
                <a:solidFill>
                  <a:srgbClr val="000000"/>
                </a:solidFill>
                <a:latin typeface="Times New Roman"/>
                <a:cs typeface="Times New Roman"/>
              </a:rPr>
              <a:t>After N blocks and one final layer normalization, position </a:t>
            </a:r>
            <a:r>
              <a:rPr sz="2928" b="1" i="1">
                <a:solidFill>
                  <a:srgbClr val="000000"/>
                </a:solidFill>
                <a:latin typeface="Times New Roman"/>
                <a:cs typeface="Times New Roman"/>
              </a:rPr>
              <a:t>k</a:t>
            </a:r>
            <a:r>
              <a:rPr sz="2928" i="1">
                <a:solidFill>
                  <a:srgbClr val="000000"/>
                </a:solidFill>
                <a:latin typeface="Times New Roman"/>
                <a:cs typeface="Times New Roman"/>
              </a:rPr>
              <a:t> holds a vector </a:t>
            </a:r>
            <a:r>
              <a:rPr sz="2928" b="1" i="1">
                <a:solidFill>
                  <a:srgbClr val="000000"/>
                </a:solidFill>
                <a:latin typeface="Times New Roman"/>
                <a:cs typeface="Times New Roman"/>
              </a:rPr>
              <a:t>h</a:t>
            </a:r>
            <a:r>
              <a:rPr sz="2064" b="1" i="1" baseline="-25000">
                <a:solidFill>
                  <a:srgbClr val="000000"/>
                </a:solidFill>
                <a:latin typeface="Times New Roman"/>
                <a:cs typeface="Times New Roman"/>
              </a:rPr>
              <a:t>k</a:t>
            </a:r>
            <a:r>
              <a:rPr sz="2064" b="1" i="1" baseline="30000">
                <a:solidFill>
                  <a:srgbClr val="000000"/>
                </a:solidFill>
                <a:latin typeface="Times New Roman"/>
                <a:cs typeface="Times New Roman"/>
              </a:rPr>
              <a:t>(N)</a:t>
            </a:r>
            <a:r>
              <a:rPr sz="2928" i="1">
                <a:solidFill>
                  <a:srgbClr val="000000"/>
                </a:solidFill>
                <a:latin typeface="Times New Roman"/>
                <a:cs typeface="Times New Roman"/>
              </a:rPr>
              <a:t> summarizing the whole prompt. One last matrix converts it into scores over the vocabulary.</a:t>
            </a:r>
          </a:p>
        </p:txBody>
      </p:sp>
      <p:pic>
        <p:nvPicPr>
          <p:cNvPr id="10" name="Picture 9" descr="s18_logits_17.png"/>
          <p:cNvPicPr>
            <a:picLocks noChangeAspect="1"/>
          </p:cNvPicPr>
          <p:nvPr/>
        </p:nvPicPr>
        <p:blipFill>
          <a:blip r:embed="rId5"/>
          <a:stretch>
            <a:fillRect/>
          </a:stretch>
        </p:blipFill>
        <p:spPr>
          <a:xfrm>
            <a:off x="11675935" y="5310835"/>
            <a:ext cx="5908853" cy="696773"/>
          </a:xfrm>
          <a:prstGeom prst="rect">
            <a:avLst/>
          </a:prstGeom>
        </p:spPr>
      </p:pic>
      <p:pic>
        <p:nvPicPr>
          <p:cNvPr id="11" name="Picture 10" descr="s18_softmax_17.png"/>
          <p:cNvPicPr>
            <a:picLocks noChangeAspect="1"/>
          </p:cNvPicPr>
          <p:nvPr/>
        </p:nvPicPr>
        <p:blipFill>
          <a:blip r:embed="rId6"/>
          <a:stretch>
            <a:fillRect/>
          </a:stretch>
        </p:blipFill>
        <p:spPr>
          <a:xfrm>
            <a:off x="11648503" y="6227064"/>
            <a:ext cx="5963717" cy="1212494"/>
          </a:xfrm>
          <a:prstGeom prst="rect">
            <a:avLst/>
          </a:prstGeom>
        </p:spPr>
      </p:pic>
      <p:sp>
        <p:nvSpPr>
          <p:cNvPr id="12" name="TextBox 11"/>
          <p:cNvSpPr txBox="1"/>
          <p:nvPr/>
        </p:nvSpPr>
        <p:spPr>
          <a:xfrm>
            <a:off x="1773205" y="7878471"/>
            <a:ext cx="25794857" cy="4521238"/>
          </a:xfrm>
          <a:prstGeom prst="rect">
            <a:avLst/>
          </a:prstGeom>
          <a:noFill/>
        </p:spPr>
        <p:txBody>
          <a:bodyPr wrap="square" lIns="0" tIns="0" rIns="0" bIns="0" anchor="t">
            <a:spAutoFit/>
          </a:bodyPr>
          <a:lstStyle/>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Logit</a:t>
            </a:r>
            <a:r>
              <a:rPr sz="3840">
                <a:solidFill>
                  <a:srgbClr val="000000"/>
                </a:solidFill>
                <a:latin typeface="Times New Roman"/>
                <a:cs typeface="Times New Roman"/>
              </a:rPr>
              <a:t>, </a:t>
            </a:r>
            <a:r>
              <a:rPr sz="3840" i="1">
                <a:solidFill>
                  <a:srgbClr val="000000"/>
                </a:solidFill>
                <a:latin typeface="Times New Roman"/>
                <a:cs typeface="Times New Roman"/>
              </a:rPr>
              <a:t>z</a:t>
            </a:r>
            <a:r>
              <a:rPr sz="2688" i="1" baseline="-25000">
                <a:solidFill>
                  <a:srgbClr val="000000"/>
                </a:solidFill>
                <a:latin typeface="Times New Roman"/>
                <a:cs typeface="Times New Roman"/>
              </a:rPr>
              <a:t>v</a:t>
            </a:r>
            <a:r>
              <a:rPr sz="3840">
                <a:solidFill>
                  <a:srgbClr val="000000"/>
                </a:solidFill>
                <a:latin typeface="Times New Roman"/>
                <a:cs typeface="Times New Roman"/>
              </a:rPr>
              <a:t>: the raw score for token </a:t>
            </a:r>
            <a:r>
              <a:rPr sz="3840" i="1">
                <a:solidFill>
                  <a:srgbClr val="000000"/>
                </a:solidFill>
                <a:latin typeface="Times New Roman"/>
                <a:cs typeface="Times New Roman"/>
              </a:rPr>
              <a:t>v</a:t>
            </a:r>
            <a:r>
              <a:rPr sz="3840">
                <a:solidFill>
                  <a:srgbClr val="000000"/>
                </a:solidFill>
                <a:latin typeface="Times New Roman"/>
                <a:cs typeface="Times New Roman"/>
              </a:rPr>
              <a:t>. One number per vocabulary entry, every step. </a:t>
            </a:r>
            <a:r>
              <a:rPr sz="3840" i="1">
                <a:solidFill>
                  <a:srgbClr val="00866C"/>
                </a:solidFill>
                <a:latin typeface="Times New Roman"/>
                <a:cs typeface="Times New Roman"/>
              </a:rPr>
              <a:t>(Hint: logits are what the model actually computes; probabilities are an interpretation layer on top.)</a:t>
            </a:r>
          </a:p>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Unembedding</a:t>
            </a:r>
            <a:r>
              <a:rPr sz="3840">
                <a:solidFill>
                  <a:srgbClr val="000000"/>
                </a:solidFill>
                <a:latin typeface="Times New Roman"/>
                <a:cs typeface="Times New Roman"/>
              </a:rPr>
              <a:t>, </a:t>
            </a:r>
            <a:r>
              <a:rPr sz="3840" i="1">
                <a:solidFill>
                  <a:srgbClr val="000000"/>
                </a:solidFill>
                <a:latin typeface="Times New Roman"/>
                <a:cs typeface="Times New Roman"/>
              </a:rPr>
              <a:t>W</a:t>
            </a:r>
            <a:r>
              <a:rPr sz="2688" i="1" baseline="-25000">
                <a:solidFill>
                  <a:srgbClr val="000000"/>
                </a:solidFill>
                <a:latin typeface="Times New Roman"/>
                <a:cs typeface="Times New Roman"/>
              </a:rPr>
              <a:t>U</a:t>
            </a:r>
            <a:r>
              <a:rPr sz="3840">
                <a:solidFill>
                  <a:srgbClr val="000000"/>
                </a:solidFill>
                <a:latin typeface="Times New Roman"/>
                <a:cs typeface="Times New Roman"/>
              </a:rPr>
              <a:t>: the matrix mapping the final hidden state onto the vocabulary. </a:t>
            </a:r>
            <a:r>
              <a:rPr sz="3840" i="1">
                <a:solidFill>
                  <a:srgbClr val="00866C"/>
                </a:solidFill>
                <a:latin typeface="Times New Roman"/>
                <a:cs typeface="Times New Roman"/>
              </a:rPr>
              <a:t>(Hint: many models set </a:t>
            </a:r>
            <a:r>
              <a:rPr sz="3840" b="1" i="1">
                <a:solidFill>
                  <a:srgbClr val="00866C"/>
                </a:solidFill>
                <a:latin typeface="Times New Roman"/>
                <a:cs typeface="Times New Roman"/>
              </a:rPr>
              <a:t>W</a:t>
            </a:r>
            <a:r>
              <a:rPr sz="2688" i="1" baseline="-25000">
                <a:solidFill>
                  <a:srgbClr val="00866C"/>
                </a:solidFill>
                <a:latin typeface="Times New Roman"/>
                <a:cs typeface="Times New Roman"/>
              </a:rPr>
              <a:t>U</a:t>
            </a:r>
            <a:r>
              <a:rPr sz="3840" i="1">
                <a:solidFill>
                  <a:srgbClr val="00866C"/>
                </a:solidFill>
                <a:latin typeface="Times New Roman"/>
                <a:cs typeface="Times New Roman"/>
              </a:rPr>
              <a:t> = </a:t>
            </a:r>
            <a:r>
              <a:rPr sz="3840" b="1" i="1">
                <a:solidFill>
                  <a:srgbClr val="00866C"/>
                </a:solidFill>
                <a:latin typeface="Times New Roman"/>
                <a:cs typeface="Times New Roman"/>
              </a:rPr>
              <a:t>E</a:t>
            </a:r>
            <a:r>
              <a:rPr sz="3840" i="1">
                <a:solidFill>
                  <a:srgbClr val="00866C"/>
                </a:solidFill>
                <a:latin typeface="Times New Roman"/>
                <a:cs typeface="Times New Roman"/>
              </a:rPr>
              <a:t> — </a:t>
            </a:r>
            <a:r>
              <a:rPr sz="3840" b="1" i="1">
                <a:solidFill>
                  <a:srgbClr val="00866C"/>
                </a:solidFill>
                <a:latin typeface="Times New Roman"/>
                <a:cs typeface="Times New Roman"/>
              </a:rPr>
              <a:t>weight tying</a:t>
            </a:r>
            <a:r>
              <a:rPr sz="3840" i="1">
                <a:solidFill>
                  <a:srgbClr val="00866C"/>
                </a:solidFill>
                <a:latin typeface="Times New Roman"/>
                <a:cs typeface="Times New Roman"/>
              </a:rPr>
              <a:t>. Row </a:t>
            </a:r>
            <a:r>
              <a:rPr sz="3840" b="1" i="1">
                <a:solidFill>
                  <a:srgbClr val="00866C"/>
                </a:solidFill>
                <a:latin typeface="Times New Roman"/>
                <a:cs typeface="Times New Roman"/>
              </a:rPr>
              <a:t>v</a:t>
            </a:r>
            <a:r>
              <a:rPr sz="3840" i="1">
                <a:solidFill>
                  <a:srgbClr val="00866C"/>
                </a:solidFill>
                <a:latin typeface="Times New Roman"/>
                <a:cs typeface="Times New Roman"/>
              </a:rPr>
              <a:t> of </a:t>
            </a:r>
            <a:r>
              <a:rPr sz="3840" b="1" i="1">
                <a:solidFill>
                  <a:srgbClr val="00866C"/>
                </a:solidFill>
                <a:latin typeface="Times New Roman"/>
                <a:cs typeface="Times New Roman"/>
              </a:rPr>
              <a:t>E</a:t>
            </a:r>
            <a:r>
              <a:rPr sz="3840" i="1">
                <a:solidFill>
                  <a:srgbClr val="00866C"/>
                </a:solidFill>
                <a:latin typeface="Times New Roman"/>
                <a:cs typeface="Times New Roman"/>
              </a:rPr>
              <a:t> embeds token </a:t>
            </a:r>
            <a:r>
              <a:rPr sz="3840" b="1" i="1">
                <a:solidFill>
                  <a:srgbClr val="00866C"/>
                </a:solidFill>
                <a:latin typeface="Times New Roman"/>
                <a:cs typeface="Times New Roman"/>
              </a:rPr>
              <a:t>v</a:t>
            </a:r>
            <a:r>
              <a:rPr sz="3840" i="1">
                <a:solidFill>
                  <a:srgbClr val="00866C"/>
                </a:solidFill>
                <a:latin typeface="Times New Roman"/>
                <a:cs typeface="Times New Roman"/>
              </a:rPr>
              <a:t> on the way in and scores it on the way out: one lookup table, read in both directions.)</a:t>
            </a:r>
          </a:p>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Softmax</a:t>
            </a:r>
            <a:r>
              <a:rPr sz="3840">
                <a:solidFill>
                  <a:srgbClr val="000000"/>
                </a:solidFill>
                <a:latin typeface="Times New Roman"/>
                <a:cs typeface="Times New Roman"/>
              </a:rPr>
              <a:t>: exponentiate, normalize. Preserves the ranking of </a:t>
            </a:r>
            <a:r>
              <a:rPr sz="3840" b="1" i="1">
                <a:solidFill>
                  <a:srgbClr val="000000"/>
                </a:solidFill>
                <a:latin typeface="Times New Roman"/>
                <a:cs typeface="Times New Roman"/>
              </a:rPr>
              <a:t>z</a:t>
            </a:r>
            <a:r>
              <a:rPr sz="3840">
                <a:solidFill>
                  <a:srgbClr val="000000"/>
                </a:solidFill>
                <a:latin typeface="Times New Roman"/>
                <a:cs typeface="Times New Roman"/>
              </a:rPr>
              <a:t>; guarantees </a:t>
            </a:r>
            <a:r>
              <a:rPr sz="3840" i="1">
                <a:solidFill>
                  <a:srgbClr val="000000"/>
                </a:solidFill>
                <a:latin typeface="Times New Roman"/>
                <a:cs typeface="Times New Roman"/>
              </a:rPr>
              <a:t>P</a:t>
            </a:r>
            <a:r>
              <a:rPr sz="3840">
                <a:solidFill>
                  <a:srgbClr val="000000"/>
                </a:solidFill>
                <a:latin typeface="Times New Roman"/>
                <a:cs typeface="Times New Roman"/>
              </a:rPr>
              <a:t> &gt; 0 and Σ</a:t>
            </a:r>
            <a:r>
              <a:rPr sz="2688" i="1" baseline="-25000">
                <a:solidFill>
                  <a:srgbClr val="000000"/>
                </a:solidFill>
                <a:latin typeface="Times New Roman"/>
                <a:cs typeface="Times New Roman"/>
              </a:rPr>
              <a:t>v</a:t>
            </a:r>
            <a:r>
              <a:rPr sz="3840">
                <a:solidFill>
                  <a:srgbClr val="000000"/>
                </a:solidFill>
                <a:latin typeface="Times New Roman"/>
                <a:cs typeface="Times New Roman"/>
              </a:rPr>
              <a:t> </a:t>
            </a:r>
            <a:r>
              <a:rPr sz="3840" i="1">
                <a:solidFill>
                  <a:srgbClr val="000000"/>
                </a:solidFill>
                <a:latin typeface="Times New Roman"/>
                <a:cs typeface="Times New Roman"/>
              </a:rPr>
              <a:t>P</a:t>
            </a:r>
            <a:r>
              <a:rPr sz="3840">
                <a:solidFill>
                  <a:srgbClr val="000000"/>
                </a:solidFill>
                <a:latin typeface="Times New Roman"/>
                <a:cs typeface="Times New Roman"/>
              </a:rPr>
              <a:t> = 1.</a:t>
            </a:r>
          </a:p>
          <a:p>
            <a:pPr marL="667145" indent="-667145">
              <a:spcAft>
                <a:spcPts val="960"/>
              </a:spcAft>
            </a:pPr>
            <a:r>
              <a:rPr sz="3840">
                <a:solidFill>
                  <a:srgbClr val="000000"/>
                </a:solidFill>
                <a:latin typeface="Times New Roman"/>
                <a:cs typeface="Times New Roman"/>
              </a:rPr>
              <a:t>❑ </a:t>
            </a:r>
            <a:r>
              <a:rPr sz="3840" b="1">
                <a:solidFill>
                  <a:srgbClr val="960C22"/>
                </a:solidFill>
                <a:latin typeface="Times New Roman"/>
                <a:cs typeface="Times New Roman"/>
              </a:rPr>
              <a:t>Temperature</a:t>
            </a:r>
            <a:r>
              <a:rPr sz="3840">
                <a:solidFill>
                  <a:srgbClr val="000000"/>
                </a:solidFill>
                <a:latin typeface="Times New Roman"/>
                <a:cs typeface="Times New Roman"/>
              </a:rPr>
              <a:t>, </a:t>
            </a:r>
            <a:r>
              <a:rPr sz="3840" i="1">
                <a:solidFill>
                  <a:srgbClr val="000000"/>
                </a:solidFill>
                <a:latin typeface="Times New Roman"/>
                <a:cs typeface="Times New Roman"/>
              </a:rPr>
              <a:t>T</a:t>
            </a:r>
            <a:r>
              <a:rPr sz="3840">
                <a:solidFill>
                  <a:srgbClr val="000000"/>
                </a:solidFill>
                <a:latin typeface="Times New Roman"/>
                <a:cs typeface="Times New Roman"/>
              </a:rPr>
              <a:t>: divides every logit before softmax. </a:t>
            </a:r>
            <a:r>
              <a:rPr sz="3840" i="1">
                <a:solidFill>
                  <a:srgbClr val="000000"/>
                </a:solidFill>
                <a:latin typeface="Times New Roman"/>
                <a:cs typeface="Times New Roman"/>
              </a:rPr>
              <a:t>T</a:t>
            </a:r>
            <a:r>
              <a:rPr sz="3840">
                <a:solidFill>
                  <a:srgbClr val="000000"/>
                </a:solidFill>
                <a:latin typeface="Times New Roman"/>
                <a:cs typeface="Times New Roman"/>
              </a:rPr>
              <a:t> → 0: all mass on the top logit. </a:t>
            </a:r>
            <a:r>
              <a:rPr sz="3840" i="1">
                <a:solidFill>
                  <a:srgbClr val="000000"/>
                </a:solidFill>
                <a:latin typeface="Times New Roman"/>
                <a:cs typeface="Times New Roman"/>
              </a:rPr>
              <a:t>T</a:t>
            </a:r>
            <a:r>
              <a:rPr sz="3840">
                <a:solidFill>
                  <a:srgbClr val="000000"/>
                </a:solidFill>
                <a:latin typeface="Times New Roman"/>
                <a:cs typeface="Times New Roman"/>
              </a:rPr>
              <a:t> = 1: the distribution as trained. </a:t>
            </a:r>
            <a:r>
              <a:rPr sz="3840" i="1">
                <a:solidFill>
                  <a:srgbClr val="000000"/>
                </a:solidFill>
                <a:latin typeface="Times New Roman"/>
                <a:cs typeface="Times New Roman"/>
              </a:rPr>
              <a:t>T</a:t>
            </a:r>
            <a:r>
              <a:rPr sz="3840">
                <a:solidFill>
                  <a:srgbClr val="000000"/>
                </a:solidFill>
                <a:latin typeface="Times New Roman"/>
                <a:cs typeface="Times New Roman"/>
              </a:rPr>
              <a:t> &gt; 1: flatter, higher-entropy output.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19</a:t>
            </a:r>
          </a:p>
        </p:txBody>
      </p:sp>
      <p:sp>
        <p:nvSpPr>
          <p:cNvPr id="6" name="TextBox 5"/>
          <p:cNvSpPr txBox="1"/>
          <p:nvPr/>
        </p:nvSpPr>
        <p:spPr>
          <a:xfrm>
            <a:off x="1751260" y="2368776"/>
            <a:ext cx="25794857" cy="1274195"/>
          </a:xfrm>
          <a:prstGeom prst="rect">
            <a:avLst/>
          </a:prstGeom>
          <a:noFill/>
        </p:spPr>
        <p:txBody>
          <a:bodyPr wrap="square" lIns="0" tIns="0" rIns="0" bIns="0" anchor="b">
            <a:spAutoFit/>
          </a:bodyPr>
          <a:lstStyle/>
          <a:p>
            <a:r>
              <a:rPr sz="8280">
                <a:solidFill>
                  <a:srgbClr val="000000"/>
                </a:solidFill>
                <a:latin typeface="Times New Roman"/>
                <a:cs typeface="Times New Roman"/>
              </a:rPr>
              <a:t>Neural Network: Variance — Sampling, Temperature, Seeds</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73205" y="4367174"/>
            <a:ext cx="25794857" cy="480131"/>
          </a:xfrm>
          <a:prstGeom prst="rect">
            <a:avLst/>
          </a:prstGeom>
          <a:noFill/>
        </p:spPr>
        <p:txBody>
          <a:bodyPr wrap="square" lIns="0" tIns="0" rIns="0" bIns="0" anchor="t">
            <a:spAutoFit/>
          </a:bodyPr>
          <a:lstStyle/>
          <a:p>
            <a:pPr algn="ctr"/>
            <a:r>
              <a:rPr sz="3120" i="1">
                <a:solidFill>
                  <a:srgbClr val="000000"/>
                </a:solidFill>
                <a:latin typeface="Times New Roman"/>
                <a:cs typeface="Times New Roman"/>
              </a:rPr>
              <a:t>Same weights, same prompt, same arithmetic → the same logits. The variety you observe between regenerations is injected on purpose, here:</a:t>
            </a:r>
          </a:p>
        </p:txBody>
      </p:sp>
      <p:pic>
        <p:nvPicPr>
          <p:cNvPr id="10" name="Picture 9" descr="s19_sample_16.png"/>
          <p:cNvPicPr>
            <a:picLocks noChangeAspect="1"/>
          </p:cNvPicPr>
          <p:nvPr/>
        </p:nvPicPr>
        <p:blipFill>
          <a:blip r:embed="rId5"/>
          <a:stretch>
            <a:fillRect/>
          </a:stretch>
        </p:blipFill>
        <p:spPr>
          <a:xfrm>
            <a:off x="11450993" y="5223053"/>
            <a:ext cx="6358738" cy="504749"/>
          </a:xfrm>
          <a:prstGeom prst="rect">
            <a:avLst/>
          </a:prstGeom>
        </p:spPr>
      </p:pic>
      <p:sp>
        <p:nvSpPr>
          <p:cNvPr id="11" name="TextBox 10"/>
          <p:cNvSpPr txBox="1"/>
          <p:nvPr/>
        </p:nvSpPr>
        <p:spPr>
          <a:xfrm>
            <a:off x="1773204" y="6078932"/>
            <a:ext cx="13057632" cy="7011150"/>
          </a:xfrm>
          <a:prstGeom prst="rect">
            <a:avLst/>
          </a:prstGeom>
          <a:noFill/>
        </p:spPr>
        <p:txBody>
          <a:bodyPr wrap="square" lIns="0" tIns="0" rIns="0" bIns="0" anchor="t">
            <a:spAutoFit/>
          </a:bodyPr>
          <a:lstStyle/>
          <a:p>
            <a:pPr marL="542054" indent="-542054">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Sampling policies</a:t>
            </a:r>
            <a:r>
              <a:rPr sz="3120">
                <a:solidFill>
                  <a:srgbClr val="000000"/>
                </a:solidFill>
                <a:latin typeface="Times New Roman"/>
                <a:cs typeface="Times New Roman"/>
              </a:rPr>
              <a:t> (all operate on the logits of slide 18):</a:t>
            </a:r>
          </a:p>
          <a:p>
            <a:pPr marL="1200422" indent="-542054">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Greedy</a:t>
            </a:r>
            <a:r>
              <a:rPr sz="2112" b="1" baseline="30000">
                <a:solidFill>
                  <a:srgbClr val="000000"/>
                </a:solidFill>
                <a:latin typeface="Times New Roman"/>
                <a:cs typeface="Times New Roman"/>
              </a:rPr>
              <a:t>(argmax)</a:t>
            </a:r>
            <a:r>
              <a:rPr sz="3120">
                <a:solidFill>
                  <a:srgbClr val="000000"/>
                </a:solidFill>
                <a:latin typeface="Times New Roman"/>
                <a:cs typeface="Times New Roman"/>
              </a:rPr>
              <a:t>: always the top token. Deterministic; repetitive on open-ended text (Holtzman et al., 2020).</a:t>
            </a:r>
          </a:p>
          <a:p>
            <a:pPr marL="1200422" indent="-542054">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Temperature sampling</a:t>
            </a:r>
            <a:r>
              <a:rPr sz="3120">
                <a:solidFill>
                  <a:srgbClr val="000000"/>
                </a:solidFill>
                <a:latin typeface="Times New Roman"/>
                <a:cs typeface="Times New Roman"/>
              </a:rPr>
              <a:t>: draw from </a:t>
            </a:r>
            <a:r>
              <a:rPr sz="3120" i="1">
                <a:solidFill>
                  <a:srgbClr val="000000"/>
                </a:solidFill>
                <a:latin typeface="Times New Roman"/>
                <a:cs typeface="Times New Roman"/>
              </a:rPr>
              <a:t>P</a:t>
            </a:r>
            <a:r>
              <a:rPr sz="2184" i="1" baseline="-25000">
                <a:solidFill>
                  <a:srgbClr val="000000"/>
                </a:solidFill>
                <a:latin typeface="Times New Roman"/>
                <a:cs typeface="Times New Roman"/>
              </a:rPr>
              <a:t>T</a:t>
            </a:r>
            <a:r>
              <a:rPr sz="3120">
                <a:solidFill>
                  <a:srgbClr val="000000"/>
                </a:solidFill>
                <a:latin typeface="Times New Roman"/>
                <a:cs typeface="Times New Roman"/>
              </a:rPr>
              <a:t>.</a:t>
            </a:r>
          </a:p>
          <a:p>
            <a:pPr marL="1200422" indent="-542054">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Top-k</a:t>
            </a:r>
            <a:r>
              <a:rPr sz="3120">
                <a:solidFill>
                  <a:srgbClr val="000000"/>
                </a:solidFill>
                <a:latin typeface="Times New Roman"/>
                <a:cs typeface="Times New Roman"/>
              </a:rPr>
              <a:t>: keep the highest </a:t>
            </a:r>
            <a:r>
              <a:rPr sz="3120" i="1">
                <a:solidFill>
                  <a:srgbClr val="000000"/>
                </a:solidFill>
                <a:latin typeface="Times New Roman"/>
                <a:cs typeface="Times New Roman"/>
              </a:rPr>
              <a:t>k</a:t>
            </a:r>
            <a:r>
              <a:rPr sz="3120">
                <a:solidFill>
                  <a:srgbClr val="000000"/>
                </a:solidFill>
                <a:latin typeface="Times New Roman"/>
                <a:cs typeface="Times New Roman"/>
              </a:rPr>
              <a:t> logits, renormalize, draw. </a:t>
            </a:r>
            <a:r>
              <a:rPr sz="3120" i="1">
                <a:solidFill>
                  <a:srgbClr val="00866C"/>
                </a:solidFill>
                <a:latin typeface="Times New Roman"/>
                <a:cs typeface="Times New Roman"/>
              </a:rPr>
              <a:t>(The </a:t>
            </a:r>
            <a:r>
              <a:rPr sz="3120" b="1" i="1">
                <a:solidFill>
                  <a:srgbClr val="00866C"/>
                </a:solidFill>
                <a:latin typeface="Times New Roman"/>
                <a:cs typeface="Times New Roman"/>
              </a:rPr>
              <a:t>k</a:t>
            </a:r>
            <a:r>
              <a:rPr sz="3120" i="1">
                <a:solidFill>
                  <a:srgbClr val="00866C"/>
                </a:solidFill>
                <a:latin typeface="Times New Roman"/>
                <a:cs typeface="Times New Roman"/>
              </a:rPr>
              <a:t> in this policy's name is the candidate count, not the context length </a:t>
            </a:r>
            <a:r>
              <a:rPr sz="3120" b="1" i="1">
                <a:solidFill>
                  <a:srgbClr val="00866C"/>
                </a:solidFill>
                <a:latin typeface="Times New Roman"/>
                <a:cs typeface="Times New Roman"/>
              </a:rPr>
              <a:t>k</a:t>
            </a:r>
            <a:r>
              <a:rPr sz="3120" i="1">
                <a:solidFill>
                  <a:srgbClr val="00866C"/>
                </a:solidFill>
                <a:latin typeface="Times New Roman"/>
                <a:cs typeface="Times New Roman"/>
              </a:rPr>
              <a:t> of </a:t>
            </a:r>
            <a:r>
              <a:rPr sz="3120" b="1" i="1">
                <a:solidFill>
                  <a:srgbClr val="00866C"/>
                </a:solidFill>
                <a:latin typeface="Times New Roman"/>
                <a:cs typeface="Times New Roman"/>
              </a:rPr>
              <a:t>x</a:t>
            </a:r>
            <a:r>
              <a:rPr sz="2184" i="1" baseline="-25000">
                <a:solidFill>
                  <a:srgbClr val="00866C"/>
                </a:solidFill>
                <a:latin typeface="Times New Roman"/>
                <a:cs typeface="Times New Roman"/>
              </a:rPr>
              <a:t>1:k</a:t>
            </a:r>
            <a:r>
              <a:rPr sz="3120" i="1">
                <a:solidFill>
                  <a:srgbClr val="00866C"/>
                </a:solidFill>
                <a:latin typeface="Times New Roman"/>
                <a:cs typeface="Times New Roman"/>
              </a:rPr>
              <a:t>.)</a:t>
            </a:r>
          </a:p>
          <a:p>
            <a:pPr marL="1200422" indent="-542054">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Top-p</a:t>
            </a:r>
            <a:r>
              <a:rPr sz="2112" b="1" baseline="30000">
                <a:solidFill>
                  <a:srgbClr val="000000"/>
                </a:solidFill>
                <a:latin typeface="Times New Roman"/>
                <a:cs typeface="Times New Roman"/>
              </a:rPr>
              <a:t>(Nucleus)</a:t>
            </a:r>
            <a:r>
              <a:rPr sz="3120">
                <a:solidFill>
                  <a:srgbClr val="000000"/>
                </a:solidFill>
                <a:latin typeface="Times New Roman"/>
                <a:cs typeface="Times New Roman"/>
              </a:rPr>
              <a:t>: keep the smallest token set whose cumulative probability exceeds </a:t>
            </a:r>
            <a:r>
              <a:rPr sz="3120" i="1">
                <a:solidFill>
                  <a:srgbClr val="000000"/>
                </a:solidFill>
                <a:latin typeface="Times New Roman"/>
                <a:cs typeface="Times New Roman"/>
              </a:rPr>
              <a:t>p</a:t>
            </a:r>
            <a:r>
              <a:rPr sz="3120">
                <a:solidFill>
                  <a:srgbClr val="000000"/>
                </a:solidFill>
                <a:latin typeface="Times New Roman"/>
                <a:cs typeface="Times New Roman"/>
              </a:rPr>
              <a:t>, renormalize, draw.</a:t>
            </a:r>
          </a:p>
          <a:p>
            <a:pPr marL="542054" indent="-542054">
              <a:spcBef>
                <a:spcPts val="960"/>
              </a:spcBef>
              <a:spcAft>
                <a:spcPts val="960"/>
              </a:spcAft>
            </a:pPr>
            <a:r>
              <a:rPr sz="3120">
                <a:solidFill>
                  <a:srgbClr val="000000"/>
                </a:solidFill>
                <a:latin typeface="Times New Roman"/>
                <a:cs typeface="Times New Roman"/>
              </a:rPr>
              <a:t>❑ </a:t>
            </a:r>
            <a:r>
              <a:rPr sz="3120" b="1">
                <a:solidFill>
                  <a:srgbClr val="960C22"/>
                </a:solidFill>
                <a:latin typeface="Times New Roman"/>
                <a:cs typeface="Times New Roman"/>
              </a:rPr>
              <a:t>Seed</a:t>
            </a:r>
            <a:r>
              <a:rPr sz="2112" b="1" baseline="30000">
                <a:solidFill>
                  <a:srgbClr val="000000"/>
                </a:solidFill>
                <a:latin typeface="Times New Roman"/>
                <a:cs typeface="Times New Roman"/>
              </a:rPr>
              <a:t>(PRNG State)</a:t>
            </a:r>
            <a:r>
              <a:rPr sz="3120">
                <a:solidFill>
                  <a:srgbClr val="000000"/>
                </a:solidFill>
                <a:latin typeface="Times New Roman"/>
                <a:cs typeface="Times New Roman"/>
              </a:rPr>
              <a:t>: the draw uses a pseudo-random number generator. Fixed seed → identical draw sequence → reproducible output. </a:t>
            </a:r>
            <a:r>
              <a:rPr sz="3120" i="1">
                <a:solidFill>
                  <a:srgbClr val="00866C"/>
                </a:solidFill>
                <a:latin typeface="Times New Roman"/>
                <a:cs typeface="Times New Roman"/>
              </a:rPr>
              <a:t>(Hint: hosted products don't expose the seed. API access does — and even then </a:t>
            </a:r>
            <a:r>
              <a:rPr sz="3120" b="1" i="1">
                <a:solidFill>
                  <a:srgbClr val="00866C"/>
                </a:solidFill>
                <a:latin typeface="Times New Roman"/>
                <a:cs typeface="Times New Roman"/>
              </a:rPr>
              <a:t>T</a:t>
            </a:r>
            <a:r>
              <a:rPr sz="3120" i="1">
                <a:solidFill>
                  <a:srgbClr val="00866C"/>
                </a:solidFill>
                <a:latin typeface="Times New Roman"/>
                <a:cs typeface="Times New Roman"/>
              </a:rPr>
              <a:t> = 0 across a provider's hardware is not bit-reproducible: parallel floating-point addition is non-associative.)</a:t>
            </a:r>
          </a:p>
        </p:txBody>
      </p:sp>
      <p:sp>
        <p:nvSpPr>
          <p:cNvPr id="12" name="TextBox 11"/>
          <p:cNvSpPr txBox="1"/>
          <p:nvPr/>
        </p:nvSpPr>
        <p:spPr>
          <a:xfrm>
            <a:off x="15576988" y="6078932"/>
            <a:ext cx="11991074" cy="424732"/>
          </a:xfrm>
          <a:prstGeom prst="rect">
            <a:avLst/>
          </a:prstGeom>
          <a:noFill/>
        </p:spPr>
        <p:txBody>
          <a:bodyPr wrap="square" lIns="0" tIns="0" rIns="0" bIns="0" anchor="t">
            <a:spAutoFit/>
          </a:bodyPr>
          <a:lstStyle/>
          <a:p>
            <a:pPr>
              <a:spcAft>
                <a:spcPts val="480"/>
              </a:spcAft>
            </a:pPr>
            <a:r>
              <a:rPr sz="2760" b="1">
                <a:solidFill>
                  <a:srgbClr val="000000"/>
                </a:solidFill>
                <a:latin typeface="Times New Roman"/>
                <a:cs typeface="Times New Roman"/>
              </a:rPr>
              <a:t>Worked example.</a:t>
            </a:r>
            <a:r>
              <a:rPr sz="2760">
                <a:solidFill>
                  <a:srgbClr val="000000"/>
                </a:solidFill>
                <a:latin typeface="Times New Roman"/>
                <a:cs typeface="Times New Roman"/>
              </a:rPr>
              <a:t> Four-token vocabulary, logits </a:t>
            </a:r>
            <a:r>
              <a:rPr sz="2760" b="1" i="1">
                <a:solidFill>
                  <a:srgbClr val="000000"/>
                </a:solidFill>
                <a:latin typeface="Times New Roman"/>
                <a:cs typeface="Times New Roman"/>
              </a:rPr>
              <a:t>z</a:t>
            </a:r>
            <a:r>
              <a:rPr sz="2760">
                <a:solidFill>
                  <a:srgbClr val="000000"/>
                </a:solidFill>
                <a:latin typeface="Times New Roman"/>
                <a:cs typeface="Times New Roman"/>
              </a:rPr>
              <a:t> = (2.0,  1.0,  0.2,  −1.0):</a:t>
            </a:r>
          </a:p>
        </p:txBody>
      </p:sp>
      <p:graphicFrame>
        <p:nvGraphicFramePr>
          <p:cNvPr id="13" name="Table 12"/>
          <p:cNvGraphicFramePr>
            <a:graphicFrameLocks noGrp="1"/>
          </p:cNvGraphicFramePr>
          <p:nvPr/>
        </p:nvGraphicFramePr>
        <p:xfrm>
          <a:off x="15576986" y="7044538"/>
          <a:ext cx="12026190" cy="3384500"/>
        </p:xfrm>
        <a:graphic>
          <a:graphicData uri="http://schemas.openxmlformats.org/drawingml/2006/table">
            <a:tbl>
              <a:tblPr firstRow="1">
                <a:tableStyleId>{5940675A-B579-460E-94D1-54222C63F5DA}</a:tableStyleId>
              </a:tblPr>
              <a:tblGrid>
                <a:gridCol w="2721254">
                  <a:extLst>
                    <a:ext uri="{9D8B030D-6E8A-4147-A177-3AD203B41FA5}">
                      <a16:colId xmlns:a16="http://schemas.microsoft.com/office/drawing/2014/main" val="20000"/>
                    </a:ext>
                  </a:extLst>
                </a:gridCol>
                <a:gridCol w="2326234">
                  <a:extLst>
                    <a:ext uri="{9D8B030D-6E8A-4147-A177-3AD203B41FA5}">
                      <a16:colId xmlns:a16="http://schemas.microsoft.com/office/drawing/2014/main" val="20001"/>
                    </a:ext>
                  </a:extLst>
                </a:gridCol>
                <a:gridCol w="2326234">
                  <a:extLst>
                    <a:ext uri="{9D8B030D-6E8A-4147-A177-3AD203B41FA5}">
                      <a16:colId xmlns:a16="http://schemas.microsoft.com/office/drawing/2014/main" val="20002"/>
                    </a:ext>
                  </a:extLst>
                </a:gridCol>
                <a:gridCol w="2326234">
                  <a:extLst>
                    <a:ext uri="{9D8B030D-6E8A-4147-A177-3AD203B41FA5}">
                      <a16:colId xmlns:a16="http://schemas.microsoft.com/office/drawing/2014/main" val="20003"/>
                    </a:ext>
                  </a:extLst>
                </a:gridCol>
                <a:gridCol w="2326234">
                  <a:extLst>
                    <a:ext uri="{9D8B030D-6E8A-4147-A177-3AD203B41FA5}">
                      <a16:colId xmlns:a16="http://schemas.microsoft.com/office/drawing/2014/main" val="20004"/>
                    </a:ext>
                  </a:extLst>
                </a:gridCol>
              </a:tblGrid>
              <a:tr h="1667866">
                <a:tc>
                  <a:txBody>
                    <a:bodyPr/>
                    <a:lstStyle/>
                    <a:p>
                      <a:pPr algn="l">
                        <a:spcBef>
                          <a:spcPts val="0"/>
                        </a:spcBef>
                        <a:spcAft>
                          <a:spcPts val="0"/>
                        </a:spcAft>
                      </a:pPr>
                      <a:endParaRPr sz="10400"/>
                    </a:p>
                  </a:txBody>
                  <a:tcPr marL="109728" marR="109728" marT="43891" marB="43891" anchor="ctr">
                    <a:solidFill>
                      <a:srgbClr val="F2F2F2"/>
                    </a:solidFill>
                  </a:tcPr>
                </a:tc>
                <a:tc>
                  <a:txBody>
                    <a:bodyPr/>
                    <a:lstStyle/>
                    <a:p>
                      <a:pPr algn="ctr">
                        <a:spcBef>
                          <a:spcPts val="0"/>
                        </a:spcBef>
                        <a:spcAft>
                          <a:spcPts val="0"/>
                        </a:spcAft>
                      </a:pPr>
                      <a:r>
                        <a:rPr sz="2500" b="1" i="1">
                          <a:solidFill>
                            <a:srgbClr val="000000"/>
                          </a:solidFill>
                          <a:latin typeface="Times New Roman"/>
                          <a:cs typeface="Times New Roman"/>
                        </a:rPr>
                        <a:t>v</a:t>
                      </a:r>
                      <a:r>
                        <a:rPr sz="1800" b="1" i="1" baseline="-25000">
                          <a:solidFill>
                            <a:srgbClr val="000000"/>
                          </a:solidFill>
                          <a:latin typeface="Times New Roman"/>
                          <a:cs typeface="Times New Roman"/>
                        </a:rPr>
                        <a:t>1</a:t>
                      </a:r>
                    </a:p>
                  </a:txBody>
                  <a:tcPr marL="109728" marR="109728" marT="43891" marB="43891" anchor="ctr">
                    <a:solidFill>
                      <a:srgbClr val="F2F2F2"/>
                    </a:solidFill>
                  </a:tcPr>
                </a:tc>
                <a:tc>
                  <a:txBody>
                    <a:bodyPr/>
                    <a:lstStyle/>
                    <a:p>
                      <a:pPr algn="ctr">
                        <a:spcBef>
                          <a:spcPts val="0"/>
                        </a:spcBef>
                        <a:spcAft>
                          <a:spcPts val="0"/>
                        </a:spcAft>
                      </a:pPr>
                      <a:r>
                        <a:rPr sz="2500" b="1" i="1">
                          <a:solidFill>
                            <a:srgbClr val="000000"/>
                          </a:solidFill>
                          <a:latin typeface="Times New Roman"/>
                          <a:cs typeface="Times New Roman"/>
                        </a:rPr>
                        <a:t>v</a:t>
                      </a:r>
                      <a:r>
                        <a:rPr sz="1800" b="1" i="1" baseline="-25000">
                          <a:solidFill>
                            <a:srgbClr val="000000"/>
                          </a:solidFill>
                          <a:latin typeface="Times New Roman"/>
                          <a:cs typeface="Times New Roman"/>
                        </a:rPr>
                        <a:t>2</a:t>
                      </a:r>
                    </a:p>
                  </a:txBody>
                  <a:tcPr marL="109728" marR="109728" marT="43891" marB="43891" anchor="ctr">
                    <a:solidFill>
                      <a:srgbClr val="F2F2F2"/>
                    </a:solidFill>
                  </a:tcPr>
                </a:tc>
                <a:tc>
                  <a:txBody>
                    <a:bodyPr/>
                    <a:lstStyle/>
                    <a:p>
                      <a:pPr algn="ctr">
                        <a:spcBef>
                          <a:spcPts val="0"/>
                        </a:spcBef>
                        <a:spcAft>
                          <a:spcPts val="0"/>
                        </a:spcAft>
                      </a:pPr>
                      <a:r>
                        <a:rPr sz="2500" b="1" i="1">
                          <a:solidFill>
                            <a:srgbClr val="000000"/>
                          </a:solidFill>
                          <a:latin typeface="Times New Roman"/>
                          <a:cs typeface="Times New Roman"/>
                        </a:rPr>
                        <a:t>v</a:t>
                      </a:r>
                      <a:r>
                        <a:rPr sz="1800" b="1" i="1" baseline="-25000">
                          <a:solidFill>
                            <a:srgbClr val="000000"/>
                          </a:solidFill>
                          <a:latin typeface="Times New Roman"/>
                          <a:cs typeface="Times New Roman"/>
                        </a:rPr>
                        <a:t>3</a:t>
                      </a:r>
                    </a:p>
                  </a:txBody>
                  <a:tcPr marL="109728" marR="109728" marT="43891" marB="43891" anchor="ctr">
                    <a:solidFill>
                      <a:srgbClr val="F2F2F2"/>
                    </a:solidFill>
                  </a:tcPr>
                </a:tc>
                <a:tc>
                  <a:txBody>
                    <a:bodyPr/>
                    <a:lstStyle/>
                    <a:p>
                      <a:pPr algn="ctr">
                        <a:spcBef>
                          <a:spcPts val="0"/>
                        </a:spcBef>
                        <a:spcAft>
                          <a:spcPts val="0"/>
                        </a:spcAft>
                      </a:pPr>
                      <a:r>
                        <a:rPr sz="2500" b="1" i="1">
                          <a:solidFill>
                            <a:srgbClr val="000000"/>
                          </a:solidFill>
                          <a:latin typeface="Times New Roman"/>
                          <a:cs typeface="Times New Roman"/>
                        </a:rPr>
                        <a:t>v</a:t>
                      </a:r>
                      <a:r>
                        <a:rPr sz="1800" b="1" i="1" baseline="-25000">
                          <a:solidFill>
                            <a:srgbClr val="000000"/>
                          </a:solidFill>
                          <a:latin typeface="Times New Roman"/>
                          <a:cs typeface="Times New Roman"/>
                        </a:rPr>
                        <a:t>4</a:t>
                      </a:r>
                    </a:p>
                  </a:txBody>
                  <a:tcPr marL="109728" marR="109728" marT="43891" marB="43891" anchor="ctr">
                    <a:solidFill>
                      <a:srgbClr val="F2F2F2"/>
                    </a:solidFill>
                  </a:tcPr>
                </a:tc>
                <a:extLst>
                  <a:ext uri="{0D108BD9-81ED-4DB2-BD59-A6C34878D82A}">
                    <a16:rowId xmlns:a16="http://schemas.microsoft.com/office/drawing/2014/main" val="10000"/>
                  </a:ext>
                </a:extLst>
              </a:tr>
              <a:tr h="570586">
                <a:tc>
                  <a:txBody>
                    <a:bodyPr/>
                    <a:lstStyle/>
                    <a:p>
                      <a:pPr algn="l">
                        <a:spcBef>
                          <a:spcPts val="0"/>
                        </a:spcBef>
                        <a:spcAft>
                          <a:spcPts val="0"/>
                        </a:spcAft>
                      </a:pPr>
                      <a:r>
                        <a:rPr sz="2500" b="0" i="1">
                          <a:solidFill>
                            <a:srgbClr val="000000"/>
                          </a:solidFill>
                          <a:latin typeface="Times New Roman"/>
                          <a:cs typeface="Times New Roman"/>
                        </a:rPr>
                        <a:t>P</a:t>
                      </a:r>
                      <a:r>
                        <a:rPr sz="1800" b="0" i="1" baseline="-25000">
                          <a:solidFill>
                            <a:srgbClr val="000000"/>
                          </a:solidFill>
                          <a:latin typeface="Times New Roman"/>
                          <a:cs typeface="Times New Roman"/>
                        </a:rPr>
                        <a:t>T=0.5</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0.858</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0.116</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0.023</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0.002</a:t>
                      </a:r>
                    </a:p>
                  </a:txBody>
                  <a:tcPr marL="109728" marR="109728" marT="43891" marB="43891" anchor="ctr">
                    <a:solidFill>
                      <a:srgbClr val="FFFFFF"/>
                    </a:solidFill>
                  </a:tcPr>
                </a:tc>
                <a:extLst>
                  <a:ext uri="{0D108BD9-81ED-4DB2-BD59-A6C34878D82A}">
                    <a16:rowId xmlns:a16="http://schemas.microsoft.com/office/drawing/2014/main" val="10001"/>
                  </a:ext>
                </a:extLst>
              </a:tr>
              <a:tr h="570586">
                <a:tc>
                  <a:txBody>
                    <a:bodyPr/>
                    <a:lstStyle/>
                    <a:p>
                      <a:pPr algn="l">
                        <a:spcBef>
                          <a:spcPts val="0"/>
                        </a:spcBef>
                        <a:spcAft>
                          <a:spcPts val="0"/>
                        </a:spcAft>
                      </a:pPr>
                      <a:r>
                        <a:rPr sz="2500" b="0" i="1">
                          <a:solidFill>
                            <a:srgbClr val="000000"/>
                          </a:solidFill>
                          <a:latin typeface="Times New Roman"/>
                          <a:cs typeface="Times New Roman"/>
                        </a:rPr>
                        <a:t>P</a:t>
                      </a:r>
                      <a:r>
                        <a:rPr sz="1800" b="0" i="1" baseline="-25000">
                          <a:solidFill>
                            <a:srgbClr val="000000"/>
                          </a:solidFill>
                          <a:latin typeface="Times New Roman"/>
                          <a:cs typeface="Times New Roman"/>
                        </a:rPr>
                        <a:t>T=1</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0.632</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0.232</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0.104</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0.031</a:t>
                      </a:r>
                    </a:p>
                  </a:txBody>
                  <a:tcPr marL="109728" marR="109728" marT="43891" marB="43891" anchor="ctr">
                    <a:solidFill>
                      <a:srgbClr val="FFFFFF"/>
                    </a:solidFill>
                  </a:tcPr>
                </a:tc>
                <a:extLst>
                  <a:ext uri="{0D108BD9-81ED-4DB2-BD59-A6C34878D82A}">
                    <a16:rowId xmlns:a16="http://schemas.microsoft.com/office/drawing/2014/main" val="10002"/>
                  </a:ext>
                </a:extLst>
              </a:tr>
              <a:tr h="570586">
                <a:tc>
                  <a:txBody>
                    <a:bodyPr/>
                    <a:lstStyle/>
                    <a:p>
                      <a:pPr algn="l">
                        <a:spcBef>
                          <a:spcPts val="0"/>
                        </a:spcBef>
                        <a:spcAft>
                          <a:spcPts val="0"/>
                        </a:spcAft>
                      </a:pPr>
                      <a:r>
                        <a:rPr sz="2500" b="0" i="1">
                          <a:solidFill>
                            <a:srgbClr val="000000"/>
                          </a:solidFill>
                          <a:latin typeface="Times New Roman"/>
                          <a:cs typeface="Times New Roman"/>
                        </a:rPr>
                        <a:t>P</a:t>
                      </a:r>
                      <a:r>
                        <a:rPr sz="1800" b="0" i="1" baseline="-25000">
                          <a:solidFill>
                            <a:srgbClr val="000000"/>
                          </a:solidFill>
                          <a:latin typeface="Times New Roman"/>
                          <a:cs typeface="Times New Roman"/>
                        </a:rPr>
                        <a:t>T=2</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0.447</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0.271</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0.182</a:t>
                      </a:r>
                    </a:p>
                  </a:txBody>
                  <a:tcPr marL="109728" marR="109728" marT="43891" marB="43891" anchor="ctr">
                    <a:solidFill>
                      <a:srgbClr val="FFFFFF"/>
                    </a:solidFill>
                  </a:tcPr>
                </a:tc>
                <a:tc>
                  <a:txBody>
                    <a:bodyPr/>
                    <a:lstStyle/>
                    <a:p>
                      <a:pPr algn="ctr">
                        <a:spcBef>
                          <a:spcPts val="0"/>
                        </a:spcBef>
                        <a:spcAft>
                          <a:spcPts val="0"/>
                        </a:spcAft>
                      </a:pPr>
                      <a:r>
                        <a:rPr sz="2500" b="0" i="0">
                          <a:solidFill>
                            <a:srgbClr val="000000"/>
                          </a:solidFill>
                          <a:latin typeface="Times New Roman"/>
                          <a:cs typeface="Times New Roman"/>
                        </a:rPr>
                        <a:t>0.100</a:t>
                      </a:r>
                    </a:p>
                  </a:txBody>
                  <a:tcPr marL="109728" marR="109728" marT="43891" marB="43891" anchor="ctr">
                    <a:solidFill>
                      <a:srgbClr val="FFFFFF"/>
                    </a:solidFill>
                  </a:tcPr>
                </a:tc>
                <a:extLst>
                  <a:ext uri="{0D108BD9-81ED-4DB2-BD59-A6C34878D82A}">
                    <a16:rowId xmlns:a16="http://schemas.microsoft.com/office/drawing/2014/main" val="10003"/>
                  </a:ext>
                </a:extLst>
              </a:tr>
            </a:tbl>
          </a:graphicData>
        </a:graphic>
      </p:graphicFrame>
      <p:sp>
        <p:nvSpPr>
          <p:cNvPr id="14" name="Rectangle 13"/>
          <p:cNvSpPr/>
          <p:nvPr/>
        </p:nvSpPr>
        <p:spPr>
          <a:xfrm>
            <a:off x="15321807" y="10253585"/>
            <a:ext cx="11991074" cy="2084832"/>
          </a:xfrm>
          <a:prstGeom prst="rect">
            <a:avLst/>
          </a:prstGeom>
          <a:solidFill>
            <a:srgbClr val="F2F2F2"/>
          </a:solidFill>
          <a:ln w="9525">
            <a:solidFill>
              <a:srgbClr val="B8B8B8"/>
            </a:solidFill>
          </a:ln>
          <a:effectLst/>
        </p:spPr>
        <p:txBody>
          <a:bodyPr wrap="square" lIns="175565" tIns="87782" rIns="175565" bIns="87782" rtlCol="0" anchor="ctr"/>
          <a:lstStyle/>
          <a:p>
            <a:pPr algn="ctr"/>
            <a:r>
              <a:rPr sz="2160" i="1">
                <a:solidFill>
                  <a:srgbClr val="606060"/>
                </a:solidFill>
                <a:latin typeface="Times New Roman"/>
                <a:cs typeface="Times New Roman"/>
              </a:rPr>
              <a:t>[one bar chart per temperature: P over v₁…v₄ at T = 0.5, T = 1, T = 2]</a:t>
            </a:r>
          </a:p>
        </p:txBody>
      </p:sp>
      <p:sp>
        <p:nvSpPr>
          <p:cNvPr id="15" name="TextBox 14"/>
          <p:cNvSpPr txBox="1"/>
          <p:nvPr/>
        </p:nvSpPr>
        <p:spPr>
          <a:xfrm>
            <a:off x="15555043" y="12176498"/>
            <a:ext cx="11991074" cy="1827167"/>
          </a:xfrm>
          <a:prstGeom prst="rect">
            <a:avLst/>
          </a:prstGeom>
          <a:noFill/>
        </p:spPr>
        <p:txBody>
          <a:bodyPr wrap="square" lIns="0" tIns="0" rIns="0" bIns="0" anchor="t">
            <a:spAutoFit/>
          </a:bodyPr>
          <a:lstStyle/>
          <a:p>
            <a:pPr>
              <a:spcAft>
                <a:spcPts val="960"/>
              </a:spcAft>
            </a:pPr>
            <a:r>
              <a:rPr sz="2760">
                <a:solidFill>
                  <a:srgbClr val="000000"/>
                </a:solidFill>
                <a:latin typeface="Times New Roman"/>
                <a:cs typeface="Times New Roman"/>
              </a:rPr>
              <a:t>Draw </a:t>
            </a:r>
            <a:r>
              <a:rPr sz="2760" i="1">
                <a:solidFill>
                  <a:srgbClr val="000000"/>
                </a:solidFill>
                <a:latin typeface="Times New Roman"/>
                <a:cs typeface="Times New Roman"/>
              </a:rPr>
              <a:t>u</a:t>
            </a:r>
            <a:r>
              <a:rPr sz="2760">
                <a:solidFill>
                  <a:srgbClr val="000000"/>
                </a:solidFill>
                <a:latin typeface="Times New Roman"/>
                <a:cs typeface="Times New Roman"/>
              </a:rPr>
              <a:t> ~ </a:t>
            </a:r>
            <a:r>
              <a:rPr sz="2760">
                <a:solidFill>
                  <a:srgbClr val="000000"/>
                </a:solidFill>
                <a:latin typeface="Cambria Math"/>
                <a:cs typeface="Cambria Math"/>
              </a:rPr>
              <a:t>𝒰</a:t>
            </a:r>
            <a:r>
              <a:rPr sz="2760">
                <a:solidFill>
                  <a:srgbClr val="000000"/>
                </a:solidFill>
                <a:latin typeface="Times New Roman"/>
                <a:cs typeface="Times New Roman"/>
              </a:rPr>
              <a:t>(0,1) from the seeded PRNG; walk the cumulative sums of </a:t>
            </a:r>
            <a:r>
              <a:rPr sz="2760" i="1">
                <a:solidFill>
                  <a:srgbClr val="000000"/>
                </a:solidFill>
                <a:latin typeface="Times New Roman"/>
                <a:cs typeface="Times New Roman"/>
              </a:rPr>
              <a:t>P</a:t>
            </a:r>
            <a:r>
              <a:rPr sz="1920" i="1" baseline="-25000">
                <a:solidFill>
                  <a:srgbClr val="000000"/>
                </a:solidFill>
                <a:latin typeface="Times New Roman"/>
                <a:cs typeface="Times New Roman"/>
              </a:rPr>
              <a:t>T=1</a:t>
            </a:r>
            <a:r>
              <a:rPr sz="2760">
                <a:solidFill>
                  <a:srgbClr val="000000"/>
                </a:solidFill>
                <a:latin typeface="Times New Roman"/>
                <a:cs typeface="Times New Roman"/>
              </a:rPr>
              <a:t>: (0.632,  0.864,  0.969,  1.000).</a:t>
            </a:r>
          </a:p>
          <a:p>
            <a:pPr marL="479510" indent="-479510">
              <a:spcAft>
                <a:spcPts val="960"/>
              </a:spcAft>
            </a:pPr>
            <a:r>
              <a:rPr sz="2760">
                <a:solidFill>
                  <a:srgbClr val="000000"/>
                </a:solidFill>
                <a:latin typeface="Times New Roman"/>
                <a:cs typeface="Times New Roman"/>
              </a:rPr>
              <a:t>❖ </a:t>
            </a:r>
            <a:r>
              <a:rPr sz="2760" i="1">
                <a:solidFill>
                  <a:srgbClr val="000000"/>
                </a:solidFill>
                <a:latin typeface="Times New Roman"/>
                <a:cs typeface="Times New Roman"/>
              </a:rPr>
              <a:t>u</a:t>
            </a:r>
            <a:r>
              <a:rPr sz="2760">
                <a:solidFill>
                  <a:srgbClr val="000000"/>
                </a:solidFill>
                <a:latin typeface="Times New Roman"/>
                <a:cs typeface="Times New Roman"/>
              </a:rPr>
              <a:t> = 0.22 ⇒ </a:t>
            </a:r>
            <a:r>
              <a:rPr sz="2760" i="1">
                <a:solidFill>
                  <a:srgbClr val="000000"/>
                </a:solidFill>
                <a:latin typeface="Times New Roman"/>
                <a:cs typeface="Times New Roman"/>
              </a:rPr>
              <a:t>v</a:t>
            </a:r>
            <a:r>
              <a:rPr sz="1920" i="1" baseline="-25000">
                <a:solidFill>
                  <a:srgbClr val="000000"/>
                </a:solidFill>
                <a:latin typeface="Times New Roman"/>
                <a:cs typeface="Times New Roman"/>
              </a:rPr>
              <a:t>1</a:t>
            </a:r>
            <a:r>
              <a:rPr sz="2760">
                <a:solidFill>
                  <a:srgbClr val="000000"/>
                </a:solidFill>
                <a:latin typeface="Times New Roman"/>
                <a:cs typeface="Times New Roman"/>
              </a:rPr>
              <a:t>.  ❖ </a:t>
            </a:r>
            <a:r>
              <a:rPr sz="2760" i="1">
                <a:solidFill>
                  <a:srgbClr val="000000"/>
                </a:solidFill>
                <a:latin typeface="Times New Roman"/>
                <a:cs typeface="Times New Roman"/>
              </a:rPr>
              <a:t>u</a:t>
            </a:r>
            <a:r>
              <a:rPr sz="2760">
                <a:solidFill>
                  <a:srgbClr val="000000"/>
                </a:solidFill>
                <a:latin typeface="Times New Roman"/>
                <a:cs typeface="Times New Roman"/>
              </a:rPr>
              <a:t> = 0.71 ⇒ </a:t>
            </a:r>
            <a:r>
              <a:rPr sz="2760" i="1">
                <a:solidFill>
                  <a:srgbClr val="000000"/>
                </a:solidFill>
                <a:latin typeface="Times New Roman"/>
                <a:cs typeface="Times New Roman"/>
              </a:rPr>
              <a:t>v</a:t>
            </a:r>
            <a:r>
              <a:rPr sz="1920" i="1" baseline="-25000">
                <a:solidFill>
                  <a:srgbClr val="000000"/>
                </a:solidFill>
                <a:latin typeface="Times New Roman"/>
                <a:cs typeface="Times New Roman"/>
              </a:rPr>
              <a:t>2</a:t>
            </a:r>
            <a:r>
              <a:rPr sz="2760">
                <a:solidFill>
                  <a:srgbClr val="000000"/>
                </a:solidFill>
                <a:latin typeface="Times New Roman"/>
                <a:cs typeface="Times New Roman"/>
              </a:rPr>
              <a:t>.  ❖ Same seed, same </a:t>
            </a:r>
            <a:r>
              <a:rPr sz="2760" i="1">
                <a:solidFill>
                  <a:srgbClr val="000000"/>
                </a:solidFill>
                <a:latin typeface="Times New Roman"/>
                <a:cs typeface="Times New Roman"/>
              </a:rPr>
              <a:t>u</a:t>
            </a:r>
            <a:r>
              <a:rPr sz="2760">
                <a:solidFill>
                  <a:srgbClr val="000000"/>
                </a:solidFill>
                <a:latin typeface="Times New Roman"/>
                <a:cs typeface="Times New Roman"/>
              </a:rPr>
              <a:t>, same token; new seed, new draw, same distribution.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1" y="1"/>
            <a:ext cx="29260726" cy="1435241"/>
          </a:xfrm>
          <a:prstGeom prst="rect">
            <a:avLst/>
          </a:prstGeom>
          <a:solidFill>
            <a:srgbClr val="C8102E"/>
          </a:solidFill>
          <a:ln>
            <a:noFill/>
          </a:ln>
          <a:effectLst/>
        </p:spPr>
        <p:txBody>
          <a:bodyPr rtlCol="0" anchor="ctr"/>
          <a:lstStyle/>
          <a:p>
            <a:endParaRPr sz="4320"/>
          </a:p>
        </p:txBody>
      </p:sp>
      <p:pic>
        <p:nvPicPr>
          <p:cNvPr id="3" name="Picture 2" descr="logo-14.png"/>
          <p:cNvPicPr>
            <a:picLocks noChangeAspect="1"/>
          </p:cNvPicPr>
          <p:nvPr/>
        </p:nvPicPr>
        <p:blipFill>
          <a:blip r:embed="rId3"/>
          <a:stretch>
            <a:fillRect/>
          </a:stretch>
        </p:blipFill>
        <p:spPr>
          <a:xfrm>
            <a:off x="274321" y="1"/>
            <a:ext cx="1707367" cy="1435241"/>
          </a:xfrm>
          <a:prstGeom prst="rect">
            <a:avLst/>
          </a:prstGeom>
        </p:spPr>
      </p:pic>
      <p:sp>
        <p:nvSpPr>
          <p:cNvPr id="4" name="TextBox 3"/>
          <p:cNvSpPr txBox="1"/>
          <p:nvPr/>
        </p:nvSpPr>
        <p:spPr>
          <a:xfrm>
            <a:off x="2150670" y="274423"/>
            <a:ext cx="7549503" cy="886397"/>
          </a:xfrm>
          <a:prstGeom prst="rect">
            <a:avLst/>
          </a:prstGeom>
          <a:noFill/>
        </p:spPr>
        <p:txBody>
          <a:bodyPr wrap="none" lIns="0" tIns="0" rIns="0" bIns="0" anchor="ctr">
            <a:spAutoFit/>
          </a:bodyPr>
          <a:lstStyle/>
          <a:p>
            <a:r>
              <a:rPr sz="5760" b="1">
                <a:solidFill>
                  <a:srgbClr val="FFF9D9"/>
                </a:solidFill>
                <a:latin typeface="Times New Roman"/>
                <a:cs typeface="Times New Roman"/>
              </a:rPr>
              <a:t>Chapter 1: Architecture</a:t>
            </a:r>
          </a:p>
        </p:txBody>
      </p:sp>
      <p:sp>
        <p:nvSpPr>
          <p:cNvPr id="5" name="TextBox 4"/>
          <p:cNvSpPr txBox="1"/>
          <p:nvPr/>
        </p:nvSpPr>
        <p:spPr>
          <a:xfrm>
            <a:off x="28023456" y="348290"/>
            <a:ext cx="615553" cy="738664"/>
          </a:xfrm>
          <a:prstGeom prst="rect">
            <a:avLst/>
          </a:prstGeom>
          <a:noFill/>
        </p:spPr>
        <p:txBody>
          <a:bodyPr wrap="none" lIns="0" tIns="0" rIns="0" bIns="0" anchor="ctr">
            <a:spAutoFit/>
          </a:bodyPr>
          <a:lstStyle/>
          <a:p>
            <a:pPr algn="r"/>
            <a:r>
              <a:rPr sz="4800">
                <a:solidFill>
                  <a:srgbClr val="F6BE00"/>
                </a:solidFill>
                <a:latin typeface="Times New Roman"/>
                <a:cs typeface="Times New Roman"/>
              </a:rPr>
              <a:t>20</a:t>
            </a:r>
          </a:p>
        </p:txBody>
      </p:sp>
      <p:sp>
        <p:nvSpPr>
          <p:cNvPr id="6" name="TextBox 5"/>
          <p:cNvSpPr txBox="1"/>
          <p:nvPr/>
        </p:nvSpPr>
        <p:spPr>
          <a:xfrm>
            <a:off x="1751260" y="2165644"/>
            <a:ext cx="25794857" cy="1477328"/>
          </a:xfrm>
          <a:prstGeom prst="rect">
            <a:avLst/>
          </a:prstGeom>
          <a:noFill/>
        </p:spPr>
        <p:txBody>
          <a:bodyPr wrap="square" lIns="0" tIns="0" rIns="0" bIns="0" anchor="b">
            <a:spAutoFit/>
          </a:bodyPr>
          <a:lstStyle/>
          <a:p>
            <a:r>
              <a:rPr sz="9600">
                <a:solidFill>
                  <a:srgbClr val="000000"/>
                </a:solidFill>
                <a:latin typeface="Times New Roman"/>
                <a:cs typeface="Times New Roman"/>
              </a:rPr>
              <a:t>Neural Network: The Assembled Loop</a:t>
            </a:r>
          </a:p>
        </p:txBody>
      </p:sp>
      <p:sp>
        <p:nvSpPr>
          <p:cNvPr id="7" name="Rectangle 6"/>
          <p:cNvSpPr/>
          <p:nvPr/>
        </p:nvSpPr>
        <p:spPr>
          <a:xfrm>
            <a:off x="1773205" y="4051157"/>
            <a:ext cx="25794857" cy="45720"/>
          </a:xfrm>
          <a:prstGeom prst="rect">
            <a:avLst/>
          </a:prstGeom>
          <a:solidFill>
            <a:srgbClr val="960C22"/>
          </a:solidFill>
          <a:ln>
            <a:noFill/>
          </a:ln>
          <a:effectLst/>
        </p:spPr>
        <p:txBody>
          <a:bodyPr rtlCol="0" anchor="ctr"/>
          <a:lstStyle/>
          <a:p>
            <a:pPr algn="ctr"/>
            <a:endParaRPr sz="4320"/>
          </a:p>
        </p:txBody>
      </p:sp>
      <p:pic>
        <p:nvPicPr>
          <p:cNvPr id="8" name="Picture 7" descr="footer-14.png"/>
          <p:cNvPicPr>
            <a:picLocks noChangeAspect="1"/>
          </p:cNvPicPr>
          <p:nvPr/>
        </p:nvPicPr>
        <p:blipFill>
          <a:blip r:embed="rId4"/>
          <a:stretch>
            <a:fillRect/>
          </a:stretch>
        </p:blipFill>
        <p:spPr>
          <a:xfrm>
            <a:off x="1523024" y="14264640"/>
            <a:ext cx="26516868" cy="2133110"/>
          </a:xfrm>
          <a:prstGeom prst="rect">
            <a:avLst/>
          </a:prstGeom>
        </p:spPr>
      </p:pic>
      <p:sp>
        <p:nvSpPr>
          <p:cNvPr id="9" name="TextBox 8"/>
          <p:cNvSpPr txBox="1"/>
          <p:nvPr/>
        </p:nvSpPr>
        <p:spPr>
          <a:xfrm>
            <a:off x="1773205" y="4367175"/>
            <a:ext cx="25794857" cy="498598"/>
          </a:xfrm>
          <a:prstGeom prst="rect">
            <a:avLst/>
          </a:prstGeom>
          <a:noFill/>
        </p:spPr>
        <p:txBody>
          <a:bodyPr wrap="square" lIns="0" tIns="0" rIns="0" bIns="0" anchor="t">
            <a:spAutoFit/>
          </a:bodyPr>
          <a:lstStyle/>
          <a:p>
            <a:pPr algn="ctr"/>
            <a:r>
              <a:rPr sz="3240" i="1">
                <a:solidFill>
                  <a:srgbClr val="000000"/>
                </a:solidFill>
                <a:latin typeface="Times New Roman"/>
                <a:cs typeface="Times New Roman"/>
              </a:rPr>
              <a:t>Seven steps, six of which you have already seen defined. The seventh is a </a:t>
            </a:r>
            <a:r>
              <a:rPr sz="3240">
                <a:solidFill>
                  <a:srgbClr val="000000"/>
                </a:solidFill>
                <a:latin typeface="Courier New"/>
                <a:cs typeface="Courier New"/>
              </a:rPr>
              <a:t>while</a:t>
            </a:r>
            <a:r>
              <a:rPr sz="3240" i="1">
                <a:solidFill>
                  <a:srgbClr val="000000"/>
                </a:solidFill>
                <a:latin typeface="Times New Roman"/>
                <a:cs typeface="Times New Roman"/>
              </a:rPr>
              <a:t> loop.</a:t>
            </a:r>
          </a:p>
        </p:txBody>
      </p:sp>
      <p:sp>
        <p:nvSpPr>
          <p:cNvPr id="10" name="TextBox 9"/>
          <p:cNvSpPr txBox="1"/>
          <p:nvPr/>
        </p:nvSpPr>
        <p:spPr>
          <a:xfrm>
            <a:off x="1773204" y="5310835"/>
            <a:ext cx="16568928" cy="4758226"/>
          </a:xfrm>
          <a:prstGeom prst="rect">
            <a:avLst/>
          </a:prstGeom>
          <a:noFill/>
        </p:spPr>
        <p:txBody>
          <a:bodyPr wrap="square" lIns="0" tIns="0" rIns="0" bIns="0" anchor="t">
            <a:spAutoFit/>
          </a:bodyPr>
          <a:lstStyle/>
          <a:p>
            <a:pPr marL="562903" indent="-562903">
              <a:spcAft>
                <a:spcPts val="960"/>
              </a:spcAft>
            </a:pPr>
            <a:r>
              <a:rPr sz="3240" dirty="0">
                <a:solidFill>
                  <a:srgbClr val="000000"/>
                </a:solidFill>
                <a:latin typeface="Times New Roman"/>
                <a:cs typeface="Times New Roman"/>
              </a:rPr>
              <a:t>1. </a:t>
            </a:r>
            <a:r>
              <a:rPr sz="3240" b="1" dirty="0">
                <a:solidFill>
                  <a:srgbClr val="000000"/>
                </a:solidFill>
                <a:latin typeface="Times New Roman"/>
                <a:cs typeface="Times New Roman"/>
              </a:rPr>
              <a:t>Tokenize</a:t>
            </a:r>
            <a:r>
              <a:rPr sz="3240" dirty="0">
                <a:solidFill>
                  <a:srgbClr val="000000"/>
                </a:solidFill>
                <a:latin typeface="Times New Roman"/>
                <a:cs typeface="Times New Roman"/>
              </a:rPr>
              <a:t> (slides 8–9 | box: </a:t>
            </a:r>
            <a:r>
              <a:rPr sz="3240" i="1" dirty="0">
                <a:solidFill>
                  <a:srgbClr val="000000"/>
                </a:solidFill>
                <a:latin typeface="Times New Roman"/>
                <a:cs typeface="Times New Roman"/>
              </a:rPr>
              <a:t>Tokenizer</a:t>
            </a:r>
            <a:r>
              <a:rPr sz="3240" dirty="0">
                <a:solidFill>
                  <a:srgbClr val="000000"/>
                </a:solidFill>
                <a:latin typeface="Times New Roman"/>
                <a:cs typeface="Times New Roman"/>
              </a:rPr>
              <a:t>): text → </a:t>
            </a:r>
            <a:r>
              <a:rPr sz="3240" b="1" i="1" dirty="0">
                <a:solidFill>
                  <a:srgbClr val="000000"/>
                </a:solidFill>
                <a:latin typeface="Times New Roman"/>
                <a:cs typeface="Times New Roman"/>
              </a:rPr>
              <a:t>x</a:t>
            </a:r>
            <a:r>
              <a:rPr sz="2256" b="1" i="1" baseline="-25000" dirty="0">
                <a:solidFill>
                  <a:srgbClr val="000000"/>
                </a:solidFill>
                <a:latin typeface="Times New Roman"/>
                <a:cs typeface="Times New Roman"/>
              </a:rPr>
              <a:t>1:k</a:t>
            </a:r>
          </a:p>
          <a:p>
            <a:pPr marL="562903" indent="-562903">
              <a:spcAft>
                <a:spcPts val="960"/>
              </a:spcAft>
            </a:pPr>
            <a:r>
              <a:rPr sz="3240" dirty="0">
                <a:solidFill>
                  <a:srgbClr val="000000"/>
                </a:solidFill>
                <a:latin typeface="Times New Roman"/>
                <a:cs typeface="Times New Roman"/>
              </a:rPr>
              <a:t>2. </a:t>
            </a:r>
            <a:r>
              <a:rPr sz="3240" b="1" dirty="0">
                <a:solidFill>
                  <a:srgbClr val="000000"/>
                </a:solidFill>
                <a:latin typeface="Times New Roman"/>
                <a:cs typeface="Times New Roman"/>
              </a:rPr>
              <a:t>Embed</a:t>
            </a:r>
            <a:r>
              <a:rPr sz="3240" dirty="0">
                <a:solidFill>
                  <a:srgbClr val="000000"/>
                </a:solidFill>
                <a:latin typeface="Times New Roman"/>
                <a:cs typeface="Times New Roman"/>
              </a:rPr>
              <a:t> (slide 16): </a:t>
            </a:r>
            <a:r>
              <a:rPr sz="3240" b="1" i="1" dirty="0">
                <a:solidFill>
                  <a:srgbClr val="000000"/>
                </a:solidFill>
                <a:latin typeface="Times New Roman"/>
                <a:cs typeface="Times New Roman"/>
              </a:rPr>
              <a:t>h</a:t>
            </a:r>
            <a:r>
              <a:rPr sz="2256" b="1" i="1" baseline="-25000" dirty="0">
                <a:solidFill>
                  <a:srgbClr val="000000"/>
                </a:solidFill>
                <a:latin typeface="Times New Roman"/>
                <a:cs typeface="Times New Roman"/>
              </a:rPr>
              <a:t>i</a:t>
            </a:r>
            <a:r>
              <a:rPr sz="2256" b="1" i="1" baseline="30000" dirty="0">
                <a:solidFill>
                  <a:srgbClr val="000000"/>
                </a:solidFill>
                <a:latin typeface="Times New Roman"/>
                <a:cs typeface="Times New Roman"/>
              </a:rPr>
              <a:t>(0)</a:t>
            </a:r>
            <a:r>
              <a:rPr sz="3240" dirty="0">
                <a:solidFill>
                  <a:srgbClr val="000000"/>
                </a:solidFill>
                <a:latin typeface="Times New Roman"/>
                <a:cs typeface="Times New Roman"/>
              </a:rPr>
              <a:t> = </a:t>
            </a:r>
            <a:r>
              <a:rPr sz="3240" b="1" i="1" dirty="0" err="1">
                <a:solidFill>
                  <a:srgbClr val="000000"/>
                </a:solidFill>
                <a:latin typeface="Times New Roman"/>
                <a:cs typeface="Times New Roman"/>
              </a:rPr>
              <a:t>e</a:t>
            </a:r>
            <a:r>
              <a:rPr sz="2256" b="1" i="1" baseline="-25000" dirty="0" err="1">
                <a:solidFill>
                  <a:srgbClr val="000000"/>
                </a:solidFill>
                <a:latin typeface="Times New Roman"/>
                <a:cs typeface="Times New Roman"/>
              </a:rPr>
              <a:t>xi</a:t>
            </a:r>
            <a:r>
              <a:rPr sz="3240" dirty="0">
                <a:solidFill>
                  <a:srgbClr val="000000"/>
                </a:solidFill>
                <a:latin typeface="Times New Roman"/>
                <a:cs typeface="Times New Roman"/>
              </a:rPr>
              <a:t> + </a:t>
            </a:r>
            <a:r>
              <a:rPr sz="3240" b="1" i="1" dirty="0">
                <a:solidFill>
                  <a:srgbClr val="000000"/>
                </a:solidFill>
                <a:latin typeface="Times New Roman"/>
                <a:cs typeface="Times New Roman"/>
              </a:rPr>
              <a:t>p</a:t>
            </a:r>
            <a:r>
              <a:rPr sz="2256" b="1" i="1" baseline="-25000" dirty="0">
                <a:solidFill>
                  <a:srgbClr val="000000"/>
                </a:solidFill>
                <a:latin typeface="Times New Roman"/>
                <a:cs typeface="Times New Roman"/>
              </a:rPr>
              <a:t>i</a:t>
            </a:r>
          </a:p>
          <a:p>
            <a:pPr marL="562903" indent="-562903">
              <a:spcAft>
                <a:spcPts val="960"/>
              </a:spcAft>
            </a:pPr>
            <a:r>
              <a:rPr sz="3240" dirty="0">
                <a:solidFill>
                  <a:srgbClr val="000000"/>
                </a:solidFill>
                <a:latin typeface="Times New Roman"/>
                <a:cs typeface="Times New Roman"/>
              </a:rPr>
              <a:t>3. </a:t>
            </a:r>
            <a:r>
              <a:rPr sz="3240" b="1" dirty="0">
                <a:solidFill>
                  <a:srgbClr val="000000"/>
                </a:solidFill>
                <a:latin typeface="Times New Roman"/>
                <a:cs typeface="Times New Roman"/>
              </a:rPr>
              <a:t>N decoder blocks</a:t>
            </a:r>
            <a:r>
              <a:rPr sz="3240" dirty="0">
                <a:solidFill>
                  <a:srgbClr val="000000"/>
                </a:solidFill>
                <a:latin typeface="Times New Roman"/>
                <a:cs typeface="Times New Roman"/>
              </a:rPr>
              <a:t> (slide 17 | box: </a:t>
            </a:r>
            <a:r>
              <a:rPr sz="3240" i="1" dirty="0">
                <a:solidFill>
                  <a:srgbClr val="000000"/>
                </a:solidFill>
                <a:latin typeface="Times New Roman"/>
                <a:cs typeface="Times New Roman"/>
              </a:rPr>
              <a:t>T-Decoder</a:t>
            </a:r>
            <a:r>
              <a:rPr sz="3240" dirty="0">
                <a:solidFill>
                  <a:srgbClr val="000000"/>
                </a:solidFill>
                <a:latin typeface="Times New Roman"/>
                <a:cs typeface="Times New Roman"/>
              </a:rPr>
              <a:t>): → </a:t>
            </a:r>
            <a:r>
              <a:rPr sz="3240" b="1" i="1" dirty="0" err="1">
                <a:solidFill>
                  <a:srgbClr val="000000"/>
                </a:solidFill>
                <a:latin typeface="Times New Roman"/>
                <a:cs typeface="Times New Roman"/>
              </a:rPr>
              <a:t>h</a:t>
            </a:r>
            <a:r>
              <a:rPr sz="2256" b="1" i="1" baseline="-25000" dirty="0" err="1">
                <a:solidFill>
                  <a:srgbClr val="000000"/>
                </a:solidFill>
                <a:latin typeface="Times New Roman"/>
                <a:cs typeface="Times New Roman"/>
              </a:rPr>
              <a:t>k</a:t>
            </a:r>
            <a:r>
              <a:rPr sz="2256" b="1" i="1" baseline="30000" dirty="0">
                <a:solidFill>
                  <a:srgbClr val="000000"/>
                </a:solidFill>
                <a:latin typeface="Times New Roman"/>
                <a:cs typeface="Times New Roman"/>
              </a:rPr>
              <a:t>(N)</a:t>
            </a:r>
          </a:p>
          <a:p>
            <a:pPr marL="562903" indent="-562903">
              <a:spcAft>
                <a:spcPts val="960"/>
              </a:spcAft>
            </a:pPr>
            <a:r>
              <a:rPr sz="3240" dirty="0">
                <a:solidFill>
                  <a:srgbClr val="000000"/>
                </a:solidFill>
                <a:latin typeface="Times New Roman"/>
                <a:cs typeface="Times New Roman"/>
              </a:rPr>
              <a:t>4. </a:t>
            </a:r>
            <a:r>
              <a:rPr sz="3240" b="1" dirty="0">
                <a:solidFill>
                  <a:srgbClr val="000000"/>
                </a:solidFill>
                <a:latin typeface="Times New Roman"/>
                <a:cs typeface="Times New Roman"/>
              </a:rPr>
              <a:t>Logits</a:t>
            </a:r>
            <a:r>
              <a:rPr sz="3240" dirty="0">
                <a:solidFill>
                  <a:srgbClr val="000000"/>
                </a:solidFill>
                <a:latin typeface="Times New Roman"/>
                <a:cs typeface="Times New Roman"/>
              </a:rPr>
              <a:t> (slide 18): </a:t>
            </a:r>
            <a:r>
              <a:rPr sz="3240" b="1" i="1" dirty="0">
                <a:solidFill>
                  <a:srgbClr val="000000"/>
                </a:solidFill>
                <a:latin typeface="Times New Roman"/>
                <a:cs typeface="Times New Roman"/>
              </a:rPr>
              <a:t>z</a:t>
            </a:r>
            <a:r>
              <a:rPr sz="3240" dirty="0">
                <a:solidFill>
                  <a:srgbClr val="000000"/>
                </a:solidFill>
                <a:latin typeface="Times New Roman"/>
                <a:cs typeface="Times New Roman"/>
              </a:rPr>
              <a:t> = </a:t>
            </a:r>
            <a:r>
              <a:rPr sz="3240" i="1" dirty="0">
                <a:solidFill>
                  <a:srgbClr val="000000"/>
                </a:solidFill>
                <a:latin typeface="Times New Roman"/>
                <a:cs typeface="Times New Roman"/>
              </a:rPr>
              <a:t>W</a:t>
            </a:r>
            <a:r>
              <a:rPr sz="2256" i="1" baseline="-25000" dirty="0">
                <a:solidFill>
                  <a:srgbClr val="000000"/>
                </a:solidFill>
                <a:latin typeface="Times New Roman"/>
                <a:cs typeface="Times New Roman"/>
              </a:rPr>
              <a:t>U</a:t>
            </a:r>
            <a:r>
              <a:rPr sz="3240" dirty="0">
                <a:solidFill>
                  <a:srgbClr val="000000"/>
                </a:solidFill>
                <a:latin typeface="Times New Roman"/>
                <a:cs typeface="Times New Roman"/>
              </a:rPr>
              <a:t> </a:t>
            </a:r>
            <a:r>
              <a:rPr sz="3240" b="1" i="1" dirty="0" err="1">
                <a:solidFill>
                  <a:srgbClr val="000000"/>
                </a:solidFill>
                <a:latin typeface="Times New Roman"/>
                <a:cs typeface="Times New Roman"/>
              </a:rPr>
              <a:t>h</a:t>
            </a:r>
            <a:r>
              <a:rPr sz="2256" b="1" i="1" baseline="-25000" dirty="0" err="1">
                <a:solidFill>
                  <a:srgbClr val="000000"/>
                </a:solidFill>
                <a:latin typeface="Times New Roman"/>
                <a:cs typeface="Times New Roman"/>
              </a:rPr>
              <a:t>k</a:t>
            </a:r>
            <a:r>
              <a:rPr sz="2256" b="1" i="1" baseline="30000" dirty="0">
                <a:solidFill>
                  <a:srgbClr val="000000"/>
                </a:solidFill>
                <a:latin typeface="Times New Roman"/>
                <a:cs typeface="Times New Roman"/>
              </a:rPr>
              <a:t>(N)</a:t>
            </a:r>
            <a:r>
              <a:rPr sz="3240" dirty="0">
                <a:solidFill>
                  <a:srgbClr val="000000"/>
                </a:solidFill>
                <a:latin typeface="Times New Roman"/>
                <a:cs typeface="Times New Roman"/>
              </a:rPr>
              <a:t> + </a:t>
            </a:r>
            <a:r>
              <a:rPr sz="3240" b="1" i="1" dirty="0" err="1">
                <a:solidFill>
                  <a:srgbClr val="000000"/>
                </a:solidFill>
                <a:latin typeface="Times New Roman"/>
                <a:cs typeface="Times New Roman"/>
              </a:rPr>
              <a:t>b</a:t>
            </a:r>
            <a:r>
              <a:rPr sz="2256" b="1" i="1" baseline="-25000" dirty="0" err="1">
                <a:solidFill>
                  <a:srgbClr val="000000"/>
                </a:solidFill>
                <a:latin typeface="Times New Roman"/>
                <a:cs typeface="Times New Roman"/>
              </a:rPr>
              <a:t>U</a:t>
            </a:r>
            <a:endParaRPr sz="2256" b="1" i="1" baseline="-25000" dirty="0">
              <a:solidFill>
                <a:srgbClr val="000000"/>
              </a:solidFill>
              <a:latin typeface="Times New Roman"/>
              <a:cs typeface="Times New Roman"/>
            </a:endParaRPr>
          </a:p>
          <a:p>
            <a:pPr marL="562903" indent="-562903">
              <a:spcAft>
                <a:spcPts val="960"/>
              </a:spcAft>
            </a:pPr>
            <a:r>
              <a:rPr sz="3240" dirty="0">
                <a:solidFill>
                  <a:srgbClr val="000000"/>
                </a:solidFill>
                <a:latin typeface="Times New Roman"/>
                <a:cs typeface="Times New Roman"/>
              </a:rPr>
              <a:t>5. </a:t>
            </a:r>
            <a:r>
              <a:rPr sz="3240" b="1" dirty="0">
                <a:solidFill>
                  <a:srgbClr val="000000"/>
                </a:solidFill>
                <a:latin typeface="Times New Roman"/>
                <a:cs typeface="Times New Roman"/>
              </a:rPr>
              <a:t>Distribution</a:t>
            </a:r>
            <a:r>
              <a:rPr sz="3240" dirty="0">
                <a:solidFill>
                  <a:srgbClr val="000000"/>
                </a:solidFill>
                <a:latin typeface="Times New Roman"/>
                <a:cs typeface="Times New Roman"/>
              </a:rPr>
              <a:t> (slide 18): </a:t>
            </a:r>
            <a:r>
              <a:rPr sz="3240" i="1" dirty="0">
                <a:solidFill>
                  <a:srgbClr val="000000"/>
                </a:solidFill>
                <a:latin typeface="Times New Roman"/>
                <a:cs typeface="Times New Roman"/>
              </a:rPr>
              <a:t>P</a:t>
            </a:r>
            <a:r>
              <a:rPr sz="2256" i="1" baseline="-25000" dirty="0">
                <a:solidFill>
                  <a:srgbClr val="000000"/>
                </a:solidFill>
                <a:latin typeface="Times New Roman"/>
                <a:cs typeface="Times New Roman"/>
              </a:rPr>
              <a:t>T</a:t>
            </a:r>
            <a:r>
              <a:rPr sz="3240" dirty="0">
                <a:solidFill>
                  <a:srgbClr val="000000"/>
                </a:solidFill>
                <a:latin typeface="Times New Roman"/>
                <a:cs typeface="Times New Roman"/>
              </a:rPr>
              <a:t> = </a:t>
            </a:r>
            <a:r>
              <a:rPr sz="3240" dirty="0" err="1">
                <a:solidFill>
                  <a:srgbClr val="000000"/>
                </a:solidFill>
                <a:latin typeface="Times New Roman"/>
                <a:cs typeface="Times New Roman"/>
              </a:rPr>
              <a:t>softmax</a:t>
            </a:r>
            <a:r>
              <a:rPr sz="3240" dirty="0">
                <a:solidFill>
                  <a:srgbClr val="000000"/>
                </a:solidFill>
                <a:latin typeface="Times New Roman"/>
                <a:cs typeface="Times New Roman"/>
              </a:rPr>
              <a:t>(</a:t>
            </a:r>
            <a:r>
              <a:rPr sz="3240" b="1" i="1" dirty="0">
                <a:solidFill>
                  <a:srgbClr val="000000"/>
                </a:solidFill>
                <a:latin typeface="Times New Roman"/>
                <a:cs typeface="Times New Roman"/>
              </a:rPr>
              <a:t>z</a:t>
            </a:r>
            <a:r>
              <a:rPr sz="3240" dirty="0">
                <a:solidFill>
                  <a:srgbClr val="000000"/>
                </a:solidFill>
                <a:latin typeface="Times New Roman"/>
                <a:cs typeface="Times New Roman"/>
              </a:rPr>
              <a:t>/</a:t>
            </a:r>
            <a:r>
              <a:rPr sz="3240" i="1" dirty="0">
                <a:solidFill>
                  <a:srgbClr val="000000"/>
                </a:solidFill>
                <a:latin typeface="Times New Roman"/>
                <a:cs typeface="Times New Roman"/>
              </a:rPr>
              <a:t>T</a:t>
            </a:r>
            <a:r>
              <a:rPr sz="3240" dirty="0">
                <a:solidFill>
                  <a:srgbClr val="000000"/>
                </a:solidFill>
                <a:latin typeface="Times New Roman"/>
                <a:cs typeface="Times New Roman"/>
              </a:rPr>
              <a:t>)</a:t>
            </a:r>
          </a:p>
          <a:p>
            <a:pPr marL="562903" indent="-562903">
              <a:spcAft>
                <a:spcPts val="960"/>
              </a:spcAft>
            </a:pPr>
            <a:r>
              <a:rPr sz="3240" dirty="0">
                <a:solidFill>
                  <a:srgbClr val="000000"/>
                </a:solidFill>
                <a:latin typeface="Times New Roman"/>
                <a:cs typeface="Times New Roman"/>
              </a:rPr>
              <a:t>6. </a:t>
            </a:r>
            <a:r>
              <a:rPr sz="3240" b="1" dirty="0">
                <a:solidFill>
                  <a:srgbClr val="000000"/>
                </a:solidFill>
                <a:latin typeface="Times New Roman"/>
                <a:cs typeface="Times New Roman"/>
              </a:rPr>
              <a:t>Sample</a:t>
            </a:r>
            <a:r>
              <a:rPr sz="3240" dirty="0">
                <a:solidFill>
                  <a:srgbClr val="000000"/>
                </a:solidFill>
                <a:latin typeface="Times New Roman"/>
                <a:cs typeface="Times New Roman"/>
              </a:rPr>
              <a:t> (slide 19 | box: </a:t>
            </a:r>
            <a:r>
              <a:rPr sz="3240" i="1" dirty="0">
                <a:solidFill>
                  <a:srgbClr val="000000"/>
                </a:solidFill>
                <a:latin typeface="Times New Roman"/>
                <a:cs typeface="Times New Roman"/>
              </a:rPr>
              <a:t>Action Sampling</a:t>
            </a:r>
            <a:r>
              <a:rPr sz="3240" dirty="0">
                <a:solidFill>
                  <a:srgbClr val="000000"/>
                </a:solidFill>
                <a:latin typeface="Times New Roman"/>
                <a:cs typeface="Times New Roman"/>
              </a:rPr>
              <a:t>): </a:t>
            </a:r>
            <a:r>
              <a:rPr sz="3240" b="1" i="1" dirty="0">
                <a:solidFill>
                  <a:srgbClr val="000000"/>
                </a:solidFill>
                <a:latin typeface="Times New Roman"/>
                <a:cs typeface="Times New Roman"/>
              </a:rPr>
              <a:t>x</a:t>
            </a:r>
            <a:r>
              <a:rPr sz="2256" b="1" i="1" baseline="-25000" dirty="0">
                <a:solidFill>
                  <a:srgbClr val="000000"/>
                </a:solidFill>
                <a:latin typeface="Times New Roman"/>
                <a:cs typeface="Times New Roman"/>
              </a:rPr>
              <a:t>k+1</a:t>
            </a:r>
            <a:r>
              <a:rPr sz="3240" dirty="0">
                <a:solidFill>
                  <a:srgbClr val="000000"/>
                </a:solidFill>
                <a:latin typeface="Times New Roman"/>
                <a:cs typeface="Times New Roman"/>
              </a:rPr>
              <a:t> ∼ Categorical(</a:t>
            </a:r>
            <a:r>
              <a:rPr sz="3240" i="1" dirty="0">
                <a:solidFill>
                  <a:srgbClr val="000000"/>
                </a:solidFill>
                <a:latin typeface="Times New Roman"/>
                <a:cs typeface="Times New Roman"/>
              </a:rPr>
              <a:t>P</a:t>
            </a:r>
            <a:r>
              <a:rPr sz="2256" i="1" baseline="-25000" dirty="0">
                <a:solidFill>
                  <a:srgbClr val="000000"/>
                </a:solidFill>
                <a:latin typeface="Times New Roman"/>
                <a:cs typeface="Times New Roman"/>
              </a:rPr>
              <a:t>T</a:t>
            </a:r>
            <a:r>
              <a:rPr sz="3240" dirty="0">
                <a:solidFill>
                  <a:srgbClr val="000000"/>
                </a:solidFill>
                <a:latin typeface="Times New Roman"/>
                <a:cs typeface="Times New Roman"/>
              </a:rPr>
              <a:t>)</a:t>
            </a:r>
          </a:p>
          <a:p>
            <a:pPr marL="562903" indent="-562903">
              <a:spcAft>
                <a:spcPts val="960"/>
              </a:spcAft>
            </a:pPr>
            <a:r>
              <a:rPr sz="3240" dirty="0">
                <a:solidFill>
                  <a:srgbClr val="000000"/>
                </a:solidFill>
                <a:latin typeface="Times New Roman"/>
                <a:cs typeface="Times New Roman"/>
              </a:rPr>
              <a:t>7. </a:t>
            </a:r>
            <a:r>
              <a:rPr sz="3240" b="1" dirty="0">
                <a:solidFill>
                  <a:srgbClr val="000000"/>
                </a:solidFill>
                <a:latin typeface="Times New Roman"/>
                <a:cs typeface="Times New Roman"/>
              </a:rPr>
              <a:t>Append and repeat</a:t>
            </a:r>
            <a:r>
              <a:rPr sz="3240" dirty="0">
                <a:solidFill>
                  <a:srgbClr val="000000"/>
                </a:solidFill>
                <a:latin typeface="Times New Roman"/>
                <a:cs typeface="Times New Roman"/>
              </a:rPr>
              <a:t> (box: </a:t>
            </a:r>
            <a:r>
              <a:rPr sz="3240" i="1" dirty="0">
                <a:solidFill>
                  <a:srgbClr val="000000"/>
                </a:solidFill>
                <a:latin typeface="Times New Roman"/>
                <a:cs typeface="Times New Roman"/>
              </a:rPr>
              <a:t>Agent Harness / decoding loop</a:t>
            </a:r>
            <a:r>
              <a:rPr sz="3240" dirty="0">
                <a:solidFill>
                  <a:srgbClr val="000000"/>
                </a:solidFill>
                <a:latin typeface="Times New Roman"/>
                <a:cs typeface="Times New Roman"/>
              </a:rPr>
              <a:t>): </a:t>
            </a:r>
            <a:r>
              <a:rPr sz="3240" i="1" dirty="0">
                <a:solidFill>
                  <a:srgbClr val="000000"/>
                </a:solidFill>
                <a:latin typeface="Times New Roman"/>
                <a:cs typeface="Times New Roman"/>
              </a:rPr>
              <a:t>k</a:t>
            </a:r>
            <a:r>
              <a:rPr sz="3240" dirty="0">
                <a:solidFill>
                  <a:srgbClr val="000000"/>
                </a:solidFill>
                <a:latin typeface="Times New Roman"/>
                <a:cs typeface="Times New Roman"/>
              </a:rPr>
              <a:t> ← </a:t>
            </a:r>
            <a:r>
              <a:rPr sz="3240" i="1" dirty="0">
                <a:solidFill>
                  <a:srgbClr val="000000"/>
                </a:solidFill>
                <a:latin typeface="Times New Roman"/>
                <a:cs typeface="Times New Roman"/>
              </a:rPr>
              <a:t>k</a:t>
            </a:r>
            <a:r>
              <a:rPr sz="3240" dirty="0">
                <a:solidFill>
                  <a:srgbClr val="000000"/>
                </a:solidFill>
                <a:latin typeface="Times New Roman"/>
                <a:cs typeface="Times New Roman"/>
              </a:rPr>
              <a:t>+1, go to 2 — until the sampled token is </a:t>
            </a:r>
            <a:r>
              <a:rPr sz="3240" b="1" dirty="0">
                <a:solidFill>
                  <a:srgbClr val="000000"/>
                </a:solidFill>
                <a:latin typeface="Courier New"/>
                <a:cs typeface="Courier New"/>
              </a:rPr>
              <a:t>&lt;</a:t>
            </a:r>
            <a:r>
              <a:rPr sz="3240" b="1" dirty="0" err="1">
                <a:solidFill>
                  <a:srgbClr val="000000"/>
                </a:solidFill>
                <a:latin typeface="Courier New"/>
                <a:cs typeface="Courier New"/>
              </a:rPr>
              <a:t>eos</a:t>
            </a:r>
            <a:r>
              <a:rPr sz="3240" b="1" dirty="0">
                <a:solidFill>
                  <a:srgbClr val="000000"/>
                </a:solidFill>
                <a:latin typeface="Courier New"/>
                <a:cs typeface="Courier New"/>
              </a:rPr>
              <a:t>&gt;</a:t>
            </a:r>
            <a:r>
              <a:rPr sz="2206" b="1" baseline="30000" dirty="0">
                <a:solidFill>
                  <a:srgbClr val="000000"/>
                </a:solidFill>
                <a:latin typeface="Times New Roman"/>
                <a:cs typeface="Times New Roman"/>
              </a:rPr>
              <a:t>(End-of-Sequence)</a:t>
            </a:r>
            <a:r>
              <a:rPr sz="3240" dirty="0">
                <a:solidFill>
                  <a:srgbClr val="000000"/>
                </a:solidFill>
                <a:latin typeface="Times New Roman"/>
                <a:cs typeface="Times New Roman"/>
              </a:rPr>
              <a:t> or a length limit trips.</a:t>
            </a:r>
          </a:p>
        </p:txBody>
      </p:sp>
      <p:sp>
        <p:nvSpPr>
          <p:cNvPr id="11" name="Rectangle 10"/>
          <p:cNvSpPr/>
          <p:nvPr/>
        </p:nvSpPr>
        <p:spPr>
          <a:xfrm>
            <a:off x="19000501" y="5310835"/>
            <a:ext cx="8567561" cy="5047488"/>
          </a:xfrm>
          <a:prstGeom prst="rect">
            <a:avLst/>
          </a:prstGeom>
          <a:solidFill>
            <a:srgbClr val="F2F2F2"/>
          </a:solidFill>
          <a:ln w="9525">
            <a:solidFill>
              <a:srgbClr val="B8B8B8"/>
            </a:solidFill>
          </a:ln>
          <a:effectLst/>
        </p:spPr>
        <p:txBody>
          <a:bodyPr wrap="square" lIns="175565" tIns="87782" rIns="175565" bIns="87782" rtlCol="0" anchor="ctr"/>
          <a:lstStyle/>
          <a:p>
            <a:pPr algn="ctr"/>
            <a:r>
              <a:rPr sz="2160" i="1">
                <a:solidFill>
                  <a:srgbClr val="606060"/>
                </a:solidFill>
                <a:latin typeface="Times New Roman"/>
                <a:cs typeface="Times New Roman"/>
              </a:rPr>
              <a:t>[numbered 7-step pipeline diagram: Tokenize → Embed → N decoder blocks → Logits → Distribution → Sample → Append and repeat; each stage labelled with its slide of origin and the matching slide-12/13 box name, with the feedback arrow from step 7 back to step 2]</a:t>
            </a:r>
          </a:p>
        </p:txBody>
      </p:sp>
      <p:sp>
        <p:nvSpPr>
          <p:cNvPr id="12" name="TextBox 11"/>
          <p:cNvSpPr txBox="1"/>
          <p:nvPr/>
        </p:nvSpPr>
        <p:spPr>
          <a:xfrm>
            <a:off x="1773205" y="10665560"/>
            <a:ext cx="25794857" cy="3400803"/>
          </a:xfrm>
          <a:prstGeom prst="rect">
            <a:avLst/>
          </a:prstGeom>
          <a:noFill/>
        </p:spPr>
        <p:txBody>
          <a:bodyPr wrap="square" lIns="0" tIns="0" rIns="0" bIns="0" anchor="t">
            <a:spAutoFit/>
          </a:bodyPr>
          <a:lstStyle/>
          <a:p>
            <a:pPr marL="531631" indent="-531631">
              <a:spcAft>
                <a:spcPts val="960"/>
              </a:spcAft>
            </a:pPr>
            <a:r>
              <a:rPr sz="3072">
                <a:solidFill>
                  <a:srgbClr val="000000"/>
                </a:solidFill>
                <a:latin typeface="Times New Roman"/>
                <a:cs typeface="Times New Roman"/>
              </a:rPr>
              <a:t>❑ </a:t>
            </a:r>
            <a:r>
              <a:rPr sz="3072" b="1">
                <a:solidFill>
                  <a:srgbClr val="000000"/>
                </a:solidFill>
                <a:latin typeface="Courier New"/>
                <a:cs typeface="Courier New"/>
              </a:rPr>
              <a:t>&lt;eos&gt;</a:t>
            </a:r>
            <a:r>
              <a:rPr sz="3072">
                <a:solidFill>
                  <a:srgbClr val="000000"/>
                </a:solidFill>
                <a:latin typeface="Times New Roman"/>
                <a:cs typeface="Times New Roman"/>
              </a:rPr>
              <a:t> is an ordinary vocabulary token the model learned to emit. The </a:t>
            </a:r>
            <a:r>
              <a:rPr sz="3072" i="1">
                <a:solidFill>
                  <a:srgbClr val="000000"/>
                </a:solidFill>
                <a:latin typeface="Times New Roman"/>
                <a:cs typeface="Times New Roman"/>
              </a:rPr>
              <a:t>loop</a:t>
            </a:r>
            <a:r>
              <a:rPr sz="3072">
                <a:solidFill>
                  <a:srgbClr val="000000"/>
                </a:solidFill>
                <a:latin typeface="Times New Roman"/>
                <a:cs typeface="Times New Roman"/>
              </a:rPr>
              <a:t> reads it and halts; the network only ever outputs a distribution.</a:t>
            </a:r>
          </a:p>
          <a:p>
            <a:pPr marL="531631" indent="-531631">
              <a:spcAft>
                <a:spcPts val="960"/>
              </a:spcAft>
            </a:pPr>
            <a:r>
              <a:rPr sz="3072">
                <a:solidFill>
                  <a:srgbClr val="000000"/>
                </a:solidFill>
                <a:latin typeface="Times New Roman"/>
                <a:cs typeface="Times New Roman"/>
              </a:rPr>
              <a:t>❖ The stopping rule, the token budget (slide 12: </a:t>
            </a:r>
            <a:r>
              <a:rPr sz="3072" i="1">
                <a:solidFill>
                  <a:srgbClr val="000000"/>
                </a:solidFill>
                <a:latin typeface="Times New Roman"/>
                <a:cs typeface="Times New Roman"/>
              </a:rPr>
              <a:t>Token Balance</a:t>
            </a:r>
            <a:r>
              <a:rPr sz="3072">
                <a:solidFill>
                  <a:srgbClr val="000000"/>
                </a:solidFill>
                <a:latin typeface="Times New Roman"/>
                <a:cs typeface="Times New Roman"/>
              </a:rPr>
              <a:t>), and retries are harness code. What the network contributes is steps 2–5; everything else on slides 12–13 is software arranged around those four steps.</a:t>
            </a:r>
          </a:p>
          <a:p>
            <a:pPr marL="531631" indent="-531631">
              <a:spcAft>
                <a:spcPts val="960"/>
              </a:spcAft>
            </a:pPr>
            <a:r>
              <a:rPr sz="3072">
                <a:solidFill>
                  <a:srgbClr val="000000"/>
                </a:solidFill>
                <a:latin typeface="Times New Roman"/>
                <a:cs typeface="Times New Roman"/>
              </a:rPr>
              <a:t>❖ Steps 1–7 are </a:t>
            </a:r>
            <a:r>
              <a:rPr sz="3072" b="1">
                <a:solidFill>
                  <a:srgbClr val="000000"/>
                </a:solidFill>
                <a:latin typeface="Times New Roman"/>
                <a:cs typeface="Times New Roman"/>
              </a:rPr>
              <a:t>Inference</a:t>
            </a:r>
            <a:r>
              <a:rPr sz="3072">
                <a:solidFill>
                  <a:srgbClr val="000000"/>
                </a:solidFill>
                <a:latin typeface="Times New Roman"/>
                <a:cs typeface="Times New Roman"/>
              </a:rPr>
              <a:t> exactly as defined on slide 5. One pass of steps 2–6 gives </a:t>
            </a:r>
            <a:r>
              <a:rPr sz="3072" i="1">
                <a:solidFill>
                  <a:srgbClr val="000000"/>
                </a:solidFill>
                <a:latin typeface="Times New Roman"/>
                <a:cs typeface="Times New Roman"/>
              </a:rPr>
              <a:t>P</a:t>
            </a:r>
            <a:r>
              <a:rPr sz="3072">
                <a:solidFill>
                  <a:srgbClr val="000000"/>
                </a:solidFill>
                <a:latin typeface="Times New Roman"/>
                <a:cs typeface="Times New Roman"/>
              </a:rPr>
              <a:t>(</a:t>
            </a:r>
            <a:r>
              <a:rPr sz="3072" b="1" i="1">
                <a:solidFill>
                  <a:srgbClr val="000000"/>
                </a:solidFill>
                <a:latin typeface="Times New Roman"/>
                <a:cs typeface="Times New Roman"/>
              </a:rPr>
              <a:t>x</a:t>
            </a:r>
            <a:r>
              <a:rPr sz="2136" b="1" i="1" baseline="-25000">
                <a:solidFill>
                  <a:srgbClr val="000000"/>
                </a:solidFill>
                <a:latin typeface="Times New Roman"/>
                <a:cs typeface="Times New Roman"/>
              </a:rPr>
              <a:t>k+1</a:t>
            </a:r>
            <a:r>
              <a:rPr sz="3072">
                <a:solidFill>
                  <a:srgbClr val="000000"/>
                </a:solidFill>
                <a:latin typeface="Times New Roman"/>
                <a:cs typeface="Times New Roman"/>
              </a:rPr>
              <a:t> | </a:t>
            </a:r>
            <a:r>
              <a:rPr sz="3072" b="1" i="1">
                <a:solidFill>
                  <a:srgbClr val="000000"/>
                </a:solidFill>
                <a:latin typeface="Times New Roman"/>
                <a:cs typeface="Times New Roman"/>
              </a:rPr>
              <a:t>x</a:t>
            </a:r>
            <a:r>
              <a:rPr sz="2136" b="1" i="1" baseline="-25000">
                <a:solidFill>
                  <a:srgbClr val="000000"/>
                </a:solidFill>
                <a:latin typeface="Times New Roman"/>
                <a:cs typeface="Times New Roman"/>
              </a:rPr>
              <a:t>1:k</a:t>
            </a:r>
            <a:r>
              <a:rPr sz="3072">
                <a:solidFill>
                  <a:srgbClr val="000000"/>
                </a:solidFill>
                <a:latin typeface="Times New Roman"/>
                <a:cs typeface="Times New Roman"/>
              </a:rPr>
              <a:t>); step 7's loop is what turns that into slide 5's </a:t>
            </a:r>
            <a:r>
              <a:rPr sz="3072" i="1">
                <a:solidFill>
                  <a:srgbClr val="000000"/>
                </a:solidFill>
                <a:latin typeface="Times New Roman"/>
                <a:cs typeface="Times New Roman"/>
              </a:rPr>
              <a:t>P</a:t>
            </a:r>
            <a:r>
              <a:rPr sz="3072">
                <a:solidFill>
                  <a:srgbClr val="000000"/>
                </a:solidFill>
                <a:latin typeface="Times New Roman"/>
                <a:cs typeface="Times New Roman"/>
              </a:rPr>
              <a:t>(</a:t>
            </a:r>
            <a:r>
              <a:rPr sz="3072" b="1" i="1">
                <a:solidFill>
                  <a:srgbClr val="000000"/>
                </a:solidFill>
                <a:latin typeface="Times New Roman"/>
                <a:cs typeface="Times New Roman"/>
              </a:rPr>
              <a:t>x</a:t>
            </a:r>
            <a:r>
              <a:rPr sz="2136" b="1" i="1" baseline="-25000">
                <a:solidFill>
                  <a:srgbClr val="000000"/>
                </a:solidFill>
                <a:latin typeface="Times New Roman"/>
                <a:cs typeface="Times New Roman"/>
              </a:rPr>
              <a:t>k+1:j</a:t>
            </a:r>
            <a:r>
              <a:rPr sz="3072">
                <a:solidFill>
                  <a:srgbClr val="000000"/>
                </a:solidFill>
                <a:latin typeface="Times New Roman"/>
                <a:cs typeface="Times New Roman"/>
              </a:rPr>
              <a:t> | </a:t>
            </a:r>
            <a:r>
              <a:rPr sz="3072" b="1" i="1">
                <a:solidFill>
                  <a:srgbClr val="000000"/>
                </a:solidFill>
                <a:latin typeface="Times New Roman"/>
                <a:cs typeface="Times New Roman"/>
              </a:rPr>
              <a:t>x</a:t>
            </a:r>
            <a:r>
              <a:rPr sz="2136" b="1" i="1" baseline="-25000">
                <a:solidFill>
                  <a:srgbClr val="000000"/>
                </a:solidFill>
                <a:latin typeface="Times New Roman"/>
                <a:cs typeface="Times New Roman"/>
              </a:rPr>
              <a:t>1:k</a:t>
            </a:r>
            <a:r>
              <a:rPr sz="3072">
                <a:solidFill>
                  <a:srgbClr val="000000"/>
                </a:solidFill>
                <a:latin typeface="Times New Roman"/>
                <a:cs typeface="Times New Roman"/>
              </a:rPr>
              <a:t>).</a:t>
            </a:r>
          </a:p>
          <a:p>
            <a:pPr algn="ctr">
              <a:spcBef>
                <a:spcPts val="1440"/>
              </a:spcBef>
              <a:spcAft>
                <a:spcPts val="960"/>
              </a:spcAft>
            </a:pPr>
            <a:r>
              <a:rPr sz="3072">
                <a:solidFill>
                  <a:srgbClr val="000000"/>
                </a:solidFill>
                <a:latin typeface="Times New Roman"/>
                <a:cs typeface="Times New Roman"/>
              </a:rPr>
              <a:t>Every step above used weights already set. </a:t>
            </a:r>
            <a:r>
              <a:rPr sz="3072" b="1">
                <a:solidFill>
                  <a:srgbClr val="000000"/>
                </a:solidFill>
                <a:latin typeface="Times New Roman"/>
                <a:cs typeface="Times New Roman"/>
              </a:rPr>
              <a:t>Case Study 1</a:t>
            </a:r>
            <a:r>
              <a:rPr sz="3072">
                <a:solidFill>
                  <a:srgbClr val="000000"/>
                </a:solidFill>
                <a:latin typeface="Times New Roman"/>
                <a:cs typeface="Times New Roman"/>
              </a:rPr>
              <a:t> builds the machine that sets them, on the shortest network that still has a logit vector: one affine map, </a:t>
            </a:r>
            <a:r>
              <a:rPr sz="3072" b="1" i="1">
                <a:solidFill>
                  <a:srgbClr val="000000"/>
                </a:solidFill>
                <a:latin typeface="Times New Roman"/>
                <a:cs typeface="Times New Roman"/>
              </a:rPr>
              <a:t>z</a:t>
            </a:r>
            <a:r>
              <a:rPr sz="3072">
                <a:solidFill>
                  <a:srgbClr val="000000"/>
                </a:solidFill>
                <a:latin typeface="Times New Roman"/>
                <a:cs typeface="Times New Roman"/>
              </a:rPr>
              <a:t> = </a:t>
            </a:r>
            <a:r>
              <a:rPr sz="3072" b="1" i="1">
                <a:solidFill>
                  <a:srgbClr val="000000"/>
                </a:solidFill>
                <a:latin typeface="Times New Roman"/>
                <a:cs typeface="Times New Roman"/>
              </a:rPr>
              <a:t>W</a:t>
            </a:r>
            <a:r>
              <a:rPr sz="3072">
                <a:solidFill>
                  <a:srgbClr val="000000"/>
                </a:solidFill>
                <a:latin typeface="Times New Roman"/>
                <a:cs typeface="Times New Roman"/>
              </a:rPr>
              <a:t>·</a:t>
            </a:r>
            <a:r>
              <a:rPr sz="3072" b="1" i="1">
                <a:solidFill>
                  <a:srgbClr val="000000"/>
                </a:solidFill>
                <a:latin typeface="Times New Roman"/>
                <a:cs typeface="Times New Roman"/>
              </a:rPr>
              <a:t>x</a:t>
            </a:r>
            <a:r>
              <a:rPr sz="2136" b="1" i="1" baseline="-25000">
                <a:solidFill>
                  <a:srgbClr val="000000"/>
                </a:solidFill>
                <a:latin typeface="Times New Roman"/>
                <a:cs typeface="Times New Roman"/>
              </a:rPr>
              <a:t>1:k</a:t>
            </a:r>
            <a:r>
              <a:rPr sz="3072">
                <a:solidFill>
                  <a:srgbClr val="000000"/>
                </a:solidFill>
                <a:latin typeface="Times New Roman"/>
                <a:cs typeface="Times New Roman"/>
              </a:rPr>
              <a:t> + </a:t>
            </a:r>
            <a:r>
              <a:rPr sz="3072" b="1" i="1">
                <a:solidFill>
                  <a:srgbClr val="000000"/>
                </a:solidFill>
                <a:latin typeface="Times New Roman"/>
                <a:cs typeface="Times New Roman"/>
              </a:rPr>
              <a:t>b</a:t>
            </a:r>
            <a:r>
              <a:rPr sz="3072">
                <a:solidFill>
                  <a:srgbClr val="000000"/>
                </a:solidFill>
                <a:latin typeface="Times New Roman"/>
                <a:cs typeface="Times New Roman"/>
              </a:rPr>
              <a:t>, in place of steps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FD995-1C3C-5335-8EDC-9210F83D515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AC6A3DC-CEEB-CBA6-1C7C-8E83F9034980}"/>
              </a:ext>
            </a:extLst>
          </p:cNvPr>
          <p:cNvSpPr>
            <a:spLocks noGrp="1"/>
          </p:cNvSpPr>
          <p:nvPr>
            <p:ph type="title"/>
          </p:nvPr>
        </p:nvSpPr>
        <p:spPr>
          <a:xfrm>
            <a:off x="2011680" y="1779764"/>
            <a:ext cx="25656294" cy="2277888"/>
          </a:xfrm>
        </p:spPr>
        <p:txBody>
          <a:bodyPr>
            <a:normAutofit/>
          </a:bodyPr>
          <a:lstStyle/>
          <a:p>
            <a:r>
              <a:rPr lang="en-US" dirty="0"/>
              <a:t>Case Study 1: Setting up an LLM</a:t>
            </a:r>
          </a:p>
        </p:txBody>
      </p:sp>
      <p:sp>
        <p:nvSpPr>
          <p:cNvPr id="4" name="Footer Placeholder 3">
            <a:extLst>
              <a:ext uri="{FF2B5EF4-FFF2-40B4-BE49-F238E27FC236}">
                <a16:creationId xmlns:a16="http://schemas.microsoft.com/office/drawing/2014/main" id="{5F997CCA-97A0-9384-D77C-E1122BFFD7C5}"/>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EF1E31B9-A4CD-9FA7-383D-F7A81019B5DC}"/>
              </a:ext>
            </a:extLst>
          </p:cNvPr>
          <p:cNvSpPr>
            <a:spLocks noGrp="1"/>
          </p:cNvSpPr>
          <p:nvPr>
            <p:ph type="sldNum" sz="quarter" idx="12"/>
          </p:nvPr>
        </p:nvSpPr>
        <p:spPr/>
        <p:txBody>
          <a:bodyPr/>
          <a:lstStyle/>
          <a:p>
            <a:fld id="{455CB61F-784F-47BE-8E88-4D7DF3343F95}" type="slidenum">
              <a:rPr lang="en-US" smtClean="0"/>
              <a:pPr/>
              <a:t>25</a:t>
            </a:fld>
            <a:endParaRPr lang="en-US"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59C0F7D-891E-4AC9-D322-D47A6F5A1E88}"/>
                  </a:ext>
                </a:extLst>
              </p:cNvPr>
              <p:cNvSpPr txBox="1"/>
              <p:nvPr/>
            </p:nvSpPr>
            <p:spPr>
              <a:xfrm>
                <a:off x="2011680" y="4119192"/>
                <a:ext cx="25656294" cy="1446550"/>
              </a:xfrm>
              <a:prstGeom prst="rect">
                <a:avLst/>
              </a:prstGeom>
              <a:noFill/>
            </p:spPr>
            <p:txBody>
              <a:bodyPr wrap="square">
                <a:spAutoFit/>
              </a:bodyPr>
              <a:lstStyle/>
              <a:p>
                <a:pPr algn="ctr"/>
                <a:r>
                  <a:rPr lang="en-US" sz="4400" dirty="0"/>
                  <a:t>You must find the value, </a:t>
                </a:r>
                <a14:m>
                  <m:oMath xmlns:m="http://schemas.openxmlformats.org/officeDocument/2006/math">
                    <m:r>
                      <m:rPr>
                        <m:sty m:val="p"/>
                      </m:rPr>
                      <a:rPr lang="en-US" sz="4400" i="0">
                        <a:latin typeface="Cambria Math" panose="02040503050406030204" pitchFamily="18" charset="0"/>
                      </a:rPr>
                      <m:t>y</m:t>
                    </m:r>
                  </m:oMath>
                </a14:m>
                <a:r>
                  <a:rPr lang="en-US" sz="4400" dirty="0"/>
                  <a:t>, for any given value of </a:t>
                </a:r>
                <a14:m>
                  <m:oMath xmlns:m="http://schemas.openxmlformats.org/officeDocument/2006/math">
                    <m:r>
                      <a:rPr lang="en-US" sz="4400" i="1">
                        <a:latin typeface="Cambria Math" panose="02040503050406030204" pitchFamily="18" charset="0"/>
                      </a:rPr>
                      <m:t>𝑥</m:t>
                    </m:r>
                  </m:oMath>
                </a14:m>
                <a:r>
                  <a:rPr lang="en-US" sz="4400" dirty="0"/>
                  <a:t>.</a:t>
                </a:r>
              </a:p>
              <a:p>
                <a:pPr algn="ctr"/>
                <a:r>
                  <a:rPr lang="en-US" sz="4400" b="1" u="sng" dirty="0"/>
                  <a:t>However,</a:t>
                </a:r>
              </a:p>
            </p:txBody>
          </p:sp>
        </mc:Choice>
        <mc:Fallback xmlns="">
          <p:sp>
            <p:nvSpPr>
              <p:cNvPr id="30" name="TextBox 29">
                <a:extLst>
                  <a:ext uri="{FF2B5EF4-FFF2-40B4-BE49-F238E27FC236}">
                    <a16:creationId xmlns:a16="http://schemas.microsoft.com/office/drawing/2014/main" id="{859C0F7D-891E-4AC9-D322-D47A6F5A1E88}"/>
                  </a:ext>
                </a:extLst>
              </p:cNvPr>
              <p:cNvSpPr txBox="1">
                <a:spLocks noRot="1" noChangeAspect="1" noMove="1" noResize="1" noEditPoints="1" noAdjustHandles="1" noChangeArrowheads="1" noChangeShapeType="1" noTextEdit="1"/>
              </p:cNvSpPr>
              <p:nvPr/>
            </p:nvSpPr>
            <p:spPr>
              <a:xfrm>
                <a:off x="2011680" y="4119192"/>
                <a:ext cx="25656294" cy="1446550"/>
              </a:xfrm>
              <a:prstGeom prst="rect">
                <a:avLst/>
              </a:prstGeom>
              <a:blipFill>
                <a:blip r:embed="rId3"/>
                <a:stretch>
                  <a:fillRect t="-8439" b="-19831"/>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5D78FC19-F35C-0A8B-4F10-7E715C4133EA}"/>
              </a:ext>
            </a:extLst>
          </p:cNvPr>
          <p:cNvSpPr txBox="1"/>
          <p:nvPr/>
        </p:nvSpPr>
        <p:spPr>
          <a:xfrm>
            <a:off x="1050524" y="7275222"/>
            <a:ext cx="27578605" cy="769441"/>
          </a:xfrm>
          <a:prstGeom prst="rect">
            <a:avLst/>
          </a:prstGeom>
          <a:noFill/>
        </p:spPr>
        <p:txBody>
          <a:bodyPr wrap="square">
            <a:spAutoFit/>
          </a:bodyPr>
          <a:lstStyle/>
          <a:p>
            <a:pPr marL="1028700" lvl="1" indent="-571500" algn="ctr">
              <a:lnSpc>
                <a:spcPct val="100000"/>
              </a:lnSpc>
              <a:buFont typeface="Wingdings" panose="05000000000000000000" pitchFamily="2" charset="2"/>
              <a:buChar char="q"/>
            </a:pPr>
            <a:r>
              <a:rPr lang="en-US" sz="4400" dirty="0"/>
              <a:t>You </a:t>
            </a:r>
            <a:r>
              <a:rPr lang="en-US" sz="4400" i="1" dirty="0"/>
              <a:t>assume</a:t>
            </a:r>
            <a:r>
              <a:rPr lang="en-US" sz="4400" dirty="0"/>
              <a:t> a </a:t>
            </a:r>
            <a:r>
              <a:rPr lang="en-US" sz="4400" b="1" dirty="0">
                <a:solidFill>
                  <a:schemeClr val="accent6"/>
                </a:solidFill>
              </a:rPr>
              <a:t>program</a:t>
            </a:r>
            <a:r>
              <a:rPr lang="en-US" sz="4400" dirty="0"/>
              <a:t> that calculates “</a:t>
            </a:r>
            <a:r>
              <a:rPr lang="en-US" sz="4400" b="1" dirty="0">
                <a:solidFill>
                  <a:schemeClr val="accent4"/>
                </a:solidFill>
              </a:rPr>
              <a:t>what would come next</a:t>
            </a:r>
            <a:r>
              <a:rPr lang="en-US" sz="4400" dirty="0"/>
              <a:t>”, using the </a:t>
            </a:r>
            <a:r>
              <a:rPr lang="en-US" sz="4400" b="1" dirty="0">
                <a:solidFill>
                  <a:schemeClr val="accent5"/>
                </a:solidFill>
              </a:rPr>
              <a:t>model’s weights </a:t>
            </a:r>
            <a:r>
              <a:rPr lang="en-US" sz="4400" dirty="0"/>
              <a:t>and the </a:t>
            </a:r>
            <a:r>
              <a:rPr lang="en-US" sz="4400" b="1" dirty="0">
                <a:solidFill>
                  <a:srgbClr val="7030A0"/>
                </a:solidFill>
              </a:rPr>
              <a:t>prompt</a:t>
            </a:r>
            <a:r>
              <a:rPr lang="en-US" sz="4400" dirty="0">
                <a:solidFill>
                  <a:srgbClr val="7030A0"/>
                </a:solidFill>
              </a:rPr>
              <a:t>.</a:t>
            </a:r>
            <a:endParaRPr lang="en-US" sz="4800" i="1" dirty="0">
              <a:solidFill>
                <a:srgbClr val="7030A0"/>
              </a:solid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4F86D767-E4AF-70F3-8CD9-4E03A8B2ABC8}"/>
                  </a:ext>
                </a:extLst>
              </p:cNvPr>
              <p:cNvSpPr txBox="1"/>
              <p:nvPr/>
            </p:nvSpPr>
            <p:spPr>
              <a:xfrm>
                <a:off x="18724968" y="8056714"/>
                <a:ext cx="8943006" cy="1482585"/>
              </a:xfrm>
              <a:prstGeom prst="rect">
                <a:avLst/>
              </a:prstGeom>
              <a:noFill/>
            </p:spPr>
            <p:txBody>
              <a:bodyPr wrap="square">
                <a:spAutoFit/>
              </a:bodyPr>
              <a:lstStyle/>
              <a:p>
                <a:pPr/>
                <a14:m>
                  <m:oMathPara xmlns:m="http://schemas.openxmlformats.org/officeDocument/2006/math">
                    <m:oMath>
                      <m:r>
                        <a:rPr lang="en-US" sz="4000" i="1" smtClean="0">
                          <a:solidFill>
                            <a:schemeClr val="accent6"/>
                          </a:solidFill>
                          <a:latin typeface="Cambria Math" panose="02040503050406030204" pitchFamily="18" charset="0"/>
                        </a:rPr>
                        <m:t>𝑃</m:t>
                      </m:r>
                      <m:d>
                        <m:dPr>
                          <m:ctrlPr>
                            <a:rPr lang="en-US" sz="4000" b="1" i="1">
                              <a:solidFill>
                                <a:schemeClr val="accent4"/>
                              </a:solidFill>
                              <a:latin typeface="Cambria Math" panose="02040503050406030204" pitchFamily="18" charset="0"/>
                            </a:rPr>
                          </m:ctrlPr>
                        </m:dPr>
                        <m:e>
                          <m:sSub>
                            <m:sSubPr>
                              <m:ctrlPr>
                                <a:rPr lang="en-US" sz="4000" b="1">
                                  <a:solidFill>
                                    <a:schemeClr val="accent4"/>
                                  </a:solidFill>
                                  <a:latin typeface="Cambria Math" panose="02040503050406030204" pitchFamily="18" charset="0"/>
                                </a:rPr>
                              </m:ctrlPr>
                            </m:sSubPr>
                            <m:e>
                              <m:r>
                                <a:rPr lang="en-US" sz="4000" b="1">
                                  <a:solidFill>
                                    <a:schemeClr val="accent4"/>
                                  </a:solidFill>
                                  <a:latin typeface="Cambria Math" panose="02040503050406030204" pitchFamily="18" charset="0"/>
                                </a:rPr>
                                <m:t>𝐱</m:t>
                              </m:r>
                            </m:e>
                            <m:sub>
                              <m:r>
                                <a:rPr lang="en-US" sz="4000" i="1">
                                  <a:solidFill>
                                    <a:schemeClr val="accent4"/>
                                  </a:solidFill>
                                  <a:latin typeface="Cambria Math" panose="02040503050406030204" pitchFamily="18" charset="0"/>
                                </a:rPr>
                                <m:t>𝑘</m:t>
                              </m:r>
                              <m:r>
                                <a:rPr lang="en-US" sz="4000">
                                  <a:solidFill>
                                    <a:schemeClr val="accent4"/>
                                  </a:solidFill>
                                  <a:latin typeface="Cambria Math" panose="02040503050406030204" pitchFamily="18" charset="0"/>
                                </a:rPr>
                                <m:t>+1</m:t>
                              </m:r>
                            </m:sub>
                          </m:sSub>
                          <m:r>
                            <a:rPr lang="en-US" sz="4000">
                              <a:solidFill>
                                <a:schemeClr val="accent4"/>
                              </a:solidFill>
                              <a:latin typeface="Cambria Math" panose="02040503050406030204" pitchFamily="18" charset="0"/>
                            </a:rPr>
                            <m:t>=</m:t>
                          </m:r>
                          <m:r>
                            <a:rPr lang="en-US" sz="4000" b="1" i="1" smtClean="0">
                              <a:solidFill>
                                <a:schemeClr val="accent4"/>
                              </a:solidFill>
                              <a:latin typeface="Cambria Math" panose="02040503050406030204" pitchFamily="18" charset="0"/>
                            </a:rPr>
                            <m:t>𝒗</m:t>
                          </m:r>
                          <m:r>
                            <a:rPr lang="en-US" sz="4000">
                              <a:latin typeface="Cambria Math" panose="02040503050406030204" pitchFamily="18" charset="0"/>
                            </a:rPr>
                            <m:t>∣</m:t>
                          </m:r>
                          <m:sSub>
                            <m:sSubPr>
                              <m:ctrlPr>
                                <a:rPr lang="en-US" sz="4000" b="1">
                                  <a:solidFill>
                                    <a:srgbClr val="7030A0"/>
                                  </a:solidFill>
                                  <a:latin typeface="Cambria Math" panose="02040503050406030204" pitchFamily="18" charset="0"/>
                                </a:rPr>
                              </m:ctrlPr>
                            </m:sSubPr>
                            <m:e>
                              <m:r>
                                <a:rPr lang="en-US" sz="4000" b="1">
                                  <a:solidFill>
                                    <a:srgbClr val="7030A0"/>
                                  </a:solidFill>
                                  <a:latin typeface="Cambria Math" panose="02040503050406030204" pitchFamily="18" charset="0"/>
                                </a:rPr>
                                <m:t>𝐱</m:t>
                              </m:r>
                            </m:e>
                            <m:sub>
                              <m:r>
                                <a:rPr lang="en-US" sz="4000">
                                  <a:solidFill>
                                    <a:srgbClr val="7030A0"/>
                                  </a:solidFill>
                                  <a:latin typeface="Cambria Math" panose="02040503050406030204" pitchFamily="18" charset="0"/>
                                </a:rPr>
                                <m:t>1:</m:t>
                              </m:r>
                              <m:r>
                                <a:rPr lang="en-US" sz="4000" i="1">
                                  <a:solidFill>
                                    <a:srgbClr val="7030A0"/>
                                  </a:solidFill>
                                  <a:latin typeface="Cambria Math" panose="02040503050406030204" pitchFamily="18" charset="0"/>
                                </a:rPr>
                                <m:t>𝑘</m:t>
                              </m:r>
                            </m:sub>
                          </m:sSub>
                          <m:r>
                            <a:rPr lang="en-US" sz="4000">
                              <a:latin typeface="Cambria Math" panose="02040503050406030204" pitchFamily="18" charset="0"/>
                            </a:rPr>
                            <m:t>; </m:t>
                          </m:r>
                          <m:r>
                            <a:rPr lang="en-US" sz="4000" i="1" smtClean="0">
                              <a:solidFill>
                                <a:schemeClr val="accent5"/>
                              </a:solidFill>
                              <a:latin typeface="Cambria Math" panose="02040503050406030204" pitchFamily="18" charset="0"/>
                            </a:rPr>
                            <m:t>𝜃</m:t>
                          </m:r>
                        </m:e>
                      </m:d>
                      <m:r>
                        <a:rPr lang="en-US" sz="4000">
                          <a:latin typeface="Cambria Math" panose="02040503050406030204" pitchFamily="18" charset="0"/>
                        </a:rPr>
                        <m:t>=</m:t>
                      </m:r>
                      <m:f>
                        <m:fPr>
                          <m:ctrlPr>
                            <a:rPr lang="en-US" sz="4000" i="1" smtClean="0">
                              <a:solidFill>
                                <a:schemeClr val="tx1"/>
                              </a:solidFill>
                              <a:latin typeface="Cambria Math" panose="02040503050406030204" pitchFamily="18" charset="0"/>
                            </a:rPr>
                          </m:ctrlPr>
                        </m:fPr>
                        <m:num>
                          <m:sSup>
                            <m:sSupPr>
                              <m:ctrlPr>
                                <a:rPr lang="en-US" sz="4000" i="1" smtClean="0">
                                  <a:solidFill>
                                    <a:schemeClr val="tx1"/>
                                  </a:solidFill>
                                  <a:latin typeface="Cambria Math" panose="02040503050406030204" pitchFamily="18" charset="0"/>
                                </a:rPr>
                              </m:ctrlPr>
                            </m:sSupPr>
                            <m:e>
                              <m:r>
                                <a:rPr lang="en-US" sz="4000" i="1" smtClean="0">
                                  <a:solidFill>
                                    <a:schemeClr val="tx1"/>
                                  </a:solidFill>
                                  <a:latin typeface="Cambria Math" panose="02040503050406030204" pitchFamily="18" charset="0"/>
                                </a:rPr>
                                <m:t>𝑒</m:t>
                              </m:r>
                            </m:e>
                            <m:sup>
                              <m:sSub>
                                <m:sSubPr>
                                  <m:ctrlPr>
                                    <a:rPr lang="en-US" sz="4000" b="0" i="1">
                                      <a:solidFill>
                                        <a:schemeClr val="accent6"/>
                                      </a:solidFill>
                                      <a:latin typeface="Cambria Math" panose="02040503050406030204" pitchFamily="18" charset="0"/>
                                    </a:rPr>
                                  </m:ctrlPr>
                                </m:sSubPr>
                                <m:e>
                                  <m:r>
                                    <a:rPr lang="en-US" sz="4000" b="0" i="1">
                                      <a:solidFill>
                                        <a:schemeClr val="accent6"/>
                                      </a:solidFill>
                                      <a:latin typeface="Cambria Math" panose="02040503050406030204" pitchFamily="18" charset="0"/>
                                    </a:rPr>
                                    <m:t>𝑧</m:t>
                                  </m:r>
                                </m:e>
                                <m:sub>
                                  <m:r>
                                    <a:rPr lang="en-US" sz="4000" b="0" i="1">
                                      <a:solidFill>
                                        <a:schemeClr val="accent6"/>
                                      </a:solidFill>
                                      <a:latin typeface="Cambria Math" panose="02040503050406030204" pitchFamily="18" charset="0"/>
                                    </a:rPr>
                                    <m:t>𝑣</m:t>
                                  </m:r>
                                </m:sub>
                              </m:sSub>
                            </m:sup>
                          </m:sSup>
                        </m:num>
                        <m:den>
                          <m:nary>
                            <m:naryPr>
                              <m:chr m:val="∑"/>
                              <m:limLoc m:val="undOvr"/>
                              <m:supHide m:val="on"/>
                              <m:ctrlPr>
                                <a:rPr lang="en-US" sz="4000" i="1">
                                  <a:solidFill>
                                    <a:schemeClr val="accent6"/>
                                  </a:solidFill>
                                  <a:latin typeface="Cambria Math" panose="02040503050406030204" pitchFamily="18" charset="0"/>
                                </a:rPr>
                              </m:ctrlPr>
                            </m:naryPr>
                            <m:sub>
                              <m:r>
                                <a:rPr lang="en-US" sz="4000" i="1">
                                  <a:solidFill>
                                    <a:schemeClr val="accent6"/>
                                  </a:solidFill>
                                  <a:latin typeface="Cambria Math" panose="02040503050406030204" pitchFamily="18" charset="0"/>
                                </a:rPr>
                                <m:t>𝑗</m:t>
                              </m:r>
                              <m:r>
                                <a:rPr lang="en-US" sz="4000">
                                  <a:solidFill>
                                    <a:schemeClr val="accent6"/>
                                  </a:solidFill>
                                  <a:latin typeface="Cambria Math" panose="02040503050406030204" pitchFamily="18" charset="0"/>
                                </a:rPr>
                                <m:t>∈</m:t>
                              </m:r>
                              <m:r>
                                <a:rPr lang="en-US" sz="4000">
                                  <a:solidFill>
                                    <a:schemeClr val="accent6"/>
                                  </a:solidFill>
                                  <a:latin typeface="Cambria Math" panose="02040503050406030204" pitchFamily="18" charset="0"/>
                                </a:rPr>
                                <m:t>𝒱</m:t>
                              </m:r>
                            </m:sub>
                            <m:sup/>
                            <m:e>
                              <m:sSup>
                                <m:sSupPr>
                                  <m:ctrlPr>
                                    <a:rPr lang="en-US" sz="4000" i="1" smtClean="0">
                                      <a:solidFill>
                                        <a:schemeClr val="tx1"/>
                                      </a:solidFill>
                                      <a:latin typeface="Cambria Math" panose="02040503050406030204" pitchFamily="18" charset="0"/>
                                    </a:rPr>
                                  </m:ctrlPr>
                                </m:sSupPr>
                                <m:e>
                                  <m:r>
                                    <a:rPr lang="en-US" sz="4000" i="1" smtClean="0">
                                      <a:solidFill>
                                        <a:schemeClr val="tx1"/>
                                      </a:solidFill>
                                      <a:latin typeface="Cambria Math" panose="02040503050406030204" pitchFamily="18" charset="0"/>
                                    </a:rPr>
                                    <m:t>𝑒</m:t>
                                  </m:r>
                                </m:e>
                                <m:sup>
                                  <m:sSub>
                                    <m:sSubPr>
                                      <m:ctrlPr>
                                        <a:rPr lang="en-US" sz="4000" i="1">
                                          <a:solidFill>
                                            <a:schemeClr val="accent6"/>
                                          </a:solidFill>
                                          <a:latin typeface="Cambria Math" panose="02040503050406030204" pitchFamily="18" charset="0"/>
                                        </a:rPr>
                                      </m:ctrlPr>
                                    </m:sSubPr>
                                    <m:e>
                                      <m:r>
                                        <a:rPr lang="en-US" sz="4000" i="1">
                                          <a:solidFill>
                                            <a:schemeClr val="accent6"/>
                                          </a:solidFill>
                                          <a:latin typeface="Cambria Math" panose="02040503050406030204" pitchFamily="18" charset="0"/>
                                        </a:rPr>
                                        <m:t>𝑧</m:t>
                                      </m:r>
                                    </m:e>
                                    <m:sub>
                                      <m:r>
                                        <a:rPr lang="en-US" sz="4000" i="1">
                                          <a:solidFill>
                                            <a:schemeClr val="accent6"/>
                                          </a:solidFill>
                                          <a:latin typeface="Cambria Math" panose="02040503050406030204" pitchFamily="18" charset="0"/>
                                        </a:rPr>
                                        <m:t>𝑗</m:t>
                                      </m:r>
                                    </m:sub>
                                  </m:sSub>
                                </m:sup>
                              </m:sSup>
                            </m:e>
                          </m:nary>
                        </m:den>
                      </m:f>
                    </m:oMath>
                  </m:oMathPara>
                </a14:m>
                <a:endParaRPr lang="en-US" sz="4000" dirty="0"/>
              </a:p>
            </p:txBody>
          </p:sp>
        </mc:Choice>
        <mc:Fallback xmlns="">
          <p:sp>
            <p:nvSpPr>
              <p:cNvPr id="34" name="TextBox 33">
                <a:extLst>
                  <a:ext uri="{FF2B5EF4-FFF2-40B4-BE49-F238E27FC236}">
                    <a16:creationId xmlns:a16="http://schemas.microsoft.com/office/drawing/2014/main" id="{4F86D767-E4AF-70F3-8CD9-4E03A8B2ABC8}"/>
                  </a:ext>
                </a:extLst>
              </p:cNvPr>
              <p:cNvSpPr txBox="1">
                <a:spLocks noRot="1" noChangeAspect="1" noMove="1" noResize="1" noEditPoints="1" noAdjustHandles="1" noChangeArrowheads="1" noChangeShapeType="1" noTextEdit="1"/>
              </p:cNvSpPr>
              <p:nvPr/>
            </p:nvSpPr>
            <p:spPr>
              <a:xfrm>
                <a:off x="18724968" y="8056714"/>
                <a:ext cx="8943006" cy="1482585"/>
              </a:xfrm>
              <a:prstGeom prst="rect">
                <a:avLst/>
              </a:prstGeom>
              <a:blipFill>
                <a:blip r:embed="rId4"/>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9F7DA6F9-6830-AA3E-1993-CF36C33E69B8}"/>
              </a:ext>
            </a:extLst>
          </p:cNvPr>
          <p:cNvSpPr txBox="1"/>
          <p:nvPr/>
        </p:nvSpPr>
        <p:spPr>
          <a:xfrm>
            <a:off x="2356102" y="10138236"/>
            <a:ext cx="14643100" cy="769441"/>
          </a:xfrm>
          <a:prstGeom prst="rect">
            <a:avLst/>
          </a:prstGeom>
          <a:noFill/>
        </p:spPr>
        <p:txBody>
          <a:bodyPr wrap="square">
            <a:spAutoFit/>
          </a:bodyPr>
          <a:lstStyle/>
          <a:p>
            <a:pPr marL="571500" indent="-571500">
              <a:buFont typeface="Wingdings" panose="05000000000000000000" pitchFamily="2" charset="2"/>
              <a:buChar char="q"/>
            </a:pPr>
            <a:r>
              <a:rPr lang="en-US" sz="4400" dirty="0"/>
              <a:t> You </a:t>
            </a:r>
            <a:r>
              <a:rPr lang="en-US" sz="4400" i="1" dirty="0"/>
              <a:t>define</a:t>
            </a:r>
            <a:r>
              <a:rPr lang="en-US" sz="4400" dirty="0"/>
              <a:t> a </a:t>
            </a:r>
            <a:r>
              <a:rPr lang="en-US" sz="4400" b="1" dirty="0"/>
              <a:t>loss function </a:t>
            </a:r>
            <a:r>
              <a:rPr lang="en-US" sz="4400" dirty="0"/>
              <a:t>(residual calculation).</a:t>
            </a:r>
            <a:endParaRPr lang="en-US"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3E983AF-D246-1EE0-2C0F-5ECFA1BB0D7A}"/>
                  </a:ext>
                </a:extLst>
              </p:cNvPr>
              <p:cNvSpPr txBox="1"/>
              <p:nvPr/>
            </p:nvSpPr>
            <p:spPr>
              <a:xfrm>
                <a:off x="3780623" y="8539290"/>
                <a:ext cx="6520514" cy="707886"/>
              </a:xfrm>
              <a:prstGeom prst="rect">
                <a:avLst/>
              </a:prstGeom>
              <a:noFill/>
            </p:spPr>
            <p:txBody>
              <a:bodyPr wrap="square">
                <a:spAutoFit/>
              </a:bodyPr>
              <a:lstStyle/>
              <a:p>
                <a:pPr>
                  <a:buNone/>
                </a:pPr>
                <a14:m>
                  <m:oMathPara xmlns:m="http://schemas.openxmlformats.org/officeDocument/2006/math">
                    <m:oMath>
                      <m:r>
                        <a:rPr lang="en-US" sz="4000" b="1" smtClean="0">
                          <a:solidFill>
                            <a:schemeClr val="accent6"/>
                          </a:solidFill>
                          <a:latin typeface="Cambria Math" panose="02040503050406030204" pitchFamily="18" charset="0"/>
                        </a:rPr>
                        <m:t>𝐳</m:t>
                      </m:r>
                      <m:r>
                        <a:rPr lang="en-US" sz="4000" b="0" i="0">
                          <a:latin typeface="Cambria Math" panose="02040503050406030204" pitchFamily="18" charset="0"/>
                        </a:rPr>
                        <m:t>=</m:t>
                      </m:r>
                      <m:r>
                        <a:rPr lang="en-US" sz="4000" b="1" i="0" smtClean="0">
                          <a:solidFill>
                            <a:schemeClr val="accent5"/>
                          </a:solidFill>
                          <a:latin typeface="Cambria Math" panose="02040503050406030204" pitchFamily="18" charset="0"/>
                        </a:rPr>
                        <m:t>𝐖</m:t>
                      </m:r>
                      <m:r>
                        <a:rPr lang="en-US" sz="4000" b="1" i="1" smtClean="0">
                          <a:solidFill>
                            <a:schemeClr val="tx1"/>
                          </a:solidFill>
                          <a:latin typeface="Cambria Math" panose="02040503050406030204" pitchFamily="18" charset="0"/>
                          <a:ea typeface="Cambria Math" panose="02040503050406030204" pitchFamily="18" charset="0"/>
                        </a:rPr>
                        <m:t>∙</m:t>
                      </m:r>
                      <m:sSub>
                        <m:sSubPr>
                          <m:ctrlPr>
                            <a:rPr lang="en-US" sz="4000" b="1">
                              <a:solidFill>
                                <a:srgbClr val="7030A0"/>
                              </a:solidFill>
                              <a:latin typeface="Cambria Math" panose="02040503050406030204" pitchFamily="18" charset="0"/>
                            </a:rPr>
                          </m:ctrlPr>
                        </m:sSubPr>
                        <m:e>
                          <m:r>
                            <a:rPr lang="en-US" sz="4000" b="1">
                              <a:solidFill>
                                <a:srgbClr val="7030A0"/>
                              </a:solidFill>
                              <a:latin typeface="Cambria Math" panose="02040503050406030204" pitchFamily="18" charset="0"/>
                            </a:rPr>
                            <m:t>𝐱</m:t>
                          </m:r>
                        </m:e>
                        <m:sub>
                          <m:r>
                            <a:rPr lang="en-US" sz="4000">
                              <a:solidFill>
                                <a:srgbClr val="7030A0"/>
                              </a:solidFill>
                              <a:latin typeface="Cambria Math" panose="02040503050406030204" pitchFamily="18" charset="0"/>
                            </a:rPr>
                            <m:t>1:</m:t>
                          </m:r>
                          <m:r>
                            <a:rPr lang="en-US" sz="4000" i="1">
                              <a:solidFill>
                                <a:srgbClr val="7030A0"/>
                              </a:solidFill>
                              <a:latin typeface="Cambria Math" panose="02040503050406030204" pitchFamily="18" charset="0"/>
                            </a:rPr>
                            <m:t>𝑘</m:t>
                          </m:r>
                        </m:sub>
                      </m:sSub>
                      <m:r>
                        <a:rPr lang="en-US" sz="4000" b="0" i="0">
                          <a:latin typeface="Cambria Math" panose="02040503050406030204" pitchFamily="18" charset="0"/>
                        </a:rPr>
                        <m:t>+</m:t>
                      </m:r>
                      <m:r>
                        <a:rPr lang="en-US" sz="4000" b="1" i="0" smtClean="0">
                          <a:solidFill>
                            <a:schemeClr val="accent5"/>
                          </a:solidFill>
                          <a:latin typeface="Cambria Math" panose="02040503050406030204" pitchFamily="18" charset="0"/>
                        </a:rPr>
                        <m:t>𝐛</m:t>
                      </m:r>
                    </m:oMath>
                  </m:oMathPara>
                </a14:m>
                <a:endParaRPr lang="en-US" sz="4000" dirty="0">
                  <a:effectLst/>
                  <a:latin typeface="Google Sans Text"/>
                </a:endParaRPr>
              </a:p>
            </p:txBody>
          </p:sp>
        </mc:Choice>
        <mc:Fallback xmlns="">
          <p:sp>
            <p:nvSpPr>
              <p:cNvPr id="54" name="TextBox 53">
                <a:extLst>
                  <a:ext uri="{FF2B5EF4-FFF2-40B4-BE49-F238E27FC236}">
                    <a16:creationId xmlns:a16="http://schemas.microsoft.com/office/drawing/2014/main" id="{E3E983AF-D246-1EE0-2C0F-5ECFA1BB0D7A}"/>
                  </a:ext>
                </a:extLst>
              </p:cNvPr>
              <p:cNvSpPr txBox="1">
                <a:spLocks noRot="1" noChangeAspect="1" noMove="1" noResize="1" noEditPoints="1" noAdjustHandles="1" noChangeArrowheads="1" noChangeShapeType="1" noTextEdit="1"/>
              </p:cNvSpPr>
              <p:nvPr/>
            </p:nvSpPr>
            <p:spPr>
              <a:xfrm>
                <a:off x="3780623" y="8539290"/>
                <a:ext cx="6520514" cy="707886"/>
              </a:xfrm>
              <a:prstGeom prst="rect">
                <a:avLst/>
              </a:prstGeom>
              <a:blipFill>
                <a:blip r:embed="rId5"/>
                <a:stretch>
                  <a:fillRect/>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D401A085-8445-5E15-012A-4345518C7492}"/>
              </a:ext>
            </a:extLst>
          </p:cNvPr>
          <p:cNvSpPr txBox="1"/>
          <p:nvPr/>
        </p:nvSpPr>
        <p:spPr>
          <a:xfrm>
            <a:off x="14195732" y="5726916"/>
            <a:ext cx="14770100" cy="769441"/>
          </a:xfrm>
          <a:prstGeom prst="rect">
            <a:avLst/>
          </a:prstGeom>
          <a:noFill/>
        </p:spPr>
        <p:txBody>
          <a:bodyPr wrap="square">
            <a:spAutoFit/>
          </a:bodyPr>
          <a:lstStyle/>
          <a:p>
            <a:pPr marL="914400" indent="-914400" algn="just">
              <a:buFont typeface="Wingdings" panose="05000000000000000000" pitchFamily="2" charset="2"/>
              <a:buChar char="v"/>
            </a:pPr>
            <a:r>
              <a:rPr lang="en-US" sz="4400" dirty="0"/>
              <a:t>Your </a:t>
            </a:r>
            <a:r>
              <a:rPr lang="en-US" sz="4400" i="1" dirty="0"/>
              <a:t>only feedback </a:t>
            </a:r>
            <a:r>
              <a:rPr lang="en-US" sz="4400" dirty="0"/>
              <a:t>comes from a game of </a:t>
            </a:r>
            <a:r>
              <a:rPr lang="en-US" sz="4400" b="1" dirty="0">
                <a:solidFill>
                  <a:schemeClr val="accent6"/>
                </a:solidFill>
              </a:rPr>
              <a:t>hot</a:t>
            </a:r>
            <a:r>
              <a:rPr lang="en-US" sz="4400" dirty="0"/>
              <a:t> and </a:t>
            </a:r>
            <a:r>
              <a:rPr lang="en-US" sz="4400" b="1" dirty="0">
                <a:solidFill>
                  <a:srgbClr val="0070C0"/>
                </a:solidFill>
              </a:rPr>
              <a:t>cold</a:t>
            </a:r>
            <a:r>
              <a:rPr lang="en-US" sz="4400" dirty="0"/>
              <a:t>.</a:t>
            </a:r>
          </a:p>
        </p:txBody>
      </p:sp>
      <p:sp>
        <p:nvSpPr>
          <p:cNvPr id="58" name="TextBox 57">
            <a:extLst>
              <a:ext uri="{FF2B5EF4-FFF2-40B4-BE49-F238E27FC236}">
                <a16:creationId xmlns:a16="http://schemas.microsoft.com/office/drawing/2014/main" id="{7A1C04AA-5172-4DCC-A96D-E41BCE0FE468}"/>
              </a:ext>
            </a:extLst>
          </p:cNvPr>
          <p:cNvSpPr txBox="1"/>
          <p:nvPr/>
        </p:nvSpPr>
        <p:spPr>
          <a:xfrm>
            <a:off x="1884680" y="5691887"/>
            <a:ext cx="12999720" cy="769441"/>
          </a:xfrm>
          <a:prstGeom prst="rect">
            <a:avLst/>
          </a:prstGeom>
          <a:noFill/>
        </p:spPr>
        <p:txBody>
          <a:bodyPr wrap="square">
            <a:spAutoFit/>
          </a:bodyPr>
          <a:lstStyle/>
          <a:p>
            <a:pPr marL="914400" indent="-914400" algn="just">
              <a:buFont typeface="Wingdings" panose="05000000000000000000" pitchFamily="2" charset="2"/>
              <a:buChar char="v"/>
            </a:pPr>
            <a:r>
              <a:rPr lang="en-US" sz="4400" dirty="0"/>
              <a:t>You have </a:t>
            </a:r>
            <a:r>
              <a:rPr lang="en-US" sz="4400" i="1" dirty="0"/>
              <a:t>no idea </a:t>
            </a:r>
            <a:r>
              <a:rPr lang="en-US" sz="4400" dirty="0"/>
              <a:t>what the symbolic equation is.</a:t>
            </a:r>
          </a:p>
        </p:txBody>
      </p:sp>
      <p:sp>
        <p:nvSpPr>
          <p:cNvPr id="60" name="TextBox 59">
            <a:extLst>
              <a:ext uri="{FF2B5EF4-FFF2-40B4-BE49-F238E27FC236}">
                <a16:creationId xmlns:a16="http://schemas.microsoft.com/office/drawing/2014/main" id="{84A029EE-9F60-7EAA-7C4F-8EAE1620C3C3}"/>
              </a:ext>
            </a:extLst>
          </p:cNvPr>
          <p:cNvSpPr txBox="1"/>
          <p:nvPr/>
        </p:nvSpPr>
        <p:spPr>
          <a:xfrm>
            <a:off x="9677652" y="9166689"/>
            <a:ext cx="9981695" cy="584775"/>
          </a:xfrm>
          <a:custGeom>
            <a:avLst/>
            <a:gdLst>
              <a:gd name="csX0" fmla="*/ 0 w 9981695"/>
              <a:gd name="csY0" fmla="*/ 0 h 584775"/>
              <a:gd name="csX1" fmla="*/ 287708 w 9981695"/>
              <a:gd name="csY1" fmla="*/ 0 h 584775"/>
              <a:gd name="csX2" fmla="*/ 874866 w 9981695"/>
              <a:gd name="csY2" fmla="*/ 0 h 584775"/>
              <a:gd name="csX3" fmla="*/ 1462025 w 9981695"/>
              <a:gd name="csY3" fmla="*/ 0 h 584775"/>
              <a:gd name="csX4" fmla="*/ 2049183 w 9981695"/>
              <a:gd name="csY4" fmla="*/ 0 h 584775"/>
              <a:gd name="csX5" fmla="*/ 2835976 w 9981695"/>
              <a:gd name="csY5" fmla="*/ 0 h 584775"/>
              <a:gd name="csX6" fmla="*/ 3423134 w 9981695"/>
              <a:gd name="csY6" fmla="*/ 0 h 584775"/>
              <a:gd name="csX7" fmla="*/ 3810659 w 9981695"/>
              <a:gd name="csY7" fmla="*/ 0 h 584775"/>
              <a:gd name="csX8" fmla="*/ 4298000 w 9981695"/>
              <a:gd name="csY8" fmla="*/ 0 h 584775"/>
              <a:gd name="csX9" fmla="*/ 5084793 w 9981695"/>
              <a:gd name="csY9" fmla="*/ 0 h 584775"/>
              <a:gd name="csX10" fmla="*/ 5572134 w 9981695"/>
              <a:gd name="csY10" fmla="*/ 0 h 584775"/>
              <a:gd name="csX11" fmla="*/ 6358927 w 9981695"/>
              <a:gd name="csY11" fmla="*/ 0 h 584775"/>
              <a:gd name="csX12" fmla="*/ 7045902 w 9981695"/>
              <a:gd name="csY12" fmla="*/ 0 h 584775"/>
              <a:gd name="csX13" fmla="*/ 7533244 w 9981695"/>
              <a:gd name="csY13" fmla="*/ 0 h 584775"/>
              <a:gd name="csX14" fmla="*/ 8220219 w 9981695"/>
              <a:gd name="csY14" fmla="*/ 0 h 584775"/>
              <a:gd name="csX15" fmla="*/ 8607744 w 9981695"/>
              <a:gd name="csY15" fmla="*/ 0 h 584775"/>
              <a:gd name="csX16" fmla="*/ 9095086 w 9981695"/>
              <a:gd name="csY16" fmla="*/ 0 h 584775"/>
              <a:gd name="csX17" fmla="*/ 9981695 w 9981695"/>
              <a:gd name="csY17" fmla="*/ 0 h 584775"/>
              <a:gd name="csX18" fmla="*/ 9981695 w 9981695"/>
              <a:gd name="csY18" fmla="*/ 584775 h 584775"/>
              <a:gd name="csX19" fmla="*/ 9394536 w 9981695"/>
              <a:gd name="csY19" fmla="*/ 584775 h 584775"/>
              <a:gd name="csX20" fmla="*/ 8807378 w 9981695"/>
              <a:gd name="csY20" fmla="*/ 584775 h 584775"/>
              <a:gd name="csX21" fmla="*/ 8519670 w 9981695"/>
              <a:gd name="csY21" fmla="*/ 584775 h 584775"/>
              <a:gd name="csX22" fmla="*/ 7732878 w 9981695"/>
              <a:gd name="csY22" fmla="*/ 584775 h 584775"/>
              <a:gd name="csX23" fmla="*/ 7345353 w 9981695"/>
              <a:gd name="csY23" fmla="*/ 584775 h 584775"/>
              <a:gd name="csX24" fmla="*/ 6758195 w 9981695"/>
              <a:gd name="csY24" fmla="*/ 584775 h 584775"/>
              <a:gd name="csX25" fmla="*/ 6470487 w 9981695"/>
              <a:gd name="csY25" fmla="*/ 584775 h 584775"/>
              <a:gd name="csX26" fmla="*/ 5883328 w 9981695"/>
              <a:gd name="csY26" fmla="*/ 584775 h 584775"/>
              <a:gd name="csX27" fmla="*/ 5296170 w 9981695"/>
              <a:gd name="csY27" fmla="*/ 584775 h 584775"/>
              <a:gd name="csX28" fmla="*/ 4609194 w 9981695"/>
              <a:gd name="csY28" fmla="*/ 584775 h 584775"/>
              <a:gd name="csX29" fmla="*/ 4121853 w 9981695"/>
              <a:gd name="csY29" fmla="*/ 584775 h 584775"/>
              <a:gd name="csX30" fmla="*/ 3534694 w 9981695"/>
              <a:gd name="csY30" fmla="*/ 584775 h 584775"/>
              <a:gd name="csX31" fmla="*/ 2947536 w 9981695"/>
              <a:gd name="csY31" fmla="*/ 584775 h 584775"/>
              <a:gd name="csX32" fmla="*/ 2360377 w 9981695"/>
              <a:gd name="csY32" fmla="*/ 584775 h 584775"/>
              <a:gd name="csX33" fmla="*/ 1773219 w 9981695"/>
              <a:gd name="csY33" fmla="*/ 584775 h 584775"/>
              <a:gd name="csX34" fmla="*/ 986426 w 9981695"/>
              <a:gd name="csY34" fmla="*/ 584775 h 584775"/>
              <a:gd name="csX35" fmla="*/ 0 w 9981695"/>
              <a:gd name="csY35" fmla="*/ 584775 h 584775"/>
              <a:gd name="csX36" fmla="*/ 0 w 9981695"/>
              <a:gd name="csY36" fmla="*/ 0 h 584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9981695" h="584775" extrusionOk="0">
                <a:moveTo>
                  <a:pt x="0" y="0"/>
                </a:moveTo>
                <a:cubicBezTo>
                  <a:pt x="60213" y="-2097"/>
                  <a:pt x="171900" y="18249"/>
                  <a:pt x="287708" y="0"/>
                </a:cubicBezTo>
                <a:cubicBezTo>
                  <a:pt x="403516" y="-18249"/>
                  <a:pt x="595652" y="8684"/>
                  <a:pt x="874866" y="0"/>
                </a:cubicBezTo>
                <a:cubicBezTo>
                  <a:pt x="1154080" y="-8684"/>
                  <a:pt x="1173761" y="17836"/>
                  <a:pt x="1462025" y="0"/>
                </a:cubicBezTo>
                <a:cubicBezTo>
                  <a:pt x="1750289" y="-17836"/>
                  <a:pt x="1878756" y="61675"/>
                  <a:pt x="2049183" y="0"/>
                </a:cubicBezTo>
                <a:cubicBezTo>
                  <a:pt x="2219610" y="-61675"/>
                  <a:pt x="2531215" y="41360"/>
                  <a:pt x="2835976" y="0"/>
                </a:cubicBezTo>
                <a:cubicBezTo>
                  <a:pt x="3140737" y="-41360"/>
                  <a:pt x="3134282" y="56276"/>
                  <a:pt x="3423134" y="0"/>
                </a:cubicBezTo>
                <a:cubicBezTo>
                  <a:pt x="3711986" y="-56276"/>
                  <a:pt x="3719057" y="13550"/>
                  <a:pt x="3810659" y="0"/>
                </a:cubicBezTo>
                <a:cubicBezTo>
                  <a:pt x="3902262" y="-13550"/>
                  <a:pt x="4072405" y="49764"/>
                  <a:pt x="4298000" y="0"/>
                </a:cubicBezTo>
                <a:cubicBezTo>
                  <a:pt x="4523595" y="-49764"/>
                  <a:pt x="4899514" y="13578"/>
                  <a:pt x="5084793" y="0"/>
                </a:cubicBezTo>
                <a:cubicBezTo>
                  <a:pt x="5270072" y="-13578"/>
                  <a:pt x="5409651" y="33237"/>
                  <a:pt x="5572134" y="0"/>
                </a:cubicBezTo>
                <a:cubicBezTo>
                  <a:pt x="5734617" y="-33237"/>
                  <a:pt x="6131301" y="61071"/>
                  <a:pt x="6358927" y="0"/>
                </a:cubicBezTo>
                <a:cubicBezTo>
                  <a:pt x="6586553" y="-61071"/>
                  <a:pt x="6805931" y="58729"/>
                  <a:pt x="7045902" y="0"/>
                </a:cubicBezTo>
                <a:cubicBezTo>
                  <a:pt x="7285873" y="-58729"/>
                  <a:pt x="7394076" y="52947"/>
                  <a:pt x="7533244" y="0"/>
                </a:cubicBezTo>
                <a:cubicBezTo>
                  <a:pt x="7672412" y="-52947"/>
                  <a:pt x="7997235" y="6292"/>
                  <a:pt x="8220219" y="0"/>
                </a:cubicBezTo>
                <a:cubicBezTo>
                  <a:pt x="8443203" y="-6292"/>
                  <a:pt x="8493450" y="37792"/>
                  <a:pt x="8607744" y="0"/>
                </a:cubicBezTo>
                <a:cubicBezTo>
                  <a:pt x="8722039" y="-37792"/>
                  <a:pt x="8926979" y="49558"/>
                  <a:pt x="9095086" y="0"/>
                </a:cubicBezTo>
                <a:cubicBezTo>
                  <a:pt x="9263193" y="-49558"/>
                  <a:pt x="9556337" y="34124"/>
                  <a:pt x="9981695" y="0"/>
                </a:cubicBezTo>
                <a:cubicBezTo>
                  <a:pt x="10048287" y="159934"/>
                  <a:pt x="9916870" y="360465"/>
                  <a:pt x="9981695" y="584775"/>
                </a:cubicBezTo>
                <a:cubicBezTo>
                  <a:pt x="9693324" y="589053"/>
                  <a:pt x="9683704" y="548493"/>
                  <a:pt x="9394536" y="584775"/>
                </a:cubicBezTo>
                <a:cubicBezTo>
                  <a:pt x="9105368" y="621057"/>
                  <a:pt x="9057816" y="547756"/>
                  <a:pt x="8807378" y="584775"/>
                </a:cubicBezTo>
                <a:cubicBezTo>
                  <a:pt x="8556940" y="621794"/>
                  <a:pt x="8643910" y="578750"/>
                  <a:pt x="8519670" y="584775"/>
                </a:cubicBezTo>
                <a:cubicBezTo>
                  <a:pt x="8395430" y="590800"/>
                  <a:pt x="8122281" y="559914"/>
                  <a:pt x="7732878" y="584775"/>
                </a:cubicBezTo>
                <a:cubicBezTo>
                  <a:pt x="7343475" y="609636"/>
                  <a:pt x="7507739" y="544214"/>
                  <a:pt x="7345353" y="584775"/>
                </a:cubicBezTo>
                <a:cubicBezTo>
                  <a:pt x="7182968" y="625336"/>
                  <a:pt x="6952359" y="579148"/>
                  <a:pt x="6758195" y="584775"/>
                </a:cubicBezTo>
                <a:cubicBezTo>
                  <a:pt x="6564031" y="590402"/>
                  <a:pt x="6589515" y="581513"/>
                  <a:pt x="6470487" y="584775"/>
                </a:cubicBezTo>
                <a:cubicBezTo>
                  <a:pt x="6351459" y="588037"/>
                  <a:pt x="6035727" y="564575"/>
                  <a:pt x="5883328" y="584775"/>
                </a:cubicBezTo>
                <a:cubicBezTo>
                  <a:pt x="5730929" y="604975"/>
                  <a:pt x="5499807" y="539386"/>
                  <a:pt x="5296170" y="584775"/>
                </a:cubicBezTo>
                <a:cubicBezTo>
                  <a:pt x="5092533" y="630164"/>
                  <a:pt x="4919691" y="553194"/>
                  <a:pt x="4609194" y="584775"/>
                </a:cubicBezTo>
                <a:cubicBezTo>
                  <a:pt x="4298697" y="616356"/>
                  <a:pt x="4273207" y="539130"/>
                  <a:pt x="4121853" y="584775"/>
                </a:cubicBezTo>
                <a:cubicBezTo>
                  <a:pt x="3970499" y="630420"/>
                  <a:pt x="3817943" y="536443"/>
                  <a:pt x="3534694" y="584775"/>
                </a:cubicBezTo>
                <a:cubicBezTo>
                  <a:pt x="3251445" y="633107"/>
                  <a:pt x="3132851" y="531625"/>
                  <a:pt x="2947536" y="584775"/>
                </a:cubicBezTo>
                <a:cubicBezTo>
                  <a:pt x="2762221" y="637925"/>
                  <a:pt x="2555994" y="582913"/>
                  <a:pt x="2360377" y="584775"/>
                </a:cubicBezTo>
                <a:cubicBezTo>
                  <a:pt x="2164760" y="586637"/>
                  <a:pt x="2035403" y="583841"/>
                  <a:pt x="1773219" y="584775"/>
                </a:cubicBezTo>
                <a:cubicBezTo>
                  <a:pt x="1511035" y="585709"/>
                  <a:pt x="1321195" y="565699"/>
                  <a:pt x="986426" y="584775"/>
                </a:cubicBezTo>
                <a:cubicBezTo>
                  <a:pt x="651657" y="603851"/>
                  <a:pt x="359527" y="467557"/>
                  <a:pt x="0" y="584775"/>
                </a:cubicBezTo>
                <a:cubicBezTo>
                  <a:pt x="-62482" y="412431"/>
                  <a:pt x="48942" y="274844"/>
                  <a:pt x="0" y="0"/>
                </a:cubicBezTo>
                <a:close/>
              </a:path>
            </a:pathLst>
          </a:custGeom>
          <a:noFill/>
          <a:ln>
            <a:solidFill>
              <a:schemeClr val="accent5"/>
            </a:solidFill>
            <a:extLst>
              <a:ext uri="{C807C97D-BFC1-408E-A445-0C87EB9F89A2}">
                <ask:lineSketchStyleProps xmlns:ask="http://schemas.microsoft.com/office/drawing/2018/sketchyshapes" sd="1841869877">
                  <a:prstGeom prst="rect">
                    <a:avLst/>
                  </a:prstGeom>
                  <ask:type>
                    <ask:lineSketchScribble/>
                  </ask:type>
                </ask:lineSketchStyleProps>
              </a:ext>
            </a:extLst>
          </a:ln>
        </p:spPr>
        <p:txBody>
          <a:bodyPr wrap="square">
            <a:spAutoFit/>
          </a:bodyPr>
          <a:lstStyle/>
          <a:p>
            <a:r>
              <a:rPr lang="en-US" sz="3200" i="1" dirty="0"/>
              <a:t>The </a:t>
            </a:r>
            <a:r>
              <a:rPr lang="en-US" sz="3200" i="1" dirty="0">
                <a:solidFill>
                  <a:schemeClr val="accent5"/>
                </a:solidFill>
              </a:rPr>
              <a:t>weights and bias </a:t>
            </a:r>
            <a:r>
              <a:rPr lang="en-US" sz="3200" i="1" dirty="0"/>
              <a:t>are </a:t>
            </a:r>
            <a:r>
              <a:rPr lang="en-US" sz="3200" i="1" u="sng" dirty="0"/>
              <a:t>random numbers </a:t>
            </a:r>
            <a:r>
              <a:rPr lang="en-US" sz="3200" i="1" dirty="0"/>
              <a:t>before training.</a:t>
            </a:r>
            <a:endParaRPr lang="en-US" sz="1200" i="1" dirty="0"/>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6688024-A643-9F20-3599-E4AE01376D74}"/>
                  </a:ext>
                </a:extLst>
              </p:cNvPr>
              <p:cNvSpPr txBox="1"/>
              <p:nvPr/>
            </p:nvSpPr>
            <p:spPr>
              <a:xfrm>
                <a:off x="3662636" y="11013711"/>
                <a:ext cx="8684493" cy="2379113"/>
              </a:xfrm>
              <a:prstGeom prst="rect">
                <a:avLst/>
              </a:prstGeom>
              <a:noFill/>
            </p:spPr>
            <p:txBody>
              <a:bodyPr wrap="none" rtlCol="0">
                <a:spAutoFit/>
              </a:bodyPr>
              <a:lstStyle/>
              <a:p>
                <a:pPr/>
                <a14:m>
                  <m:oMathPara xmlns:m="http://schemas.openxmlformats.org/officeDocument/2006/math">
                    <m:oMath>
                      <m:r>
                        <a:rPr lang="en-US" sz="4000" smtClean="0">
                          <a:latin typeface="Cambria Math" panose="02040503050406030204" pitchFamily="18" charset="0"/>
                        </a:rPr>
                        <m:t>ℒ</m:t>
                      </m:r>
                      <m:d>
                        <m:dPr>
                          <m:ctrlPr>
                            <a:rPr lang="en-US" sz="4000" i="1" smtClean="0">
                              <a:solidFill>
                                <a:schemeClr val="accent5"/>
                              </a:solidFill>
                              <a:latin typeface="Cambria Math" panose="02040503050406030204" pitchFamily="18" charset="0"/>
                            </a:rPr>
                          </m:ctrlPr>
                        </m:dPr>
                        <m:e>
                          <m:r>
                            <a:rPr lang="en-US" sz="4000" i="1" smtClean="0">
                              <a:solidFill>
                                <a:schemeClr val="accent5"/>
                              </a:solidFill>
                              <a:latin typeface="Cambria Math" panose="02040503050406030204" pitchFamily="18" charset="0"/>
                            </a:rPr>
                            <m:t>𝜃</m:t>
                          </m:r>
                        </m:e>
                      </m:d>
                      <m:r>
                        <a:rPr lang="en-US" sz="4000" smtClean="0">
                          <a:latin typeface="Cambria Math" panose="02040503050406030204" pitchFamily="18" charset="0"/>
                        </a:rPr>
                        <m:t>=−</m:t>
                      </m:r>
                      <m:f>
                        <m:fPr>
                          <m:ctrlPr>
                            <a:rPr lang="en-US" sz="4000" b="0" i="0" smtClean="0">
                              <a:latin typeface="Cambria Math" panose="02040503050406030204" pitchFamily="18" charset="0"/>
                            </a:rPr>
                          </m:ctrlPr>
                        </m:fPr>
                        <m:num>
                          <m:r>
                            <a:rPr lang="en-US" sz="4000" b="0" i="0" smtClean="0">
                              <a:latin typeface="Cambria Math" panose="02040503050406030204" pitchFamily="18" charset="0"/>
                            </a:rPr>
                            <m:t>1</m:t>
                          </m:r>
                        </m:num>
                        <m:den>
                          <m:r>
                            <a:rPr lang="en-US" sz="4000" b="0" i="1" smtClean="0">
                              <a:latin typeface="Cambria Math" panose="02040503050406030204" pitchFamily="18" charset="0"/>
                            </a:rPr>
                            <m:t>𝑛</m:t>
                          </m:r>
                        </m:den>
                      </m:f>
                      <m:nary>
                        <m:naryPr>
                          <m:chr m:val="∑"/>
                          <m:limLoc m:val="undOvr"/>
                          <m:ctrlPr>
                            <a:rPr lang="en-US" sz="4000" i="1">
                              <a:latin typeface="Cambria Math" panose="02040503050406030204" pitchFamily="18" charset="0"/>
                            </a:rPr>
                          </m:ctrlPr>
                        </m:naryPr>
                        <m:sub>
                          <m:r>
                            <a:rPr lang="en-US" sz="4000" i="1">
                              <a:latin typeface="Cambria Math" panose="02040503050406030204" pitchFamily="18" charset="0"/>
                            </a:rPr>
                            <m:t>𝑖</m:t>
                          </m:r>
                          <m:r>
                            <a:rPr lang="en-US" sz="4000">
                              <a:latin typeface="Cambria Math" panose="02040503050406030204" pitchFamily="18" charset="0"/>
                            </a:rPr>
                            <m:t>=1</m:t>
                          </m:r>
                        </m:sub>
                        <m:sup>
                          <m:r>
                            <a:rPr lang="en-US" sz="4000" i="1">
                              <a:latin typeface="Cambria Math" panose="02040503050406030204" pitchFamily="18" charset="0"/>
                            </a:rPr>
                            <m:t>𝑛</m:t>
                          </m:r>
                        </m:sup>
                        <m:e>
                          <m:func>
                            <m:funcPr>
                              <m:ctrlPr>
                                <a:rPr lang="en-US" sz="4000">
                                  <a:latin typeface="Cambria Math" panose="02040503050406030204" pitchFamily="18" charset="0"/>
                                </a:rPr>
                              </m:ctrlPr>
                            </m:funcPr>
                            <m:fName>
                              <m:r>
                                <m:rPr>
                                  <m:sty m:val="p"/>
                                </m:rPr>
                                <a:rPr lang="en-US" sz="4000">
                                  <a:latin typeface="Cambria Math" panose="02040503050406030204" pitchFamily="18" charset="0"/>
                                </a:rPr>
                                <m:t>log</m:t>
                              </m:r>
                            </m:fName>
                            <m:e>
                              <m:r>
                                <a:rPr lang="en-US" sz="4000" i="1" smtClean="0">
                                  <a:solidFill>
                                    <a:schemeClr val="accent6"/>
                                  </a:solidFill>
                                  <a:latin typeface="Cambria Math" panose="02040503050406030204" pitchFamily="18" charset="0"/>
                                </a:rPr>
                                <m:t>𝑃</m:t>
                              </m:r>
                            </m:e>
                          </m:func>
                        </m:e>
                      </m:nary>
                      <m:d>
                        <m:dPr>
                          <m:ctrlPr>
                            <a:rPr lang="en-US" sz="4000" b="1" i="1">
                              <a:solidFill>
                                <a:schemeClr val="accent4"/>
                              </a:solidFill>
                              <a:latin typeface="Cambria Math" panose="02040503050406030204" pitchFamily="18" charset="0"/>
                            </a:rPr>
                          </m:ctrlPr>
                        </m:dPr>
                        <m:e>
                          <m:sSubSup>
                            <m:sSubSupPr>
                              <m:ctrlPr>
                                <a:rPr lang="en-US" sz="4000" b="1">
                                  <a:solidFill>
                                    <a:schemeClr val="accent4"/>
                                  </a:solidFill>
                                  <a:latin typeface="Cambria Math" panose="02040503050406030204" pitchFamily="18" charset="0"/>
                                </a:rPr>
                              </m:ctrlPr>
                            </m:sSubSupPr>
                            <m:e>
                              <m:r>
                                <a:rPr lang="en-US" sz="4000" b="1">
                                  <a:solidFill>
                                    <a:schemeClr val="accent4"/>
                                  </a:solidFill>
                                  <a:latin typeface="Cambria Math" panose="02040503050406030204" pitchFamily="18" charset="0"/>
                                </a:rPr>
                                <m:t>𝐱</m:t>
                              </m:r>
                            </m:e>
                            <m:sub>
                              <m:r>
                                <a:rPr lang="en-US" sz="4000" i="1">
                                  <a:solidFill>
                                    <a:schemeClr val="accent4"/>
                                  </a:solidFill>
                                  <a:latin typeface="Cambria Math" panose="02040503050406030204" pitchFamily="18" charset="0"/>
                                </a:rPr>
                                <m:t>𝑘</m:t>
                              </m:r>
                              <m:r>
                                <a:rPr lang="en-US" sz="4000">
                                  <a:solidFill>
                                    <a:schemeClr val="accent4"/>
                                  </a:solidFill>
                                  <a:latin typeface="Cambria Math" panose="02040503050406030204" pitchFamily="18" charset="0"/>
                                </a:rPr>
                                <m:t>+1</m:t>
                              </m:r>
                            </m:sub>
                            <m:sup>
                              <m:r>
                                <a:rPr lang="en-US" sz="4000" b="1" i="1" smtClean="0">
                                  <a:solidFill>
                                    <a:schemeClr val="tx1"/>
                                  </a:solidFill>
                                  <a:latin typeface="Cambria Math" panose="02040503050406030204" pitchFamily="18" charset="0"/>
                                </a:rPr>
                                <m:t>(</m:t>
                              </m:r>
                              <m:r>
                                <a:rPr lang="en-US" sz="4000" b="0" i="1" smtClean="0">
                                  <a:solidFill>
                                    <a:schemeClr val="tx1"/>
                                  </a:solidFill>
                                  <a:latin typeface="Cambria Math" panose="02040503050406030204" pitchFamily="18" charset="0"/>
                                </a:rPr>
                                <m:t>𝑖</m:t>
                              </m:r>
                              <m:r>
                                <a:rPr lang="en-US" sz="4000" b="1" i="1" smtClean="0">
                                  <a:solidFill>
                                    <a:schemeClr val="tx1"/>
                                  </a:solidFill>
                                  <a:latin typeface="Cambria Math" panose="02040503050406030204" pitchFamily="18" charset="0"/>
                                </a:rPr>
                                <m:t>)</m:t>
                              </m:r>
                            </m:sup>
                          </m:sSubSup>
                          <m:r>
                            <a:rPr lang="en-US" sz="4000">
                              <a:latin typeface="Cambria Math" panose="02040503050406030204" pitchFamily="18" charset="0"/>
                            </a:rPr>
                            <m:t>∣</m:t>
                          </m:r>
                          <m:sSubSup>
                            <m:sSubSupPr>
                              <m:ctrlPr>
                                <a:rPr lang="en-US" sz="4000" b="1">
                                  <a:solidFill>
                                    <a:srgbClr val="7030A0"/>
                                  </a:solidFill>
                                  <a:latin typeface="Cambria Math" panose="02040503050406030204" pitchFamily="18" charset="0"/>
                                </a:rPr>
                              </m:ctrlPr>
                            </m:sSubSupPr>
                            <m:e>
                              <m:r>
                                <a:rPr lang="en-US" sz="4000" b="1">
                                  <a:solidFill>
                                    <a:srgbClr val="7030A0"/>
                                  </a:solidFill>
                                  <a:latin typeface="Cambria Math" panose="02040503050406030204" pitchFamily="18" charset="0"/>
                                </a:rPr>
                                <m:t>𝐱</m:t>
                              </m:r>
                            </m:e>
                            <m:sub>
                              <m:r>
                                <a:rPr lang="en-US" sz="4000">
                                  <a:solidFill>
                                    <a:srgbClr val="7030A0"/>
                                  </a:solidFill>
                                  <a:latin typeface="Cambria Math" panose="02040503050406030204" pitchFamily="18" charset="0"/>
                                </a:rPr>
                                <m:t>1:</m:t>
                              </m:r>
                              <m:r>
                                <a:rPr lang="en-US" sz="4000" i="1">
                                  <a:solidFill>
                                    <a:srgbClr val="7030A0"/>
                                  </a:solidFill>
                                  <a:latin typeface="Cambria Math" panose="02040503050406030204" pitchFamily="18" charset="0"/>
                                </a:rPr>
                                <m:t>𝑘</m:t>
                              </m:r>
                            </m:sub>
                            <m:sup>
                              <m:r>
                                <a:rPr lang="en-US" sz="4000" b="0" i="1" smtClean="0">
                                  <a:solidFill>
                                    <a:schemeClr val="tx1"/>
                                  </a:solidFill>
                                  <a:latin typeface="Cambria Math" panose="02040503050406030204" pitchFamily="18" charset="0"/>
                                </a:rPr>
                                <m:t>(</m:t>
                              </m:r>
                              <m:r>
                                <a:rPr lang="en-US" sz="4000" b="0" i="1" smtClean="0">
                                  <a:solidFill>
                                    <a:schemeClr val="tx1"/>
                                  </a:solidFill>
                                  <a:latin typeface="Cambria Math" panose="02040503050406030204" pitchFamily="18" charset="0"/>
                                </a:rPr>
                                <m:t>𝑖</m:t>
                              </m:r>
                              <m:r>
                                <a:rPr lang="en-US" sz="4000" b="0" i="1" smtClean="0">
                                  <a:solidFill>
                                    <a:schemeClr val="tx1"/>
                                  </a:solidFill>
                                  <a:latin typeface="Cambria Math" panose="02040503050406030204" pitchFamily="18" charset="0"/>
                                </a:rPr>
                                <m:t>)</m:t>
                              </m:r>
                            </m:sup>
                          </m:sSubSup>
                          <m:r>
                            <a:rPr lang="en-US" sz="4000">
                              <a:latin typeface="Cambria Math" panose="02040503050406030204" pitchFamily="18" charset="0"/>
                            </a:rPr>
                            <m:t>; </m:t>
                          </m:r>
                          <m:r>
                            <a:rPr lang="en-US" sz="4000" i="1" smtClean="0">
                              <a:solidFill>
                                <a:schemeClr val="accent5"/>
                              </a:solidFill>
                              <a:latin typeface="Cambria Math" panose="02040503050406030204" pitchFamily="18" charset="0"/>
                            </a:rPr>
                            <m:t>𝜃</m:t>
                          </m:r>
                        </m:e>
                      </m:d>
                    </m:oMath>
                  </m:oMathPara>
                </a14:m>
                <a:endParaRPr lang="en-US" sz="4000" dirty="0"/>
              </a:p>
              <a:p>
                <a:endParaRPr lang="en-US" sz="4000" dirty="0"/>
              </a:p>
            </p:txBody>
          </p:sp>
        </mc:Choice>
        <mc:Fallback xmlns="">
          <p:sp>
            <p:nvSpPr>
              <p:cNvPr id="61" name="TextBox 60">
                <a:extLst>
                  <a:ext uri="{FF2B5EF4-FFF2-40B4-BE49-F238E27FC236}">
                    <a16:creationId xmlns:a16="http://schemas.microsoft.com/office/drawing/2014/main" id="{86688024-A643-9F20-3599-E4AE01376D74}"/>
                  </a:ext>
                </a:extLst>
              </p:cNvPr>
              <p:cNvSpPr txBox="1">
                <a:spLocks noRot="1" noChangeAspect="1" noMove="1" noResize="1" noEditPoints="1" noAdjustHandles="1" noChangeArrowheads="1" noChangeShapeType="1" noTextEdit="1"/>
              </p:cNvSpPr>
              <p:nvPr/>
            </p:nvSpPr>
            <p:spPr>
              <a:xfrm>
                <a:off x="3662636" y="11013711"/>
                <a:ext cx="8684493" cy="237911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3F9CB9AC-4DBA-6B95-7924-306FE937118E}"/>
                  </a:ext>
                </a:extLst>
              </p:cNvPr>
              <p:cNvSpPr txBox="1"/>
              <p:nvPr/>
            </p:nvSpPr>
            <p:spPr>
              <a:xfrm>
                <a:off x="15128626" y="10158956"/>
                <a:ext cx="13141574" cy="769441"/>
              </a:xfrm>
              <a:prstGeom prst="rect">
                <a:avLst/>
              </a:prstGeom>
              <a:noFill/>
            </p:spPr>
            <p:txBody>
              <a:bodyPr wrap="square">
                <a:spAutoFit/>
              </a:bodyPr>
              <a:lstStyle/>
              <a:p>
                <a:pPr marL="571500" indent="-571500">
                  <a:buFont typeface="Wingdings" panose="05000000000000000000" pitchFamily="2" charset="2"/>
                  <a:buChar char="q"/>
                </a:pPr>
                <a:r>
                  <a:rPr lang="en-US" sz="4400" dirty="0"/>
                  <a:t>You </a:t>
                </a:r>
                <a:r>
                  <a:rPr lang="en-US" sz="4400" i="1" dirty="0"/>
                  <a:t>evaluate </a:t>
                </a:r>
                <a14:m>
                  <m:oMath xmlns:m="http://schemas.openxmlformats.org/officeDocument/2006/math">
                    <m:r>
                      <a:rPr lang="en-US" sz="4400" smtClean="0">
                        <a:solidFill>
                          <a:schemeClr val="tx1"/>
                        </a:solidFill>
                        <a:latin typeface="Cambria Math" panose="02040503050406030204" pitchFamily="18" charset="0"/>
                      </a:rPr>
                      <m:t>ℒ</m:t>
                    </m:r>
                    <m:d>
                      <m:dPr>
                        <m:ctrlPr>
                          <a:rPr lang="en-US" sz="4400" i="1">
                            <a:solidFill>
                              <a:schemeClr val="tx1"/>
                            </a:solidFill>
                            <a:latin typeface="Cambria Math" panose="02040503050406030204" pitchFamily="18" charset="0"/>
                          </a:rPr>
                        </m:ctrlPr>
                      </m:dPr>
                      <m:e>
                        <m:r>
                          <a:rPr lang="en-US" sz="4400" i="1">
                            <a:solidFill>
                              <a:schemeClr val="tx1"/>
                            </a:solidFill>
                            <a:latin typeface="Cambria Math" panose="02040503050406030204" pitchFamily="18" charset="0"/>
                          </a:rPr>
                          <m:t>𝜃</m:t>
                        </m:r>
                      </m:e>
                    </m:d>
                  </m:oMath>
                </a14:m>
                <a:r>
                  <a:rPr lang="en-US" sz="4400" i="1" dirty="0"/>
                  <a:t> </a:t>
                </a:r>
                <a:r>
                  <a:rPr lang="en-US" sz="4400" dirty="0"/>
                  <a:t>over the corpus, </a:t>
                </a:r>
                <a14:m>
                  <m:oMath xmlns:m="http://schemas.openxmlformats.org/officeDocument/2006/math">
                    <m:r>
                      <a:rPr lang="en-US" sz="4400">
                        <a:latin typeface="Cambria Math" panose="02040503050406030204" pitchFamily="18" charset="0"/>
                      </a:rPr>
                      <m:t>𝒟</m:t>
                    </m:r>
                  </m:oMath>
                </a14:m>
                <a:r>
                  <a:rPr lang="en-US" sz="4400" dirty="0"/>
                  <a:t>, (</a:t>
                </a:r>
                <a14:m>
                  <m:oMath xmlns:m="http://schemas.openxmlformats.org/officeDocument/2006/math">
                    <m:r>
                      <a:rPr lang="en-US" sz="4400" b="0" i="1" smtClean="0">
                        <a:latin typeface="Cambria Math" panose="02040503050406030204" pitchFamily="18" charset="0"/>
                      </a:rPr>
                      <m:t>𝑖</m:t>
                    </m:r>
                    <m:r>
                      <a:rPr lang="en-US" sz="4400" b="0" i="1" smtClean="0">
                        <a:latin typeface="Cambria Math" panose="02040503050406030204" pitchFamily="18" charset="0"/>
                      </a:rPr>
                      <m:t>=1…</m:t>
                    </m:r>
                    <m:r>
                      <a:rPr lang="en-US" sz="4400" b="0" i="1" smtClean="0">
                        <a:latin typeface="Cambria Math" panose="02040503050406030204" pitchFamily="18" charset="0"/>
                      </a:rPr>
                      <m:t>𝑛</m:t>
                    </m:r>
                    <m:r>
                      <a:rPr lang="en-US" sz="4400" b="0" i="1" smtClean="0">
                        <a:latin typeface="Cambria Math" panose="02040503050406030204" pitchFamily="18" charset="0"/>
                      </a:rPr>
                      <m:t>)</m:t>
                    </m:r>
                  </m:oMath>
                </a14:m>
                <a:r>
                  <a:rPr lang="en-US" sz="4400" i="1" dirty="0"/>
                  <a:t>.</a:t>
                </a:r>
              </a:p>
            </p:txBody>
          </p:sp>
        </mc:Choice>
        <mc:Fallback xmlns="">
          <p:sp>
            <p:nvSpPr>
              <p:cNvPr id="64" name="TextBox 63">
                <a:extLst>
                  <a:ext uri="{FF2B5EF4-FFF2-40B4-BE49-F238E27FC236}">
                    <a16:creationId xmlns:a16="http://schemas.microsoft.com/office/drawing/2014/main" id="{3F9CB9AC-4DBA-6B95-7924-306FE937118E}"/>
                  </a:ext>
                </a:extLst>
              </p:cNvPr>
              <p:cNvSpPr txBox="1">
                <a:spLocks noRot="1" noChangeAspect="1" noMove="1" noResize="1" noEditPoints="1" noAdjustHandles="1" noChangeArrowheads="1" noChangeShapeType="1" noTextEdit="1"/>
              </p:cNvSpPr>
              <p:nvPr/>
            </p:nvSpPr>
            <p:spPr>
              <a:xfrm>
                <a:off x="15128626" y="10158956"/>
                <a:ext cx="13141574" cy="769441"/>
              </a:xfrm>
              <a:prstGeom prst="rect">
                <a:avLst/>
              </a:prstGeom>
              <a:blipFill>
                <a:blip r:embed="rId7"/>
                <a:stretch>
                  <a:fillRect l="-1716" t="-14961" b="-370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0E3D790-BC01-4339-288E-F3CEA3786F34}"/>
                  </a:ext>
                </a:extLst>
              </p:cNvPr>
              <p:cNvSpPr txBox="1"/>
              <p:nvPr/>
            </p:nvSpPr>
            <p:spPr>
              <a:xfrm>
                <a:off x="16685464" y="11170490"/>
                <a:ext cx="10027898" cy="1265988"/>
              </a:xfrm>
              <a:prstGeom prst="rect">
                <a:avLst/>
              </a:prstGeom>
              <a:noFill/>
            </p:spPr>
            <p:txBody>
              <a:bodyPr wrap="square">
                <a:spAutoFit/>
              </a:bodyPr>
              <a:lstStyle/>
              <a:p>
                <a:pPr>
                  <a:buNone/>
                </a:pPr>
                <a14:m>
                  <m:oMathPara xmlns:m="http://schemas.openxmlformats.org/officeDocument/2006/math">
                    <m:oMath>
                      <m:r>
                        <a:rPr lang="en-US" sz="4400" smtClean="0">
                          <a:latin typeface="Cambria Math" panose="02040503050406030204" pitchFamily="18" charset="0"/>
                        </a:rPr>
                        <m:t>𝒟</m:t>
                      </m:r>
                      <m:r>
                        <a:rPr lang="en-US" sz="4400" i="0">
                          <a:latin typeface="Cambria Math" panose="02040503050406030204" pitchFamily="18" charset="0"/>
                        </a:rPr>
                        <m:t>=</m:t>
                      </m:r>
                      <m:sSubSup>
                        <m:sSubSupPr>
                          <m:ctrlPr>
                            <a:rPr lang="en-US" sz="4400" b="1" i="1">
                              <a:solidFill>
                                <a:srgbClr val="7030A0"/>
                              </a:solidFill>
                              <a:latin typeface="Cambria Math" panose="02040503050406030204" pitchFamily="18" charset="0"/>
                            </a:rPr>
                          </m:ctrlPr>
                        </m:sSubSupPr>
                        <m:e>
                          <m:d>
                            <m:dPr>
                              <m:begChr m:val="{"/>
                              <m:endChr m:val="}"/>
                              <m:ctrlPr>
                                <a:rPr lang="en-US" sz="4400" b="1" i="1">
                                  <a:solidFill>
                                    <a:srgbClr val="7030A0"/>
                                  </a:solidFill>
                                  <a:latin typeface="Cambria Math" panose="02040503050406030204" pitchFamily="18" charset="0"/>
                                </a:rPr>
                              </m:ctrlPr>
                            </m:dPr>
                            <m:e>
                              <m:d>
                                <m:dPr>
                                  <m:ctrlPr>
                                    <a:rPr lang="en-US" sz="4400" b="1" i="1">
                                      <a:solidFill>
                                        <a:srgbClr val="7030A0"/>
                                      </a:solidFill>
                                      <a:latin typeface="Cambria Math" panose="02040503050406030204" pitchFamily="18" charset="0"/>
                                    </a:rPr>
                                  </m:ctrlPr>
                                </m:dPr>
                                <m:e>
                                  <m:sSubSup>
                                    <m:sSubSupPr>
                                      <m:ctrlPr>
                                        <a:rPr lang="en-US" sz="4400" b="1" i="0">
                                          <a:solidFill>
                                            <a:srgbClr val="7030A0"/>
                                          </a:solidFill>
                                          <a:latin typeface="Cambria Math" panose="02040503050406030204" pitchFamily="18" charset="0"/>
                                        </a:rPr>
                                      </m:ctrlPr>
                                    </m:sSubSupPr>
                                    <m:e>
                                      <m:r>
                                        <a:rPr lang="en-US" sz="4400" b="1" i="0">
                                          <a:solidFill>
                                            <a:srgbClr val="7030A0"/>
                                          </a:solidFill>
                                          <a:latin typeface="Cambria Math" panose="02040503050406030204" pitchFamily="18" charset="0"/>
                                        </a:rPr>
                                        <m:t>𝐱</m:t>
                                      </m:r>
                                    </m:e>
                                    <m:sub>
                                      <m:r>
                                        <a:rPr lang="en-US" sz="4400" b="0" i="0">
                                          <a:solidFill>
                                            <a:srgbClr val="7030A0"/>
                                          </a:solidFill>
                                          <a:latin typeface="Cambria Math" panose="02040503050406030204" pitchFamily="18" charset="0"/>
                                        </a:rPr>
                                        <m:t>1:</m:t>
                                      </m:r>
                                      <m:r>
                                        <a:rPr lang="en-US" sz="4400" b="0" i="1">
                                          <a:solidFill>
                                            <a:srgbClr val="7030A0"/>
                                          </a:solidFill>
                                          <a:latin typeface="Cambria Math" panose="02040503050406030204" pitchFamily="18" charset="0"/>
                                        </a:rPr>
                                        <m:t>𝑘</m:t>
                                      </m:r>
                                    </m:sub>
                                    <m:sup>
                                      <m:d>
                                        <m:dPr>
                                          <m:ctrlPr>
                                            <a:rPr lang="en-US" sz="4400" b="0" i="1">
                                              <a:solidFill>
                                                <a:srgbClr val="7030A0"/>
                                              </a:solidFill>
                                              <a:latin typeface="Cambria Math" panose="02040503050406030204" pitchFamily="18" charset="0"/>
                                            </a:rPr>
                                          </m:ctrlPr>
                                        </m:dPr>
                                        <m:e>
                                          <m:r>
                                            <a:rPr lang="en-US" sz="4400" b="0" i="1">
                                              <a:solidFill>
                                                <a:srgbClr val="7030A0"/>
                                              </a:solidFill>
                                              <a:latin typeface="Cambria Math" panose="02040503050406030204" pitchFamily="18" charset="0"/>
                                            </a:rPr>
                                            <m:t>𝑖</m:t>
                                          </m:r>
                                        </m:e>
                                      </m:d>
                                    </m:sup>
                                  </m:sSubSup>
                                  <m:r>
                                    <a:rPr lang="en-US" sz="4400" b="0" i="0">
                                      <a:latin typeface="Cambria Math" panose="02040503050406030204" pitchFamily="18" charset="0"/>
                                    </a:rPr>
                                    <m:t>, </m:t>
                                  </m:r>
                                  <m:sSubSup>
                                    <m:sSubSupPr>
                                      <m:ctrlPr>
                                        <a:rPr lang="en-US" sz="4400" b="1" i="0">
                                          <a:solidFill>
                                            <a:schemeClr val="accent4"/>
                                          </a:solidFill>
                                          <a:latin typeface="Cambria Math" panose="02040503050406030204" pitchFamily="18" charset="0"/>
                                        </a:rPr>
                                      </m:ctrlPr>
                                    </m:sSubSupPr>
                                    <m:e>
                                      <m:r>
                                        <a:rPr lang="en-US" sz="4400" b="1" i="0">
                                          <a:solidFill>
                                            <a:schemeClr val="accent4"/>
                                          </a:solidFill>
                                          <a:latin typeface="Cambria Math" panose="02040503050406030204" pitchFamily="18" charset="0"/>
                                        </a:rPr>
                                        <m:t>𝐱</m:t>
                                      </m:r>
                                    </m:e>
                                    <m:sub>
                                      <m:r>
                                        <a:rPr lang="en-US" sz="4400" b="0" i="1">
                                          <a:solidFill>
                                            <a:schemeClr val="accent4"/>
                                          </a:solidFill>
                                          <a:latin typeface="Cambria Math" panose="02040503050406030204" pitchFamily="18" charset="0"/>
                                        </a:rPr>
                                        <m:t>𝑘</m:t>
                                      </m:r>
                                      <m:r>
                                        <a:rPr lang="en-US" sz="4400" b="0" i="0">
                                          <a:solidFill>
                                            <a:schemeClr val="accent4"/>
                                          </a:solidFill>
                                          <a:latin typeface="Cambria Math" panose="02040503050406030204" pitchFamily="18" charset="0"/>
                                        </a:rPr>
                                        <m:t>+1</m:t>
                                      </m:r>
                                    </m:sub>
                                    <m:sup>
                                      <m:d>
                                        <m:dPr>
                                          <m:ctrlPr>
                                            <a:rPr lang="en-US" sz="4400" b="0" i="1">
                                              <a:solidFill>
                                                <a:schemeClr val="accent4"/>
                                              </a:solidFill>
                                              <a:latin typeface="Cambria Math" panose="02040503050406030204" pitchFamily="18" charset="0"/>
                                            </a:rPr>
                                          </m:ctrlPr>
                                        </m:dPr>
                                        <m:e>
                                          <m:r>
                                            <a:rPr lang="en-US" sz="4400" b="0" i="1">
                                              <a:solidFill>
                                                <a:schemeClr val="accent4"/>
                                              </a:solidFill>
                                              <a:latin typeface="Cambria Math" panose="02040503050406030204" pitchFamily="18" charset="0"/>
                                            </a:rPr>
                                            <m:t>𝑖</m:t>
                                          </m:r>
                                        </m:e>
                                      </m:d>
                                    </m:sup>
                                  </m:sSubSup>
                                </m:e>
                              </m:d>
                            </m:e>
                          </m:d>
                        </m:e>
                        <m:sub>
                          <m:r>
                            <a:rPr lang="en-US" sz="4400" b="0" i="1">
                              <a:latin typeface="Cambria Math" panose="02040503050406030204" pitchFamily="18" charset="0"/>
                            </a:rPr>
                            <m:t>𝑖</m:t>
                          </m:r>
                          <m:r>
                            <a:rPr lang="en-US" sz="4400" b="0" i="0">
                              <a:latin typeface="Cambria Math" panose="02040503050406030204" pitchFamily="18" charset="0"/>
                            </a:rPr>
                            <m:t>=1</m:t>
                          </m:r>
                        </m:sub>
                        <m:sup>
                          <m:r>
                            <a:rPr lang="en-US" sz="4400" b="0" i="1">
                              <a:latin typeface="Cambria Math" panose="02040503050406030204" pitchFamily="18" charset="0"/>
                            </a:rPr>
                            <m:t>𝑛</m:t>
                          </m:r>
                        </m:sup>
                      </m:sSubSup>
                    </m:oMath>
                  </m:oMathPara>
                </a14:m>
                <a:endParaRPr lang="en-US" sz="4400" dirty="0">
                  <a:effectLst/>
                  <a:latin typeface="Google Sans Text"/>
                </a:endParaRPr>
              </a:p>
            </p:txBody>
          </p:sp>
        </mc:Choice>
        <mc:Fallback xmlns="">
          <p:sp>
            <p:nvSpPr>
              <p:cNvPr id="68" name="TextBox 67">
                <a:extLst>
                  <a:ext uri="{FF2B5EF4-FFF2-40B4-BE49-F238E27FC236}">
                    <a16:creationId xmlns:a16="http://schemas.microsoft.com/office/drawing/2014/main" id="{40E3D790-BC01-4339-288E-F3CEA3786F34}"/>
                  </a:ext>
                </a:extLst>
              </p:cNvPr>
              <p:cNvSpPr txBox="1">
                <a:spLocks noRot="1" noChangeAspect="1" noMove="1" noResize="1" noEditPoints="1" noAdjustHandles="1" noChangeArrowheads="1" noChangeShapeType="1" noTextEdit="1"/>
              </p:cNvSpPr>
              <p:nvPr/>
            </p:nvSpPr>
            <p:spPr>
              <a:xfrm>
                <a:off x="16685464" y="11170490"/>
                <a:ext cx="10027898" cy="126598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BBF8E314-9705-8C8D-EE4A-9CF0B854E49C}"/>
                  </a:ext>
                </a:extLst>
              </p:cNvPr>
              <p:cNvSpPr txBox="1"/>
              <p:nvPr/>
            </p:nvSpPr>
            <p:spPr>
              <a:xfrm>
                <a:off x="16913673" y="12612558"/>
                <a:ext cx="10027898" cy="1077218"/>
              </a:xfrm>
              <a:custGeom>
                <a:avLst/>
                <a:gdLst>
                  <a:gd name="csX0" fmla="*/ 0 w 10027898"/>
                  <a:gd name="csY0" fmla="*/ 0 h 1077218"/>
                  <a:gd name="csX1" fmla="*/ 289039 w 10027898"/>
                  <a:gd name="csY1" fmla="*/ 0 h 1077218"/>
                  <a:gd name="csX2" fmla="*/ 878916 w 10027898"/>
                  <a:gd name="csY2" fmla="*/ 0 h 1077218"/>
                  <a:gd name="csX3" fmla="*/ 1268234 w 10027898"/>
                  <a:gd name="csY3" fmla="*/ 0 h 1077218"/>
                  <a:gd name="csX4" fmla="*/ 2058668 w 10027898"/>
                  <a:gd name="csY4" fmla="*/ 0 h 1077218"/>
                  <a:gd name="csX5" fmla="*/ 2849103 w 10027898"/>
                  <a:gd name="csY5" fmla="*/ 0 h 1077218"/>
                  <a:gd name="csX6" fmla="*/ 3539258 w 10027898"/>
                  <a:gd name="csY6" fmla="*/ 0 h 1077218"/>
                  <a:gd name="csX7" fmla="*/ 4229413 w 10027898"/>
                  <a:gd name="csY7" fmla="*/ 0 h 1077218"/>
                  <a:gd name="csX8" fmla="*/ 4518453 w 10027898"/>
                  <a:gd name="csY8" fmla="*/ 0 h 1077218"/>
                  <a:gd name="csX9" fmla="*/ 4807492 w 10027898"/>
                  <a:gd name="csY9" fmla="*/ 0 h 1077218"/>
                  <a:gd name="csX10" fmla="*/ 5196811 w 10027898"/>
                  <a:gd name="csY10" fmla="*/ 0 h 1077218"/>
                  <a:gd name="csX11" fmla="*/ 5786687 w 10027898"/>
                  <a:gd name="csY11" fmla="*/ 0 h 1077218"/>
                  <a:gd name="csX12" fmla="*/ 6577121 w 10027898"/>
                  <a:gd name="csY12" fmla="*/ 0 h 1077218"/>
                  <a:gd name="csX13" fmla="*/ 7267277 w 10027898"/>
                  <a:gd name="csY13" fmla="*/ 0 h 1077218"/>
                  <a:gd name="csX14" fmla="*/ 8057711 w 10027898"/>
                  <a:gd name="csY14" fmla="*/ 0 h 1077218"/>
                  <a:gd name="csX15" fmla="*/ 8848145 w 10027898"/>
                  <a:gd name="csY15" fmla="*/ 0 h 1077218"/>
                  <a:gd name="csX16" fmla="*/ 9438022 w 10027898"/>
                  <a:gd name="csY16" fmla="*/ 0 h 1077218"/>
                  <a:gd name="csX17" fmla="*/ 10027898 w 10027898"/>
                  <a:gd name="csY17" fmla="*/ 0 h 1077218"/>
                  <a:gd name="csX18" fmla="*/ 10027898 w 10027898"/>
                  <a:gd name="csY18" fmla="*/ 527837 h 1077218"/>
                  <a:gd name="csX19" fmla="*/ 10027898 w 10027898"/>
                  <a:gd name="csY19" fmla="*/ 1077218 h 1077218"/>
                  <a:gd name="csX20" fmla="*/ 9738859 w 10027898"/>
                  <a:gd name="csY20" fmla="*/ 1077218 h 1077218"/>
                  <a:gd name="csX21" fmla="*/ 9048703 w 10027898"/>
                  <a:gd name="csY21" fmla="*/ 1077218 h 1077218"/>
                  <a:gd name="csX22" fmla="*/ 8258269 w 10027898"/>
                  <a:gd name="csY22" fmla="*/ 1077218 h 1077218"/>
                  <a:gd name="csX23" fmla="*/ 7568114 w 10027898"/>
                  <a:gd name="csY23" fmla="*/ 1077218 h 1077218"/>
                  <a:gd name="csX24" fmla="*/ 7178795 w 10027898"/>
                  <a:gd name="csY24" fmla="*/ 1077218 h 1077218"/>
                  <a:gd name="csX25" fmla="*/ 6488640 w 10027898"/>
                  <a:gd name="csY25" fmla="*/ 1077218 h 1077218"/>
                  <a:gd name="csX26" fmla="*/ 5999043 w 10027898"/>
                  <a:gd name="csY26" fmla="*/ 1077218 h 1077218"/>
                  <a:gd name="csX27" fmla="*/ 5609724 w 10027898"/>
                  <a:gd name="csY27" fmla="*/ 1077218 h 1077218"/>
                  <a:gd name="csX28" fmla="*/ 5220406 w 10027898"/>
                  <a:gd name="csY28" fmla="*/ 1077218 h 1077218"/>
                  <a:gd name="csX29" fmla="*/ 4730808 w 10027898"/>
                  <a:gd name="csY29" fmla="*/ 1077218 h 1077218"/>
                  <a:gd name="csX30" fmla="*/ 4441769 w 10027898"/>
                  <a:gd name="csY30" fmla="*/ 1077218 h 1077218"/>
                  <a:gd name="csX31" fmla="*/ 4152730 w 10027898"/>
                  <a:gd name="csY31" fmla="*/ 1077218 h 1077218"/>
                  <a:gd name="csX32" fmla="*/ 3362295 w 10027898"/>
                  <a:gd name="csY32" fmla="*/ 1077218 h 1077218"/>
                  <a:gd name="csX33" fmla="*/ 3073256 w 10027898"/>
                  <a:gd name="csY33" fmla="*/ 1077218 h 1077218"/>
                  <a:gd name="csX34" fmla="*/ 2282821 w 10027898"/>
                  <a:gd name="csY34" fmla="*/ 1077218 h 1077218"/>
                  <a:gd name="csX35" fmla="*/ 1993782 w 10027898"/>
                  <a:gd name="csY35" fmla="*/ 1077218 h 1077218"/>
                  <a:gd name="csX36" fmla="*/ 1303627 w 10027898"/>
                  <a:gd name="csY36" fmla="*/ 1077218 h 1077218"/>
                  <a:gd name="csX37" fmla="*/ 713750 w 10027898"/>
                  <a:gd name="csY37" fmla="*/ 1077218 h 1077218"/>
                  <a:gd name="csX38" fmla="*/ 0 w 10027898"/>
                  <a:gd name="csY38" fmla="*/ 1077218 h 1077218"/>
                  <a:gd name="csX39" fmla="*/ 0 w 10027898"/>
                  <a:gd name="csY39" fmla="*/ 549381 h 1077218"/>
                  <a:gd name="csX40" fmla="*/ 0 w 10027898"/>
                  <a:gd name="csY40" fmla="*/ 0 h 1077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027898" h="1077218" extrusionOk="0">
                    <a:moveTo>
                      <a:pt x="0" y="0"/>
                    </a:moveTo>
                    <a:cubicBezTo>
                      <a:pt x="74713" y="-28720"/>
                      <a:pt x="227730" y="8075"/>
                      <a:pt x="289039" y="0"/>
                    </a:cubicBezTo>
                    <a:cubicBezTo>
                      <a:pt x="350348" y="-8075"/>
                      <a:pt x="685106" y="11193"/>
                      <a:pt x="878916" y="0"/>
                    </a:cubicBezTo>
                    <a:cubicBezTo>
                      <a:pt x="1072726" y="-11193"/>
                      <a:pt x="1111880" y="21289"/>
                      <a:pt x="1268234" y="0"/>
                    </a:cubicBezTo>
                    <a:cubicBezTo>
                      <a:pt x="1424588" y="-21289"/>
                      <a:pt x="1767243" y="4117"/>
                      <a:pt x="2058668" y="0"/>
                    </a:cubicBezTo>
                    <a:cubicBezTo>
                      <a:pt x="2350093" y="-4117"/>
                      <a:pt x="2664288" y="36418"/>
                      <a:pt x="2849103" y="0"/>
                    </a:cubicBezTo>
                    <a:cubicBezTo>
                      <a:pt x="3033918" y="-36418"/>
                      <a:pt x="3394816" y="23599"/>
                      <a:pt x="3539258" y="0"/>
                    </a:cubicBezTo>
                    <a:cubicBezTo>
                      <a:pt x="3683701" y="-23599"/>
                      <a:pt x="3960224" y="32691"/>
                      <a:pt x="4229413" y="0"/>
                    </a:cubicBezTo>
                    <a:cubicBezTo>
                      <a:pt x="4498602" y="-32691"/>
                      <a:pt x="4441469" y="31757"/>
                      <a:pt x="4518453" y="0"/>
                    </a:cubicBezTo>
                    <a:cubicBezTo>
                      <a:pt x="4595437" y="-31757"/>
                      <a:pt x="4673070" y="16558"/>
                      <a:pt x="4807492" y="0"/>
                    </a:cubicBezTo>
                    <a:cubicBezTo>
                      <a:pt x="4941914" y="-16558"/>
                      <a:pt x="5075254" y="39914"/>
                      <a:pt x="5196811" y="0"/>
                    </a:cubicBezTo>
                    <a:cubicBezTo>
                      <a:pt x="5318368" y="-39914"/>
                      <a:pt x="5623929" y="32954"/>
                      <a:pt x="5786687" y="0"/>
                    </a:cubicBezTo>
                    <a:cubicBezTo>
                      <a:pt x="5949445" y="-32954"/>
                      <a:pt x="6234279" y="25914"/>
                      <a:pt x="6577121" y="0"/>
                    </a:cubicBezTo>
                    <a:cubicBezTo>
                      <a:pt x="6919963" y="-25914"/>
                      <a:pt x="6930021" y="31532"/>
                      <a:pt x="7267277" y="0"/>
                    </a:cubicBezTo>
                    <a:cubicBezTo>
                      <a:pt x="7604533" y="-31532"/>
                      <a:pt x="7727401" y="74526"/>
                      <a:pt x="8057711" y="0"/>
                    </a:cubicBezTo>
                    <a:cubicBezTo>
                      <a:pt x="8388021" y="-74526"/>
                      <a:pt x="8526560" y="5037"/>
                      <a:pt x="8848145" y="0"/>
                    </a:cubicBezTo>
                    <a:cubicBezTo>
                      <a:pt x="9169730" y="-5037"/>
                      <a:pt x="9166144" y="41749"/>
                      <a:pt x="9438022" y="0"/>
                    </a:cubicBezTo>
                    <a:cubicBezTo>
                      <a:pt x="9709900" y="-41749"/>
                      <a:pt x="9799307" y="25466"/>
                      <a:pt x="10027898" y="0"/>
                    </a:cubicBezTo>
                    <a:cubicBezTo>
                      <a:pt x="10028640" y="208837"/>
                      <a:pt x="9979652" y="363590"/>
                      <a:pt x="10027898" y="527837"/>
                    </a:cubicBezTo>
                    <a:cubicBezTo>
                      <a:pt x="10076144" y="692084"/>
                      <a:pt x="9981256" y="862490"/>
                      <a:pt x="10027898" y="1077218"/>
                    </a:cubicBezTo>
                    <a:cubicBezTo>
                      <a:pt x="9958525" y="1083438"/>
                      <a:pt x="9830963" y="1073986"/>
                      <a:pt x="9738859" y="1077218"/>
                    </a:cubicBezTo>
                    <a:cubicBezTo>
                      <a:pt x="9646755" y="1080450"/>
                      <a:pt x="9310595" y="1035483"/>
                      <a:pt x="9048703" y="1077218"/>
                    </a:cubicBezTo>
                    <a:cubicBezTo>
                      <a:pt x="8786811" y="1118953"/>
                      <a:pt x="8418090" y="1044155"/>
                      <a:pt x="8258269" y="1077218"/>
                    </a:cubicBezTo>
                    <a:cubicBezTo>
                      <a:pt x="8098448" y="1110281"/>
                      <a:pt x="7831092" y="1064572"/>
                      <a:pt x="7568114" y="1077218"/>
                    </a:cubicBezTo>
                    <a:cubicBezTo>
                      <a:pt x="7305136" y="1089864"/>
                      <a:pt x="7259007" y="1075474"/>
                      <a:pt x="7178795" y="1077218"/>
                    </a:cubicBezTo>
                    <a:cubicBezTo>
                      <a:pt x="7098583" y="1078962"/>
                      <a:pt x="6793297" y="1051212"/>
                      <a:pt x="6488640" y="1077218"/>
                    </a:cubicBezTo>
                    <a:cubicBezTo>
                      <a:pt x="6183983" y="1103224"/>
                      <a:pt x="6240267" y="1023132"/>
                      <a:pt x="5999043" y="1077218"/>
                    </a:cubicBezTo>
                    <a:cubicBezTo>
                      <a:pt x="5757819" y="1131304"/>
                      <a:pt x="5706489" y="1057116"/>
                      <a:pt x="5609724" y="1077218"/>
                    </a:cubicBezTo>
                    <a:cubicBezTo>
                      <a:pt x="5512959" y="1097320"/>
                      <a:pt x="5345290" y="1073727"/>
                      <a:pt x="5220406" y="1077218"/>
                    </a:cubicBezTo>
                    <a:cubicBezTo>
                      <a:pt x="5095522" y="1080709"/>
                      <a:pt x="4859424" y="1075363"/>
                      <a:pt x="4730808" y="1077218"/>
                    </a:cubicBezTo>
                    <a:cubicBezTo>
                      <a:pt x="4602192" y="1079073"/>
                      <a:pt x="4552445" y="1058325"/>
                      <a:pt x="4441769" y="1077218"/>
                    </a:cubicBezTo>
                    <a:cubicBezTo>
                      <a:pt x="4331093" y="1096111"/>
                      <a:pt x="4287860" y="1076411"/>
                      <a:pt x="4152730" y="1077218"/>
                    </a:cubicBezTo>
                    <a:cubicBezTo>
                      <a:pt x="4017600" y="1078025"/>
                      <a:pt x="3556314" y="1059387"/>
                      <a:pt x="3362295" y="1077218"/>
                    </a:cubicBezTo>
                    <a:cubicBezTo>
                      <a:pt x="3168276" y="1095049"/>
                      <a:pt x="3210412" y="1070799"/>
                      <a:pt x="3073256" y="1077218"/>
                    </a:cubicBezTo>
                    <a:cubicBezTo>
                      <a:pt x="2936100" y="1083637"/>
                      <a:pt x="2569611" y="1012800"/>
                      <a:pt x="2282821" y="1077218"/>
                    </a:cubicBezTo>
                    <a:cubicBezTo>
                      <a:pt x="1996031" y="1141636"/>
                      <a:pt x="2053524" y="1066328"/>
                      <a:pt x="1993782" y="1077218"/>
                    </a:cubicBezTo>
                    <a:cubicBezTo>
                      <a:pt x="1934040" y="1088108"/>
                      <a:pt x="1493882" y="1053945"/>
                      <a:pt x="1303627" y="1077218"/>
                    </a:cubicBezTo>
                    <a:cubicBezTo>
                      <a:pt x="1113372" y="1100491"/>
                      <a:pt x="873455" y="1028379"/>
                      <a:pt x="713750" y="1077218"/>
                    </a:cubicBezTo>
                    <a:cubicBezTo>
                      <a:pt x="554045" y="1126057"/>
                      <a:pt x="294747" y="1045897"/>
                      <a:pt x="0" y="1077218"/>
                    </a:cubicBezTo>
                    <a:cubicBezTo>
                      <a:pt x="-37475" y="955224"/>
                      <a:pt x="13888" y="670052"/>
                      <a:pt x="0" y="549381"/>
                    </a:cubicBezTo>
                    <a:cubicBezTo>
                      <a:pt x="-13888" y="428710"/>
                      <a:pt x="53401" y="243611"/>
                      <a:pt x="0" y="0"/>
                    </a:cubicBezTo>
                    <a:close/>
                  </a:path>
                </a:pathLst>
              </a:custGeom>
              <a:noFill/>
              <a:ln>
                <a:solidFill>
                  <a:schemeClr val="accent5"/>
                </a:solidFill>
                <a:extLst>
                  <a:ext uri="{C807C97D-BFC1-408E-A445-0C87EB9F89A2}">
                    <ask:lineSketchStyleProps xmlns:ask="http://schemas.microsoft.com/office/drawing/2018/sketchyshapes" sd="1672634775">
                      <a:prstGeom prst="rect">
                        <a:avLst/>
                      </a:prstGeom>
                      <ask:type>
                        <ask:lineSketchScribble/>
                      </ask:type>
                    </ask:lineSketchStyleProps>
                  </a:ext>
                </a:extLst>
              </a:ln>
            </p:spPr>
            <p:txBody>
              <a:bodyPr wrap="square">
                <a:spAutoFit/>
              </a:bodyPr>
              <a:lstStyle/>
              <a:p>
                <a:pPr algn="ctr">
                  <a:buNone/>
                </a:pPr>
                <a:r>
                  <a:rPr lang="en-US" sz="3200" i="1" dirty="0"/>
                  <a:t>Example</a:t>
                </a:r>
                <a:r>
                  <a:rPr lang="en-US" sz="3200" dirty="0"/>
                  <a:t>:</a:t>
                </a:r>
                <a:br>
                  <a:rPr lang="en-US" sz="3200" dirty="0"/>
                </a:br>
                <a:r>
                  <a:rPr lang="en-US" sz="3200" dirty="0"/>
                  <a:t> </a:t>
                </a:r>
                <a14:m>
                  <m:oMath xmlns:m="http://schemas.openxmlformats.org/officeDocument/2006/math">
                    <m:r>
                      <a:rPr lang="en-US" sz="3200" smtClean="0">
                        <a:latin typeface="Cambria Math" panose="02040503050406030204" pitchFamily="18" charset="0"/>
                      </a:rPr>
                      <m:t>𝒟</m:t>
                    </m:r>
                    <m:r>
                      <a:rPr lang="en-US" sz="3200" i="0">
                        <a:latin typeface="Cambria Math" panose="02040503050406030204" pitchFamily="18" charset="0"/>
                      </a:rPr>
                      <m:t>=</m:t>
                    </m:r>
                    <m:d>
                      <m:dPr>
                        <m:begChr m:val="{"/>
                        <m:endChr m:val="}"/>
                        <m:ctrlPr>
                          <a:rPr lang="en-US" sz="3200" i="1">
                            <a:latin typeface="Cambria Math" panose="02040503050406030204" pitchFamily="18" charset="0"/>
                          </a:rPr>
                        </m:ctrlPr>
                      </m:dPr>
                      <m:e>
                        <m:d>
                          <m:dPr>
                            <m:ctrlPr>
                              <a:rPr lang="en-US" sz="3200" i="0"/>
                            </m:ctrlPr>
                          </m:dPr>
                          <m:e>
                            <m:r>
                              <m:rPr>
                                <m:nor/>
                              </m:rPr>
                              <a:rPr lang="en-US" sz="3200" i="0"/>
                              <m:t>"1"</m:t>
                            </m:r>
                            <m:r>
                              <a:rPr lang="en-US" sz="3200" i="0">
                                <a:latin typeface="Cambria Math" panose="02040503050406030204" pitchFamily="18" charset="0"/>
                              </a:rPr>
                              <m:t>, </m:t>
                            </m:r>
                            <m:r>
                              <m:rPr>
                                <m:nor/>
                              </m:rPr>
                              <a:rPr lang="en-US" sz="3200" i="0"/>
                              <m:t>"3"</m:t>
                            </m:r>
                          </m:e>
                        </m:d>
                        <m:r>
                          <a:rPr lang="en-US" sz="3200" i="0">
                            <a:latin typeface="Cambria Math" panose="02040503050406030204" pitchFamily="18" charset="0"/>
                          </a:rPr>
                          <m:t>, </m:t>
                        </m:r>
                        <m:d>
                          <m:dPr>
                            <m:ctrlPr>
                              <a:rPr lang="en-US" sz="3200" i="0"/>
                            </m:ctrlPr>
                          </m:dPr>
                          <m:e>
                            <m:r>
                              <m:rPr>
                                <m:nor/>
                              </m:rPr>
                              <a:rPr lang="en-US" sz="3200" i="0"/>
                              <m:t>"2"</m:t>
                            </m:r>
                            <m:r>
                              <a:rPr lang="en-US" sz="3200" i="0">
                                <a:latin typeface="Cambria Math" panose="02040503050406030204" pitchFamily="18" charset="0"/>
                              </a:rPr>
                              <m:t>, </m:t>
                            </m:r>
                            <m:r>
                              <m:rPr>
                                <m:nor/>
                              </m:rPr>
                              <a:rPr lang="en-US" sz="3200" i="0"/>
                              <m:t>"5"</m:t>
                            </m:r>
                          </m:e>
                        </m:d>
                        <m:r>
                          <a:rPr lang="en-US" sz="3200" i="0">
                            <a:latin typeface="Cambria Math" panose="02040503050406030204" pitchFamily="18" charset="0"/>
                          </a:rPr>
                          <m:t>, </m:t>
                        </m:r>
                        <m:d>
                          <m:dPr>
                            <m:ctrlPr>
                              <a:rPr lang="en-US" sz="3200" i="0"/>
                            </m:ctrlPr>
                          </m:dPr>
                          <m:e>
                            <m:r>
                              <m:rPr>
                                <m:nor/>
                              </m:rPr>
                              <a:rPr lang="en-US" sz="3200" i="0"/>
                              <m:t>"London"</m:t>
                            </m:r>
                            <m:r>
                              <a:rPr lang="en-US" sz="3200" i="0">
                                <a:latin typeface="Cambria Math" panose="02040503050406030204" pitchFamily="18" charset="0"/>
                              </a:rPr>
                              <m:t>, </m:t>
                            </m:r>
                            <m:r>
                              <m:rPr>
                                <m:nor/>
                              </m:rPr>
                              <a:rPr lang="en-US" sz="3200" i="0"/>
                              <m:t>"2"</m:t>
                            </m:r>
                          </m:e>
                        </m:d>
                        <m:r>
                          <a:rPr lang="en-US" sz="3200" i="0">
                            <a:latin typeface="Cambria Math" panose="02040503050406030204" pitchFamily="18" charset="0"/>
                          </a:rPr>
                          <m:t>, …</m:t>
                        </m:r>
                      </m:e>
                    </m:d>
                  </m:oMath>
                </a14:m>
                <a:endParaRPr lang="en-US" sz="3200" dirty="0">
                  <a:effectLst/>
                  <a:latin typeface="Google Sans Text"/>
                </a:endParaRPr>
              </a:p>
            </p:txBody>
          </p:sp>
        </mc:Choice>
        <mc:Fallback xmlns="">
          <p:sp>
            <p:nvSpPr>
              <p:cNvPr id="70" name="TextBox 69">
                <a:extLst>
                  <a:ext uri="{FF2B5EF4-FFF2-40B4-BE49-F238E27FC236}">
                    <a16:creationId xmlns:a16="http://schemas.microsoft.com/office/drawing/2014/main" id="{BBF8E314-9705-8C8D-EE4A-9CF0B854E49C}"/>
                  </a:ext>
                </a:extLst>
              </p:cNvPr>
              <p:cNvSpPr txBox="1">
                <a:spLocks noRot="1" noChangeAspect="1" noMove="1" noResize="1" noEditPoints="1" noAdjustHandles="1" noChangeArrowheads="1" noChangeShapeType="1" noTextEdit="1"/>
              </p:cNvSpPr>
              <p:nvPr/>
            </p:nvSpPr>
            <p:spPr>
              <a:xfrm>
                <a:off x="16913673" y="12612558"/>
                <a:ext cx="10027898" cy="1077218"/>
              </a:xfrm>
              <a:prstGeom prst="rect">
                <a:avLst/>
              </a:prstGeom>
              <a:blipFill>
                <a:blip r:embed="rId9"/>
                <a:stretch>
                  <a:fillRect t="-3684"/>
                </a:stretch>
              </a:blipFill>
              <a:ln>
                <a:solidFill>
                  <a:schemeClr val="accent5"/>
                </a:solidFill>
                <a:extLst>
                  <a:ext uri="{C807C97D-BFC1-408E-A445-0C87EB9F89A2}">
                    <ask:lineSketchStyleProps xmlns:ask="http://schemas.microsoft.com/office/drawing/2018/sketchyshapes" sd="1672634775">
                      <a:custGeom>
                        <a:avLst/>
                        <a:gdLst>
                          <a:gd name="csX0" fmla="*/ 0 w 10027898"/>
                          <a:gd name="csY0" fmla="*/ 0 h 1077218"/>
                          <a:gd name="csX1" fmla="*/ 289039 w 10027898"/>
                          <a:gd name="csY1" fmla="*/ 0 h 1077218"/>
                          <a:gd name="csX2" fmla="*/ 878916 w 10027898"/>
                          <a:gd name="csY2" fmla="*/ 0 h 1077218"/>
                          <a:gd name="csX3" fmla="*/ 1268234 w 10027898"/>
                          <a:gd name="csY3" fmla="*/ 0 h 1077218"/>
                          <a:gd name="csX4" fmla="*/ 2058668 w 10027898"/>
                          <a:gd name="csY4" fmla="*/ 0 h 1077218"/>
                          <a:gd name="csX5" fmla="*/ 2849103 w 10027898"/>
                          <a:gd name="csY5" fmla="*/ 0 h 1077218"/>
                          <a:gd name="csX6" fmla="*/ 3539258 w 10027898"/>
                          <a:gd name="csY6" fmla="*/ 0 h 1077218"/>
                          <a:gd name="csX7" fmla="*/ 4229413 w 10027898"/>
                          <a:gd name="csY7" fmla="*/ 0 h 1077218"/>
                          <a:gd name="csX8" fmla="*/ 4518453 w 10027898"/>
                          <a:gd name="csY8" fmla="*/ 0 h 1077218"/>
                          <a:gd name="csX9" fmla="*/ 4807492 w 10027898"/>
                          <a:gd name="csY9" fmla="*/ 0 h 1077218"/>
                          <a:gd name="csX10" fmla="*/ 5196811 w 10027898"/>
                          <a:gd name="csY10" fmla="*/ 0 h 1077218"/>
                          <a:gd name="csX11" fmla="*/ 5786687 w 10027898"/>
                          <a:gd name="csY11" fmla="*/ 0 h 1077218"/>
                          <a:gd name="csX12" fmla="*/ 6577121 w 10027898"/>
                          <a:gd name="csY12" fmla="*/ 0 h 1077218"/>
                          <a:gd name="csX13" fmla="*/ 7267277 w 10027898"/>
                          <a:gd name="csY13" fmla="*/ 0 h 1077218"/>
                          <a:gd name="csX14" fmla="*/ 8057711 w 10027898"/>
                          <a:gd name="csY14" fmla="*/ 0 h 1077218"/>
                          <a:gd name="csX15" fmla="*/ 8848145 w 10027898"/>
                          <a:gd name="csY15" fmla="*/ 0 h 1077218"/>
                          <a:gd name="csX16" fmla="*/ 9438022 w 10027898"/>
                          <a:gd name="csY16" fmla="*/ 0 h 1077218"/>
                          <a:gd name="csX17" fmla="*/ 10027898 w 10027898"/>
                          <a:gd name="csY17" fmla="*/ 0 h 1077218"/>
                          <a:gd name="csX18" fmla="*/ 10027898 w 10027898"/>
                          <a:gd name="csY18" fmla="*/ 527837 h 1077218"/>
                          <a:gd name="csX19" fmla="*/ 10027898 w 10027898"/>
                          <a:gd name="csY19" fmla="*/ 1077218 h 1077218"/>
                          <a:gd name="csX20" fmla="*/ 9738859 w 10027898"/>
                          <a:gd name="csY20" fmla="*/ 1077218 h 1077218"/>
                          <a:gd name="csX21" fmla="*/ 9048703 w 10027898"/>
                          <a:gd name="csY21" fmla="*/ 1077218 h 1077218"/>
                          <a:gd name="csX22" fmla="*/ 8258269 w 10027898"/>
                          <a:gd name="csY22" fmla="*/ 1077218 h 1077218"/>
                          <a:gd name="csX23" fmla="*/ 7568114 w 10027898"/>
                          <a:gd name="csY23" fmla="*/ 1077218 h 1077218"/>
                          <a:gd name="csX24" fmla="*/ 7178795 w 10027898"/>
                          <a:gd name="csY24" fmla="*/ 1077218 h 1077218"/>
                          <a:gd name="csX25" fmla="*/ 6488640 w 10027898"/>
                          <a:gd name="csY25" fmla="*/ 1077218 h 1077218"/>
                          <a:gd name="csX26" fmla="*/ 5999043 w 10027898"/>
                          <a:gd name="csY26" fmla="*/ 1077218 h 1077218"/>
                          <a:gd name="csX27" fmla="*/ 5609724 w 10027898"/>
                          <a:gd name="csY27" fmla="*/ 1077218 h 1077218"/>
                          <a:gd name="csX28" fmla="*/ 5220406 w 10027898"/>
                          <a:gd name="csY28" fmla="*/ 1077218 h 1077218"/>
                          <a:gd name="csX29" fmla="*/ 4730808 w 10027898"/>
                          <a:gd name="csY29" fmla="*/ 1077218 h 1077218"/>
                          <a:gd name="csX30" fmla="*/ 4441769 w 10027898"/>
                          <a:gd name="csY30" fmla="*/ 1077218 h 1077218"/>
                          <a:gd name="csX31" fmla="*/ 4152730 w 10027898"/>
                          <a:gd name="csY31" fmla="*/ 1077218 h 1077218"/>
                          <a:gd name="csX32" fmla="*/ 3362295 w 10027898"/>
                          <a:gd name="csY32" fmla="*/ 1077218 h 1077218"/>
                          <a:gd name="csX33" fmla="*/ 3073256 w 10027898"/>
                          <a:gd name="csY33" fmla="*/ 1077218 h 1077218"/>
                          <a:gd name="csX34" fmla="*/ 2282821 w 10027898"/>
                          <a:gd name="csY34" fmla="*/ 1077218 h 1077218"/>
                          <a:gd name="csX35" fmla="*/ 1993782 w 10027898"/>
                          <a:gd name="csY35" fmla="*/ 1077218 h 1077218"/>
                          <a:gd name="csX36" fmla="*/ 1303627 w 10027898"/>
                          <a:gd name="csY36" fmla="*/ 1077218 h 1077218"/>
                          <a:gd name="csX37" fmla="*/ 713750 w 10027898"/>
                          <a:gd name="csY37" fmla="*/ 1077218 h 1077218"/>
                          <a:gd name="csX38" fmla="*/ 0 w 10027898"/>
                          <a:gd name="csY38" fmla="*/ 1077218 h 1077218"/>
                          <a:gd name="csX39" fmla="*/ 0 w 10027898"/>
                          <a:gd name="csY39" fmla="*/ 549381 h 1077218"/>
                          <a:gd name="csX40" fmla="*/ 0 w 10027898"/>
                          <a:gd name="csY40" fmla="*/ 0 h 10772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10027898" h="1077218" extrusionOk="0">
                            <a:moveTo>
                              <a:pt x="0" y="0"/>
                            </a:moveTo>
                            <a:cubicBezTo>
                              <a:pt x="74713" y="-28720"/>
                              <a:pt x="227730" y="8075"/>
                              <a:pt x="289039" y="0"/>
                            </a:cubicBezTo>
                            <a:cubicBezTo>
                              <a:pt x="350348" y="-8075"/>
                              <a:pt x="685106" y="11193"/>
                              <a:pt x="878916" y="0"/>
                            </a:cubicBezTo>
                            <a:cubicBezTo>
                              <a:pt x="1072726" y="-11193"/>
                              <a:pt x="1111880" y="21289"/>
                              <a:pt x="1268234" y="0"/>
                            </a:cubicBezTo>
                            <a:cubicBezTo>
                              <a:pt x="1424588" y="-21289"/>
                              <a:pt x="1767243" y="4117"/>
                              <a:pt x="2058668" y="0"/>
                            </a:cubicBezTo>
                            <a:cubicBezTo>
                              <a:pt x="2350093" y="-4117"/>
                              <a:pt x="2664288" y="36418"/>
                              <a:pt x="2849103" y="0"/>
                            </a:cubicBezTo>
                            <a:cubicBezTo>
                              <a:pt x="3033918" y="-36418"/>
                              <a:pt x="3394816" y="23599"/>
                              <a:pt x="3539258" y="0"/>
                            </a:cubicBezTo>
                            <a:cubicBezTo>
                              <a:pt x="3683701" y="-23599"/>
                              <a:pt x="3960224" y="32691"/>
                              <a:pt x="4229413" y="0"/>
                            </a:cubicBezTo>
                            <a:cubicBezTo>
                              <a:pt x="4498602" y="-32691"/>
                              <a:pt x="4441469" y="31757"/>
                              <a:pt x="4518453" y="0"/>
                            </a:cubicBezTo>
                            <a:cubicBezTo>
                              <a:pt x="4595437" y="-31757"/>
                              <a:pt x="4673070" y="16558"/>
                              <a:pt x="4807492" y="0"/>
                            </a:cubicBezTo>
                            <a:cubicBezTo>
                              <a:pt x="4941914" y="-16558"/>
                              <a:pt x="5075254" y="39914"/>
                              <a:pt x="5196811" y="0"/>
                            </a:cubicBezTo>
                            <a:cubicBezTo>
                              <a:pt x="5318368" y="-39914"/>
                              <a:pt x="5623929" y="32954"/>
                              <a:pt x="5786687" y="0"/>
                            </a:cubicBezTo>
                            <a:cubicBezTo>
                              <a:pt x="5949445" y="-32954"/>
                              <a:pt x="6234279" y="25914"/>
                              <a:pt x="6577121" y="0"/>
                            </a:cubicBezTo>
                            <a:cubicBezTo>
                              <a:pt x="6919963" y="-25914"/>
                              <a:pt x="6930021" y="31532"/>
                              <a:pt x="7267277" y="0"/>
                            </a:cubicBezTo>
                            <a:cubicBezTo>
                              <a:pt x="7604533" y="-31532"/>
                              <a:pt x="7727401" y="74526"/>
                              <a:pt x="8057711" y="0"/>
                            </a:cubicBezTo>
                            <a:cubicBezTo>
                              <a:pt x="8388021" y="-74526"/>
                              <a:pt x="8526560" y="5037"/>
                              <a:pt x="8848145" y="0"/>
                            </a:cubicBezTo>
                            <a:cubicBezTo>
                              <a:pt x="9169730" y="-5037"/>
                              <a:pt x="9166144" y="41749"/>
                              <a:pt x="9438022" y="0"/>
                            </a:cubicBezTo>
                            <a:cubicBezTo>
                              <a:pt x="9709900" y="-41749"/>
                              <a:pt x="9799307" y="25466"/>
                              <a:pt x="10027898" y="0"/>
                            </a:cubicBezTo>
                            <a:cubicBezTo>
                              <a:pt x="10028640" y="208837"/>
                              <a:pt x="9979652" y="363590"/>
                              <a:pt x="10027898" y="527837"/>
                            </a:cubicBezTo>
                            <a:cubicBezTo>
                              <a:pt x="10076144" y="692084"/>
                              <a:pt x="9981256" y="862490"/>
                              <a:pt x="10027898" y="1077218"/>
                            </a:cubicBezTo>
                            <a:cubicBezTo>
                              <a:pt x="9958525" y="1083438"/>
                              <a:pt x="9830963" y="1073986"/>
                              <a:pt x="9738859" y="1077218"/>
                            </a:cubicBezTo>
                            <a:cubicBezTo>
                              <a:pt x="9646755" y="1080450"/>
                              <a:pt x="9310595" y="1035483"/>
                              <a:pt x="9048703" y="1077218"/>
                            </a:cubicBezTo>
                            <a:cubicBezTo>
                              <a:pt x="8786811" y="1118953"/>
                              <a:pt x="8418090" y="1044155"/>
                              <a:pt x="8258269" y="1077218"/>
                            </a:cubicBezTo>
                            <a:cubicBezTo>
                              <a:pt x="8098448" y="1110281"/>
                              <a:pt x="7831092" y="1064572"/>
                              <a:pt x="7568114" y="1077218"/>
                            </a:cubicBezTo>
                            <a:cubicBezTo>
                              <a:pt x="7305136" y="1089864"/>
                              <a:pt x="7259007" y="1075474"/>
                              <a:pt x="7178795" y="1077218"/>
                            </a:cubicBezTo>
                            <a:cubicBezTo>
                              <a:pt x="7098583" y="1078962"/>
                              <a:pt x="6793297" y="1051212"/>
                              <a:pt x="6488640" y="1077218"/>
                            </a:cubicBezTo>
                            <a:cubicBezTo>
                              <a:pt x="6183983" y="1103224"/>
                              <a:pt x="6240267" y="1023132"/>
                              <a:pt x="5999043" y="1077218"/>
                            </a:cubicBezTo>
                            <a:cubicBezTo>
                              <a:pt x="5757819" y="1131304"/>
                              <a:pt x="5706489" y="1057116"/>
                              <a:pt x="5609724" y="1077218"/>
                            </a:cubicBezTo>
                            <a:cubicBezTo>
                              <a:pt x="5512959" y="1097320"/>
                              <a:pt x="5345290" y="1073727"/>
                              <a:pt x="5220406" y="1077218"/>
                            </a:cubicBezTo>
                            <a:cubicBezTo>
                              <a:pt x="5095522" y="1080709"/>
                              <a:pt x="4859424" y="1075363"/>
                              <a:pt x="4730808" y="1077218"/>
                            </a:cubicBezTo>
                            <a:cubicBezTo>
                              <a:pt x="4602192" y="1079073"/>
                              <a:pt x="4552445" y="1058325"/>
                              <a:pt x="4441769" y="1077218"/>
                            </a:cubicBezTo>
                            <a:cubicBezTo>
                              <a:pt x="4331093" y="1096111"/>
                              <a:pt x="4287860" y="1076411"/>
                              <a:pt x="4152730" y="1077218"/>
                            </a:cubicBezTo>
                            <a:cubicBezTo>
                              <a:pt x="4017600" y="1078025"/>
                              <a:pt x="3556314" y="1059387"/>
                              <a:pt x="3362295" y="1077218"/>
                            </a:cubicBezTo>
                            <a:cubicBezTo>
                              <a:pt x="3168276" y="1095049"/>
                              <a:pt x="3210412" y="1070799"/>
                              <a:pt x="3073256" y="1077218"/>
                            </a:cubicBezTo>
                            <a:cubicBezTo>
                              <a:pt x="2936100" y="1083637"/>
                              <a:pt x="2569611" y="1012800"/>
                              <a:pt x="2282821" y="1077218"/>
                            </a:cubicBezTo>
                            <a:cubicBezTo>
                              <a:pt x="1996031" y="1141636"/>
                              <a:pt x="2053524" y="1066328"/>
                              <a:pt x="1993782" y="1077218"/>
                            </a:cubicBezTo>
                            <a:cubicBezTo>
                              <a:pt x="1934040" y="1088108"/>
                              <a:pt x="1493882" y="1053945"/>
                              <a:pt x="1303627" y="1077218"/>
                            </a:cubicBezTo>
                            <a:cubicBezTo>
                              <a:pt x="1113372" y="1100491"/>
                              <a:pt x="873455" y="1028379"/>
                              <a:pt x="713750" y="1077218"/>
                            </a:cubicBezTo>
                            <a:cubicBezTo>
                              <a:pt x="554045" y="1126057"/>
                              <a:pt x="294747" y="1045897"/>
                              <a:pt x="0" y="1077218"/>
                            </a:cubicBezTo>
                            <a:cubicBezTo>
                              <a:pt x="-37475" y="955224"/>
                              <a:pt x="13888" y="670052"/>
                              <a:pt x="0" y="549381"/>
                            </a:cubicBezTo>
                            <a:cubicBezTo>
                              <a:pt x="-13888" y="428710"/>
                              <a:pt x="53401" y="243611"/>
                              <a:pt x="0" y="0"/>
                            </a:cubicBezTo>
                            <a:close/>
                          </a:path>
                        </a:pathLst>
                      </a:custGeom>
                      <ask:type>
                        <ask:lineSketchScribble/>
                      </ask:type>
                    </ask:lineSketchStyleProps>
                  </a:ext>
                </a:extLst>
              </a:ln>
            </p:spPr>
            <p:txBody>
              <a:bodyPr/>
              <a:lstStyle/>
              <a:p>
                <a:r>
                  <a:rPr lang="en-US">
                    <a:noFill/>
                  </a:rPr>
                  <a:t> </a:t>
                </a:r>
              </a:p>
            </p:txBody>
          </p:sp>
        </mc:Fallback>
      </mc:AlternateContent>
      <p:sp>
        <p:nvSpPr>
          <p:cNvPr id="107" name="TextBox 106">
            <a:extLst>
              <a:ext uri="{FF2B5EF4-FFF2-40B4-BE49-F238E27FC236}">
                <a16:creationId xmlns:a16="http://schemas.microsoft.com/office/drawing/2014/main" id="{6DCA6C4D-95F4-B2C3-E126-A4BE1DB094D6}"/>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09" name="TextBox 108">
            <a:extLst>
              <a:ext uri="{FF2B5EF4-FFF2-40B4-BE49-F238E27FC236}">
                <a16:creationId xmlns:a16="http://schemas.microsoft.com/office/drawing/2014/main" id="{C58572C9-66A5-572C-5DAC-67DF0806F3FF}"/>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11" name="TextBox 110">
            <a:extLst>
              <a:ext uri="{FF2B5EF4-FFF2-40B4-BE49-F238E27FC236}">
                <a16:creationId xmlns:a16="http://schemas.microsoft.com/office/drawing/2014/main" id="{34E384F3-EB66-1AF8-9BDB-196A03028025}"/>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13" name="TextBox 112">
            <a:extLst>
              <a:ext uri="{FF2B5EF4-FFF2-40B4-BE49-F238E27FC236}">
                <a16:creationId xmlns:a16="http://schemas.microsoft.com/office/drawing/2014/main" id="{44F36596-FE9F-4C27-6A17-AE31106A7940}"/>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115" name="TextBox 114">
            <a:extLst>
              <a:ext uri="{FF2B5EF4-FFF2-40B4-BE49-F238E27FC236}">
                <a16:creationId xmlns:a16="http://schemas.microsoft.com/office/drawing/2014/main" id="{CCC4A1C8-9D36-C776-5DD9-E0CA037C0BF1}"/>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117" name="TextBox 116">
            <a:extLst>
              <a:ext uri="{FF2B5EF4-FFF2-40B4-BE49-F238E27FC236}">
                <a16:creationId xmlns:a16="http://schemas.microsoft.com/office/drawing/2014/main" id="{1C669BEB-58ED-A923-147D-AB44AA2B6289}"/>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127" name="Picture 126">
            <a:extLst>
              <a:ext uri="{FF2B5EF4-FFF2-40B4-BE49-F238E27FC236}">
                <a16:creationId xmlns:a16="http://schemas.microsoft.com/office/drawing/2014/main" id="{C5A5CB0E-53F7-CE5E-24C8-10C7407C6DF3}"/>
              </a:ext>
            </a:extLst>
          </p:cNvPr>
          <p:cNvPicPr>
            <a:picLocks noChangeAspect="1"/>
          </p:cNvPicPr>
          <p:nvPr/>
        </p:nvPicPr>
        <p:blipFill>
          <a:blip r:embed="rId10">
            <a:extLst>
              <a:ext uri="{BEBA8EAE-BF5A-486C-A8C5-ECC9F3942E4B}">
                <a14:imgProps xmlns:a14="http://schemas.microsoft.com/office/drawing/2010/main">
                  <a14:imgLayer r:embed="rId11">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6805150" y="14457686"/>
            <a:ext cx="1044858" cy="1044858"/>
          </a:xfrm>
          <a:prstGeom prst="rect">
            <a:avLst/>
          </a:prstGeom>
        </p:spPr>
      </p:pic>
    </p:spTree>
    <p:extLst>
      <p:ext uri="{BB962C8B-B14F-4D97-AF65-F5344CB8AC3E}">
        <p14:creationId xmlns:p14="http://schemas.microsoft.com/office/powerpoint/2010/main" val="2018022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xEl>
                                              <p:pRg st="1" end="1"/>
                                            </p:txEl>
                                          </p:spTgt>
                                        </p:tgtEl>
                                        <p:attrNameLst>
                                          <p:attrName>style.visibility</p:attrName>
                                        </p:attrNameLst>
                                      </p:cBhvr>
                                      <p:to>
                                        <p:strVal val="visible"/>
                                      </p:to>
                                    </p:set>
                                    <p:animEffect transition="in" filter="fade">
                                      <p:cBhvr>
                                        <p:cTn id="7" dur="500"/>
                                        <p:tgtEl>
                                          <p:spTgt spid="3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56"/>
                                        </p:tgtEl>
                                        <p:attrNameLst>
                                          <p:attrName>style.visibility</p:attrName>
                                        </p:attrNameLst>
                                      </p:cBhvr>
                                      <p:to>
                                        <p:strVal val="visible"/>
                                      </p:to>
                                    </p:set>
                                    <p:anim calcmode="lin" valueType="num">
                                      <p:cBhvr additive="base">
                                        <p:cTn id="12" dur="500" fill="hold"/>
                                        <p:tgtEl>
                                          <p:spTgt spid="56"/>
                                        </p:tgtEl>
                                        <p:attrNameLst>
                                          <p:attrName>ppt_x</p:attrName>
                                        </p:attrNameLst>
                                      </p:cBhvr>
                                      <p:tavLst>
                                        <p:tav tm="0">
                                          <p:val>
                                            <p:strVal val="0-#ppt_w/2"/>
                                          </p:val>
                                        </p:tav>
                                        <p:tav tm="100000">
                                          <p:val>
                                            <p:strVal val="#ppt_x"/>
                                          </p:val>
                                        </p:tav>
                                      </p:tavLst>
                                    </p:anim>
                                    <p:anim calcmode="lin" valueType="num">
                                      <p:cBhvr additive="base">
                                        <p:cTn id="13" dur="500" fill="hold"/>
                                        <p:tgtEl>
                                          <p:spTgt spid="56"/>
                                        </p:tgtEl>
                                        <p:attrNameLst>
                                          <p:attrName>ppt_y</p:attrName>
                                        </p:attrNameLst>
                                      </p:cBhvr>
                                      <p:tavLst>
                                        <p:tav tm="0">
                                          <p:val>
                                            <p:strVal val="#ppt_y"/>
                                          </p:val>
                                        </p:tav>
                                        <p:tav tm="100000">
                                          <p:val>
                                            <p:strVal val="#ppt_y"/>
                                          </p:val>
                                        </p:tav>
                                      </p:tavLst>
                                    </p:anim>
                                  </p:childTnLst>
                                </p:cTn>
                              </p:par>
                              <p:par>
                                <p:cTn id="14" presetID="2" presetClass="entr" presetSubtype="8" fill="hold" grpId="0" nodeType="withEffect">
                                  <p:stCondLst>
                                    <p:cond delay="0"/>
                                  </p:stCondLst>
                                  <p:childTnLst>
                                    <p:set>
                                      <p:cBhvr>
                                        <p:cTn id="15" dur="1" fill="hold">
                                          <p:stCondLst>
                                            <p:cond delay="0"/>
                                          </p:stCondLst>
                                        </p:cTn>
                                        <p:tgtEl>
                                          <p:spTgt spid="58">
                                            <p:txEl>
                                              <p:pRg st="0" end="0"/>
                                            </p:txEl>
                                          </p:spTgt>
                                        </p:tgtEl>
                                        <p:attrNameLst>
                                          <p:attrName>style.visibility</p:attrName>
                                        </p:attrNameLst>
                                      </p:cBhvr>
                                      <p:to>
                                        <p:strVal val="visible"/>
                                      </p:to>
                                    </p:set>
                                    <p:anim calcmode="lin" valueType="num">
                                      <p:cBhvr additive="base">
                                        <p:cTn id="16" dur="500" fill="hold"/>
                                        <p:tgtEl>
                                          <p:spTgt spid="58">
                                            <p:txEl>
                                              <p:pRg st="0" end="0"/>
                                            </p:txEl>
                                          </p:spTgt>
                                        </p:tgtEl>
                                        <p:attrNameLst>
                                          <p:attrName>ppt_x</p:attrName>
                                        </p:attrNameLst>
                                      </p:cBhvr>
                                      <p:tavLst>
                                        <p:tav tm="0">
                                          <p:val>
                                            <p:strVal val="0-#ppt_w/2"/>
                                          </p:val>
                                        </p:tav>
                                        <p:tav tm="100000">
                                          <p:val>
                                            <p:strVal val="#ppt_x"/>
                                          </p:val>
                                        </p:tav>
                                      </p:tavLst>
                                    </p:anim>
                                    <p:anim calcmode="lin" valueType="num">
                                      <p:cBhvr additive="base">
                                        <p:cTn id="17" dur="500" fill="hold"/>
                                        <p:tgtEl>
                                          <p:spTgt spid="5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down)">
                                      <p:cBhvr>
                                        <p:cTn id="27" dur="500"/>
                                        <p:tgtEl>
                                          <p:spTgt spid="34"/>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54"/>
                                        </p:tgtEl>
                                        <p:attrNameLst>
                                          <p:attrName>style.visibility</p:attrName>
                                        </p:attrNameLst>
                                      </p:cBhvr>
                                      <p:to>
                                        <p:strVal val="visible"/>
                                      </p:to>
                                    </p:set>
                                    <p:animEffect transition="in" filter="wipe(down)">
                                      <p:cBhvr>
                                        <p:cTn id="30" dur="500"/>
                                        <p:tgtEl>
                                          <p:spTgt spid="5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xit" presetSubtype="0" fill="hold" grpId="1" nodeType="clickEffect">
                                  <p:stCondLst>
                                    <p:cond delay="0"/>
                                  </p:stCondLst>
                                  <p:childTnLst>
                                    <p:animEffect transition="out" filter="fade">
                                      <p:cBhvr>
                                        <p:cTn id="39" dur="500"/>
                                        <p:tgtEl>
                                          <p:spTgt spid="60"/>
                                        </p:tgtEl>
                                      </p:cBhvr>
                                    </p:animEffect>
                                    <p:set>
                                      <p:cBhvr>
                                        <p:cTn id="40" dur="1" fill="hold">
                                          <p:stCondLst>
                                            <p:cond delay="499"/>
                                          </p:stCondLst>
                                        </p:cTn>
                                        <p:tgtEl>
                                          <p:spTgt spid="60"/>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61"/>
                                        </p:tgtEl>
                                        <p:attrNameLst>
                                          <p:attrName>style.visibility</p:attrName>
                                        </p:attrNameLst>
                                      </p:cBhvr>
                                      <p:to>
                                        <p:strVal val="visible"/>
                                      </p:to>
                                    </p:set>
                                    <p:animEffect transition="in" filter="wipe(down)">
                                      <p:cBhvr>
                                        <p:cTn id="50" dur="500"/>
                                        <p:tgtEl>
                                          <p:spTgt spid="6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64"/>
                                        </p:tgtEl>
                                        <p:attrNameLst>
                                          <p:attrName>style.visibility</p:attrName>
                                        </p:attrNameLst>
                                      </p:cBhvr>
                                      <p:to>
                                        <p:strVal val="visible"/>
                                      </p:to>
                                    </p:set>
                                    <p:animEffect transition="in" filter="fade">
                                      <p:cBhvr>
                                        <p:cTn id="55" dur="500"/>
                                        <p:tgtEl>
                                          <p:spTgt spid="6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wipe(down)">
                                      <p:cBhvr>
                                        <p:cTn id="60" dur="500"/>
                                        <p:tgtEl>
                                          <p:spTgt spid="6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70"/>
                                        </p:tgtEl>
                                        <p:attrNameLst>
                                          <p:attrName>style.visibility</p:attrName>
                                        </p:attrNameLst>
                                      </p:cBhvr>
                                      <p:to>
                                        <p:strVal val="visible"/>
                                      </p:to>
                                    </p:set>
                                    <p:animEffect transition="in" filter="fade">
                                      <p:cBhvr>
                                        <p:cTn id="65"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4" grpId="0"/>
      <p:bldP spid="36" grpId="0"/>
      <p:bldP spid="54" grpId="0"/>
      <p:bldP spid="56" grpId="0"/>
      <p:bldP spid="58" grpId="0" build="allAtOnce"/>
      <p:bldP spid="60" grpId="0" animBg="1"/>
      <p:bldP spid="60" grpId="1" animBg="1"/>
      <p:bldP spid="61" grpId="0"/>
      <p:bldP spid="64" grpId="0"/>
      <p:bldP spid="68" grpId="0"/>
      <p:bldP spid="7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9FA6-2552-19ED-D5D6-D3780999D9B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40D6B72-98EC-FF1F-AA7A-65652CFDA43C}"/>
              </a:ext>
            </a:extLst>
          </p:cNvPr>
          <p:cNvSpPr>
            <a:spLocks noGrp="1"/>
          </p:cNvSpPr>
          <p:nvPr>
            <p:ph type="title"/>
          </p:nvPr>
        </p:nvSpPr>
        <p:spPr>
          <a:xfrm>
            <a:off x="2011680" y="1779764"/>
            <a:ext cx="25656294" cy="2277888"/>
          </a:xfrm>
        </p:spPr>
        <p:txBody>
          <a:bodyPr>
            <a:normAutofit/>
          </a:bodyPr>
          <a:lstStyle/>
          <a:p>
            <a:r>
              <a:rPr lang="en-US" b="1" dirty="0"/>
              <a:t>Conclusion</a:t>
            </a:r>
          </a:p>
        </p:txBody>
      </p:sp>
      <p:sp>
        <p:nvSpPr>
          <p:cNvPr id="4" name="Footer Placeholder 3">
            <a:extLst>
              <a:ext uri="{FF2B5EF4-FFF2-40B4-BE49-F238E27FC236}">
                <a16:creationId xmlns:a16="http://schemas.microsoft.com/office/drawing/2014/main" id="{804453CA-39B1-1985-89A6-0E6545C072AA}"/>
              </a:ext>
            </a:extLst>
          </p:cNvPr>
          <p:cNvSpPr>
            <a:spLocks noGrp="1"/>
          </p:cNvSpPr>
          <p:nvPr>
            <p:ph type="ftr" sz="quarter" idx="11"/>
          </p:nvPr>
        </p:nvSpPr>
        <p:spPr/>
        <p:txBody>
          <a:bodyPr/>
          <a:lstStyle/>
          <a:p>
            <a:r>
              <a:rPr lang="en-US" dirty="0"/>
              <a:t>Chapter 1: Architecture</a:t>
            </a:r>
          </a:p>
        </p:txBody>
      </p:sp>
      <p:sp>
        <p:nvSpPr>
          <p:cNvPr id="5" name="Slide Number Placeholder 4">
            <a:extLst>
              <a:ext uri="{FF2B5EF4-FFF2-40B4-BE49-F238E27FC236}">
                <a16:creationId xmlns:a16="http://schemas.microsoft.com/office/drawing/2014/main" id="{BF36CF45-457C-1F25-8F76-C25E772EAB8A}"/>
              </a:ext>
            </a:extLst>
          </p:cNvPr>
          <p:cNvSpPr>
            <a:spLocks noGrp="1"/>
          </p:cNvSpPr>
          <p:nvPr>
            <p:ph type="sldNum" sz="quarter" idx="12"/>
          </p:nvPr>
        </p:nvSpPr>
        <p:spPr/>
        <p:txBody>
          <a:bodyPr/>
          <a:lstStyle/>
          <a:p>
            <a:fld id="{455CB61F-784F-47BE-8E88-4D7DF3343F95}" type="slidenum">
              <a:rPr lang="en-US" smtClean="0"/>
              <a:pPr/>
              <a:t>26</a:t>
            </a:fld>
            <a:endParaRPr lang="en-US" dirty="0"/>
          </a:p>
        </p:txBody>
      </p:sp>
      <p:sp>
        <p:nvSpPr>
          <p:cNvPr id="3" name="TextBox 2">
            <a:extLst>
              <a:ext uri="{FF2B5EF4-FFF2-40B4-BE49-F238E27FC236}">
                <a16:creationId xmlns:a16="http://schemas.microsoft.com/office/drawing/2014/main" id="{10FF20B6-E099-2EBC-E529-BDB5D31B36D5}"/>
              </a:ext>
            </a:extLst>
          </p:cNvPr>
          <p:cNvSpPr txBox="1"/>
          <p:nvPr/>
        </p:nvSpPr>
        <p:spPr>
          <a:xfrm>
            <a:off x="3424066" y="14728151"/>
            <a:ext cx="4875053" cy="646331"/>
          </a:xfrm>
          <a:prstGeom prst="rect">
            <a:avLst/>
          </a:prstGeom>
          <a:solidFill>
            <a:schemeClr val="bg1"/>
          </a:solidFill>
        </p:spPr>
        <p:txBody>
          <a:bodyPr wrap="none" rtlCol="0">
            <a:spAutoFit/>
          </a:bodyPr>
          <a:lstStyle/>
          <a:p>
            <a:r>
              <a:rPr lang="en-US" sz="3600" dirty="0">
                <a:latin typeface="Monotxt_IV25" panose="00000400000000000000" pitchFamily="2" charset="0"/>
                <a:cs typeface="Monotxt_IV25" panose="00000400000000000000" pitchFamily="2" charset="0"/>
              </a:rPr>
              <a:t>AI-101 &amp; TERMS</a:t>
            </a:r>
          </a:p>
        </p:txBody>
      </p:sp>
      <p:sp>
        <p:nvSpPr>
          <p:cNvPr id="10" name="TextBox 9">
            <a:extLst>
              <a:ext uri="{FF2B5EF4-FFF2-40B4-BE49-F238E27FC236}">
                <a16:creationId xmlns:a16="http://schemas.microsoft.com/office/drawing/2014/main" id="{A6CDFE87-B95C-EE4B-8B04-48C650FE08B1}"/>
              </a:ext>
            </a:extLst>
          </p:cNvPr>
          <p:cNvSpPr txBox="1"/>
          <p:nvPr/>
        </p:nvSpPr>
        <p:spPr>
          <a:xfrm>
            <a:off x="7033322" y="15609539"/>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THE MODEL IN LLM</a:t>
            </a:r>
          </a:p>
        </p:txBody>
      </p:sp>
      <p:sp>
        <p:nvSpPr>
          <p:cNvPr id="14" name="TextBox 13">
            <a:extLst>
              <a:ext uri="{FF2B5EF4-FFF2-40B4-BE49-F238E27FC236}">
                <a16:creationId xmlns:a16="http://schemas.microsoft.com/office/drawing/2014/main" id="{BDB72DE7-2BF7-3B4E-A9D3-5B3D61858D58}"/>
              </a:ext>
            </a:extLst>
          </p:cNvPr>
          <p:cNvSpPr txBox="1"/>
          <p:nvPr/>
        </p:nvSpPr>
        <p:spPr>
          <a:xfrm>
            <a:off x="10585578" y="14762004"/>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TOKENS &amp; CONTEXT</a:t>
            </a:r>
          </a:p>
        </p:txBody>
      </p:sp>
      <p:sp>
        <p:nvSpPr>
          <p:cNvPr id="18" name="TextBox 17">
            <a:extLst>
              <a:ext uri="{FF2B5EF4-FFF2-40B4-BE49-F238E27FC236}">
                <a16:creationId xmlns:a16="http://schemas.microsoft.com/office/drawing/2014/main" id="{B5EC9695-25A9-4A1D-D6A1-F0D43820406C}"/>
              </a:ext>
            </a:extLst>
          </p:cNvPr>
          <p:cNvSpPr txBox="1"/>
          <p:nvPr/>
        </p:nvSpPr>
        <p:spPr>
          <a:xfrm>
            <a:off x="14231216" y="15632128"/>
            <a:ext cx="5545108"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NETWORK &amp; OUTPUT</a:t>
            </a:r>
          </a:p>
        </p:txBody>
      </p:sp>
      <p:sp>
        <p:nvSpPr>
          <p:cNvPr id="20" name="TextBox 19">
            <a:extLst>
              <a:ext uri="{FF2B5EF4-FFF2-40B4-BE49-F238E27FC236}">
                <a16:creationId xmlns:a16="http://schemas.microsoft.com/office/drawing/2014/main" id="{BFFEB088-F374-2172-5355-808E283053D6}"/>
              </a:ext>
            </a:extLst>
          </p:cNvPr>
          <p:cNvSpPr txBox="1"/>
          <p:nvPr/>
        </p:nvSpPr>
        <p:spPr>
          <a:xfrm>
            <a:off x="17872219" y="14749702"/>
            <a:ext cx="621516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LIVE DEMONSTRATION</a:t>
            </a:r>
          </a:p>
        </p:txBody>
      </p:sp>
      <p:sp>
        <p:nvSpPr>
          <p:cNvPr id="22" name="TextBox 21">
            <a:extLst>
              <a:ext uri="{FF2B5EF4-FFF2-40B4-BE49-F238E27FC236}">
                <a16:creationId xmlns:a16="http://schemas.microsoft.com/office/drawing/2014/main" id="{023B1CAF-B273-BEBE-5147-EC38DC1AEB40}"/>
              </a:ext>
            </a:extLst>
          </p:cNvPr>
          <p:cNvSpPr txBox="1"/>
          <p:nvPr/>
        </p:nvSpPr>
        <p:spPr>
          <a:xfrm>
            <a:off x="21452688" y="15632127"/>
            <a:ext cx="4875053" cy="646331"/>
          </a:xfrm>
          <a:prstGeom prst="rect">
            <a:avLst/>
          </a:prstGeom>
          <a:noFill/>
        </p:spPr>
        <p:txBody>
          <a:bodyPr wrap="none" rtlCol="0">
            <a:spAutoFit/>
          </a:bodyPr>
          <a:lstStyle/>
          <a:p>
            <a:r>
              <a:rPr lang="en-US" sz="3600" dirty="0">
                <a:latin typeface="Monotxt_IV25" panose="00000400000000000000" pitchFamily="2" charset="0"/>
                <a:cs typeface="Monotxt_IV25" panose="00000400000000000000" pitchFamily="2" charset="0"/>
              </a:rPr>
              <a:t>SUMMARY &amp; TIPS</a:t>
            </a:r>
          </a:p>
        </p:txBody>
      </p:sp>
      <p:pic>
        <p:nvPicPr>
          <p:cNvPr id="34" name="Picture 33">
            <a:extLst>
              <a:ext uri="{FF2B5EF4-FFF2-40B4-BE49-F238E27FC236}">
                <a16:creationId xmlns:a16="http://schemas.microsoft.com/office/drawing/2014/main" id="{F44B5F5E-7D19-2CC3-6808-EA6D11EFA9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66662" y="15374482"/>
            <a:ext cx="1044858" cy="1044858"/>
          </a:xfrm>
          <a:prstGeom prst="rect">
            <a:avLst/>
          </a:prstGeom>
        </p:spPr>
      </p:pic>
    </p:spTree>
    <p:extLst>
      <p:ext uri="{BB962C8B-B14F-4D97-AF65-F5344CB8AC3E}">
        <p14:creationId xmlns:p14="http://schemas.microsoft.com/office/powerpoint/2010/main" val="1286634159"/>
      </p:ext>
    </p:extLst>
  </p:cSld>
  <p:clrMapOvr>
    <a:masterClrMapping/>
  </p:clrMapOvr>
</p:sld>
</file>

<file path=ppt/theme/theme1.xml><?xml version="1.0" encoding="utf-8"?>
<a:theme xmlns:a="http://schemas.openxmlformats.org/drawingml/2006/main" name="Office Theme">
  <a:themeElements>
    <a:clrScheme name="UH_VK">
      <a:dk1>
        <a:sysClr val="windowText" lastClr="000000"/>
      </a:dk1>
      <a:lt1>
        <a:sysClr val="window" lastClr="FFFFFF"/>
      </a:lt1>
      <a:dk2>
        <a:srgbClr val="C8102E"/>
      </a:dk2>
      <a:lt2>
        <a:srgbClr val="FFF9D9"/>
      </a:lt2>
      <a:accent1>
        <a:srgbClr val="C8102E"/>
      </a:accent1>
      <a:accent2>
        <a:srgbClr val="00B388"/>
      </a:accent2>
      <a:accent3>
        <a:srgbClr val="F6BE00"/>
      </a:accent3>
      <a:accent4>
        <a:srgbClr val="00866C"/>
      </a:accent4>
      <a:accent5>
        <a:srgbClr val="B97800"/>
      </a:accent5>
      <a:accent6>
        <a:srgbClr val="960C22"/>
      </a:accent6>
      <a:hlink>
        <a:srgbClr val="640817"/>
      </a:hlink>
      <a:folHlink>
        <a:srgbClr val="640817"/>
      </a:folHlink>
    </a:clrScheme>
    <a:fontScheme name="Custom 2">
      <a:majorFont>
        <a:latin typeface="Times New Roman"/>
        <a:ea typeface=""/>
        <a:cs typeface=""/>
      </a:majorFont>
      <a:minorFont>
        <a:latin typeface="Times New Roman"/>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11160</TotalTime>
  <Words>8662</Words>
  <Application>Microsoft Office PowerPoint</Application>
  <PresentationFormat>Custom</PresentationFormat>
  <Paragraphs>628</Paragraphs>
  <Slides>26</Slides>
  <Notes>18</Notes>
  <HiddenSlides>6</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26</vt:i4>
      </vt:variant>
    </vt:vector>
  </HeadingPairs>
  <TitlesOfParts>
    <vt:vector size="36" baseType="lpstr">
      <vt:lpstr>Agency FB</vt:lpstr>
      <vt:lpstr>Aptos</vt:lpstr>
      <vt:lpstr>Arial</vt:lpstr>
      <vt:lpstr>Cambria Math</vt:lpstr>
      <vt:lpstr>Courier New</vt:lpstr>
      <vt:lpstr>Google Sans Text</vt:lpstr>
      <vt:lpstr>Monotxt_IV25</vt:lpstr>
      <vt:lpstr>Times New Roman</vt:lpstr>
      <vt:lpstr>Wingdings</vt:lpstr>
      <vt:lpstr>Office Theme</vt:lpstr>
      <vt:lpstr>AI Literacy Training Chapter 1: Architecture</vt:lpstr>
      <vt:lpstr>AI as a Family of (Non-Analytical) Methods</vt:lpstr>
      <vt:lpstr>Contextual Text Prediction ≠ Ground Truth</vt:lpstr>
      <vt:lpstr>Confidently Wrong or Blissfully Ignorant?</vt:lpstr>
      <vt:lpstr>More Terminology</vt:lpstr>
      <vt:lpstr>Large (Corpus) ✔ Language (Text) ✔ Model ?</vt:lpstr>
      <vt:lpstr>Setting the Parameters (Static Weights)</vt:lpstr>
      <vt:lpstr>Input: What is a Token? (1/3)</vt:lpstr>
      <vt:lpstr>Input: What is a Token? (2/3)</vt:lpstr>
      <vt:lpstr>Input: What is a Token? (3/3)</vt:lpstr>
      <vt:lpstr>Neural Network: Setting Model’s Capabilities</vt:lpstr>
      <vt:lpstr>Neural Network: Layering them in Training</vt:lpstr>
      <vt:lpstr>Neural Network: Available in Deployment</vt:lpstr>
      <vt:lpstr>Neural Network: Active during Inference</vt:lpstr>
      <vt:lpstr>PowerPoint Presentation</vt:lpstr>
      <vt:lpstr>Neural Network: Embedding Matrix</vt:lpstr>
      <vt:lpstr>Neural Network: Embedding Matrix</vt:lpstr>
      <vt:lpstr>Neural Network: From Brain to Brawn</vt:lpstr>
      <vt:lpstr>PowerPoint Presentation</vt:lpstr>
      <vt:lpstr>PowerPoint Presentation</vt:lpstr>
      <vt:lpstr>PowerPoint Presentation</vt:lpstr>
      <vt:lpstr>PowerPoint Presentation</vt:lpstr>
      <vt:lpstr>PowerPoint Presentation</vt:lpstr>
      <vt:lpstr>PowerPoint Presentation</vt:lpstr>
      <vt:lpstr>Case Study 1: Setting up an LLM</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Kotzamanis, Vasileios</dc:creator>
  <cp:lastModifiedBy>Kotzamanis, Vasileios</cp:lastModifiedBy>
  <cp:revision>2</cp:revision>
  <dcterms:created xsi:type="dcterms:W3CDTF">2026-08-24T16:00:46Z</dcterms:created>
  <dcterms:modified xsi:type="dcterms:W3CDTF">2026-09-21T09:12:15Z</dcterms:modified>
</cp:coreProperties>
</file>